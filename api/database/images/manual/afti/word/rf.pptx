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05" r:id="rId2"/>
    <p:sldId id="506" r:id="rId3"/>
    <p:sldId id="510" r:id="rId4"/>
    <p:sldId id="508" r:id="rId5"/>
    <p:sldId id="509" r:id="rId6"/>
    <p:sldId id="507" r:id="rId7"/>
    <p:sldId id="511" r:id="rId8"/>
    <p:sldId id="51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D17A-142B-4705-ADE1-A3098ECE97E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2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770F1-593C-41E5-9DDC-A7DDE7DA3A0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1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BA4C9-61EB-4E89-89EA-F649D387A885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2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0626-E323-4146-837D-79DA438855EF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9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F3B27-06CD-4A16-84A3-AF5F748FC93B}" type="datetime1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7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157D-198D-4A55-A6AF-F9A96DD09084}" type="datetime1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7" y="6361105"/>
            <a:ext cx="495813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6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A7D0-D9E5-4981-8E91-F86A007EC8E4}" type="datetime1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7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5C73-8B4C-45CE-9F74-EC399096C6A5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1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AC3-3FEF-4BD8-8E00-675B95488D0A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51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B63B-3CDB-4958-B2A2-640C52D819C0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5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D481-5643-4F4C-B901-C5733B76A666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46D66-831C-4C42-918D-32B4B0271D98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9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1017646" y="1697699"/>
            <a:ext cx="10289512" cy="224676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B050"/>
                </a:solidFill>
                <a:latin typeface="Bodoni MT Condensed" panose="02070606080606020203" pitchFamily="18" charset="0"/>
              </a:rPr>
              <a:t>Request For</a:t>
            </a:r>
          </a:p>
          <a:p>
            <a:pPr algn="ctr"/>
            <a:r>
              <a:rPr lang="en-US" sz="6000" b="1" dirty="0">
                <a:solidFill>
                  <a:srgbClr val="00B050"/>
                </a:solidFill>
                <a:latin typeface="Bodoni MT Condensed" panose="02070606080606020203" pitchFamily="18" charset="0"/>
              </a:rPr>
              <a:t>Replacement/Return</a:t>
            </a:r>
            <a:endParaRPr lang="en-US" sz="6000" dirty="0">
              <a:solidFill>
                <a:srgbClr val="00B050"/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Request for replacement/ return is request for replacement of items is recorded.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A7496-1034-196F-6300-3534FAAD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992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375033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Main Window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847733"/>
            <a:ext cx="3887062" cy="163874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Request for Replacement/ Return module under Sales, list of Request for Replacement/ Return transactions will display based on filtered date and status in the Request for Replacement/ Return main window.</a:t>
            </a:r>
          </a:p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6892338" y="4591586"/>
            <a:ext cx="399288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for Replacement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3AF19C-814C-4975-A22C-FCF6AC461B65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Request for Replacement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72DE2-59DB-B986-5463-F32324D2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0C0C5CB-A4E3-2A5D-D969-FD083578723D}"/>
              </a:ext>
            </a:extLst>
          </p:cNvPr>
          <p:cNvGrpSpPr/>
          <p:nvPr/>
        </p:nvGrpSpPr>
        <p:grpSpPr>
          <a:xfrm>
            <a:off x="5614432" y="1624467"/>
            <a:ext cx="12192000" cy="2819400"/>
            <a:chOff x="0" y="0"/>
            <a:chExt cx="12192000" cy="2819400"/>
          </a:xfrm>
        </p:grpSpPr>
        <p:pic>
          <p:nvPicPr>
            <p:cNvPr id="9217" name="Picture 780">
              <a:extLst>
                <a:ext uri="{FF2B5EF4-FFF2-40B4-BE49-F238E27FC236}">
                  <a16:creationId xmlns:a16="http://schemas.microsoft.com/office/drawing/2014/main" id="{BD36BA8F-5398-A30B-F926-D2871C1F49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25" y="552450"/>
              <a:ext cx="6081713" cy="2241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C7BF591C-A148-8ABB-665E-107D44063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75" y="1863725"/>
              <a:ext cx="5892800" cy="955675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89DAA88-3DCB-16A0-5AF6-40A8D3861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CE30A94-0384-82DE-E980-02DBAFBDE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900" b="1" i="1" u="none" strike="noStrike" cap="none" normalizeH="0" baseline="0">
                  <a:ln>
                    <a:noFill/>
                  </a:ln>
                  <a:solidFill>
                    <a:srgbClr val="40404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–</a:t>
              </a:r>
              <a:r>
                <a:rPr kumimoji="0" lang="en-PH" altLang="en-US" sz="900" b="1" i="1" u="none" strike="noStrike" cap="none" normalizeH="0" baseline="0">
                  <a:ln>
                    <a:noFill/>
                  </a:ln>
                  <a:solidFill>
                    <a:srgbClr val="404040"/>
                  </a:solidFill>
                  <a:effectLst/>
                  <a:latin typeface="Chivo Light" panose="020B03030302020208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8553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540589" y="997947"/>
            <a:ext cx="4824324" cy="584775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Create Request for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Replacement /Return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request for replacement / return – Main Window, you will notice a create button in the upper left of the window. Click the create button and you will be redirect in request for replacement/ return – main form.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a dialog box will pop out with list of customer. Search and select a customer.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0AD8C-71CD-50E3-ABEC-5025382DA12D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Request for Replacement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219E84F-01CB-9AA5-8C4C-EE9377456E6D}"/>
              </a:ext>
            </a:extLst>
          </p:cNvPr>
          <p:cNvGrpSpPr/>
          <p:nvPr/>
        </p:nvGrpSpPr>
        <p:grpSpPr>
          <a:xfrm>
            <a:off x="5666560" y="813596"/>
            <a:ext cx="12192000" cy="1400175"/>
            <a:chOff x="0" y="0"/>
            <a:chExt cx="12192000" cy="1400175"/>
          </a:xfrm>
        </p:grpSpPr>
        <p:pic>
          <p:nvPicPr>
            <p:cNvPr id="8193" name="Picture 781">
              <a:extLst>
                <a:ext uri="{FF2B5EF4-FFF2-40B4-BE49-F238E27FC236}">
                  <a16:creationId xmlns:a16="http://schemas.microsoft.com/office/drawing/2014/main" id="{B0BEFA91-67E0-4E10-05F3-CD30A41568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600" y="573088"/>
              <a:ext cx="5835650" cy="827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5BA391B6-0958-DA58-0EE9-334B93596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50" y="804744"/>
              <a:ext cx="1857375" cy="20002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6F7A6148-0266-5A5C-06AE-74560CF18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1525" y="902733"/>
              <a:ext cx="200025" cy="1047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Text Box 2">
              <a:extLst>
                <a:ext uri="{FF2B5EF4-FFF2-40B4-BE49-F238E27FC236}">
                  <a16:creationId xmlns:a16="http://schemas.microsoft.com/office/drawing/2014/main" id="{0A490DE8-3D24-E761-4B12-A2A67B7BC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7007" y="770305"/>
              <a:ext cx="2000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63948394-A32B-3FF7-0402-B8E128647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30ECCFBD-3775-4EDA-565A-3506AB417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B7A5CF0-13C0-7E0C-1FB5-0594EDBD6234}"/>
              </a:ext>
            </a:extLst>
          </p:cNvPr>
          <p:cNvGrpSpPr/>
          <p:nvPr/>
        </p:nvGrpSpPr>
        <p:grpSpPr>
          <a:xfrm>
            <a:off x="5574462" y="2670971"/>
            <a:ext cx="12192000" cy="2896077"/>
            <a:chOff x="0" y="0"/>
            <a:chExt cx="12192000" cy="2896077"/>
          </a:xfrm>
        </p:grpSpPr>
        <p:pic>
          <p:nvPicPr>
            <p:cNvPr id="8200" name="Picture 69">
              <a:extLst>
                <a:ext uri="{FF2B5EF4-FFF2-40B4-BE49-F238E27FC236}">
                  <a16:creationId xmlns:a16="http://schemas.microsoft.com/office/drawing/2014/main" id="{1ACB8440-0194-8A66-1DC9-F854676D69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785" y="518002"/>
              <a:ext cx="5770563" cy="2378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 Box 10">
              <a:extLst>
                <a:ext uri="{FF2B5EF4-FFF2-40B4-BE49-F238E27FC236}">
                  <a16:creationId xmlns:a16="http://schemas.microsoft.com/office/drawing/2014/main" id="{72426E3D-ED4A-E82C-BFF6-EA51A6D2C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5425" y="1585913"/>
              <a:ext cx="4019550" cy="976312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/>
              <a:endParaRPr kumimoji="0" lang="en-PH" altLang="en-US" sz="1000" b="0" i="1" u="none" strike="noStrike" cap="none" normalizeH="0" baseline="0" dirty="0">
                <a:ln>
                  <a:noFill/>
                </a:ln>
                <a:solidFill>
                  <a:srgbClr val="4F612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1"/>
              <a:r>
                <a:rPr kumimoji="0" lang="en-PH" altLang="en-US" sz="1000" b="0" i="1" u="none" strike="noStrike" cap="none" normalizeH="0" baseline="0" dirty="0">
                  <a:ln>
                    <a:noFill/>
                  </a:ln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customer?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228600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customer name in the search bar.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228600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And it will automatically sort out.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228600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Then click the selected customer</a:t>
              </a:r>
              <a:endParaRPr kumimoji="0" lang="en-PH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9">
              <a:extLst>
                <a:ext uri="{FF2B5EF4-FFF2-40B4-BE49-F238E27FC236}">
                  <a16:creationId xmlns:a16="http://schemas.microsoft.com/office/drawing/2014/main" id="{4EE9F4EC-CB06-40AB-1C6A-AE2594C95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438" y="1274763"/>
              <a:ext cx="4808537" cy="20002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11">
              <a:extLst>
                <a:ext uri="{FF2B5EF4-FFF2-40B4-BE49-F238E27FC236}">
                  <a16:creationId xmlns:a16="http://schemas.microsoft.com/office/drawing/2014/main" id="{7F70C093-8D7F-F6B5-6399-6A89A8547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6D093D56-DF93-0BB8-E70F-06DF98F65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545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547166" y="615273"/>
            <a:ext cx="4824324" cy="584775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Create Request for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Replacement /Return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customer, fill all necessary information in the header.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save button to save details from header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Click DR/SI button and a dialog box of list from sales journal will appear.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the DR/SI by ticking the check box. 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After selecting, click accept button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 in main form. Click the arrow parallel to main window to minimize the main form tab.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0AD8C-71CD-50E3-ABEC-5025382DA12D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Request for Replacement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2E21F39-13EB-E635-9699-5FC568DBFA44}"/>
              </a:ext>
            </a:extLst>
          </p:cNvPr>
          <p:cNvGrpSpPr/>
          <p:nvPr/>
        </p:nvGrpSpPr>
        <p:grpSpPr>
          <a:xfrm>
            <a:off x="5067008" y="1457633"/>
            <a:ext cx="12474396" cy="3578225"/>
            <a:chOff x="-282396" y="0"/>
            <a:chExt cx="12474396" cy="3578225"/>
          </a:xfrm>
        </p:grpSpPr>
        <p:pic>
          <p:nvPicPr>
            <p:cNvPr id="11265" name="Picture 149">
              <a:extLst>
                <a:ext uri="{FF2B5EF4-FFF2-40B4-BE49-F238E27FC236}">
                  <a16:creationId xmlns:a16="http://schemas.microsoft.com/office/drawing/2014/main" id="{BAF78893-5AA0-9564-0A91-CD546172BD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200"/>
              <a:ext cx="6076950" cy="3121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AutoShape 2">
              <a:extLst>
                <a:ext uri="{FF2B5EF4-FFF2-40B4-BE49-F238E27FC236}">
                  <a16:creationId xmlns:a16="http://schemas.microsoft.com/office/drawing/2014/main" id="{47BC7E55-A559-17A3-656B-348387F14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" y="1179513"/>
              <a:ext cx="6086475" cy="1306512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F0F87484-4DB1-28A8-FCFD-1C3167E18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2225" y="863600"/>
              <a:ext cx="450850" cy="238125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B40F058B-EA69-157B-104B-BF9C2F391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7525" y="1322388"/>
              <a:ext cx="368300" cy="2381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693D9091-655F-B568-65F8-FEA8E5759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7525" y="863600"/>
              <a:ext cx="368300" cy="2381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AutoShape 10">
              <a:extLst>
                <a:ext uri="{FF2B5EF4-FFF2-40B4-BE49-F238E27FC236}">
                  <a16:creationId xmlns:a16="http://schemas.microsoft.com/office/drawing/2014/main" id="{48683BB2-2857-499C-DF72-3DA35D857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82396" y="334264"/>
              <a:ext cx="1055688" cy="29527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HEADER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543A730E-68CF-DE80-3719-2043DFD03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0075" y="2462213"/>
              <a:ext cx="450850" cy="238125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AutoShape 8">
              <a:extLst>
                <a:ext uri="{FF2B5EF4-FFF2-40B4-BE49-F238E27FC236}">
                  <a16:creationId xmlns:a16="http://schemas.microsoft.com/office/drawing/2014/main" id="{4F3B0A62-C8B6-F493-F598-4EBDBDE48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513" y="2462213"/>
              <a:ext cx="368300" cy="2381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6</a:t>
              </a:r>
              <a:endParaRPr kumimoji="0" lang="en-PH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11">
              <a:extLst>
                <a:ext uri="{FF2B5EF4-FFF2-40B4-BE49-F238E27FC236}">
                  <a16:creationId xmlns:a16="http://schemas.microsoft.com/office/drawing/2014/main" id="{E1B064DB-90ED-6F17-8DC5-5FAFD64FC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28" name="Rectangle 13">
              <a:extLst>
                <a:ext uri="{FF2B5EF4-FFF2-40B4-BE49-F238E27FC236}">
                  <a16:creationId xmlns:a16="http://schemas.microsoft.com/office/drawing/2014/main" id="{426EB68C-250D-942D-CE60-A4FC02AF7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18">
              <a:extLst>
                <a:ext uri="{FF2B5EF4-FFF2-40B4-BE49-F238E27FC236}">
                  <a16:creationId xmlns:a16="http://schemas.microsoft.com/office/drawing/2014/main" id="{29BF6266-D2CB-2F2E-8975-DD17D5169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2" name="Rectangle 19">
              <a:extLst>
                <a:ext uri="{FF2B5EF4-FFF2-40B4-BE49-F238E27FC236}">
                  <a16:creationId xmlns:a16="http://schemas.microsoft.com/office/drawing/2014/main" id="{75179845-D803-8838-075A-B54F9E08E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578225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4424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547166" y="615273"/>
            <a:ext cx="4824324" cy="584775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Create Request for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Replacement /Return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683553" y="2048559"/>
            <a:ext cx="4179346" cy="309494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If you want to upload file attachment, click the attachment and upload the file</a:t>
            </a: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 startAt="10"/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lang="en-US" sz="1200" dirty="0"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you want to add details in return to supplier or return to customer, click the arrow parallel to the tab you want add information and fill in the fields needed.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finalized the transaction, click post button in main form</a:t>
            </a: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 startAt="10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 startAt="10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 startAt="10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 startAt="10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0AD8C-71CD-50E3-ABEC-5025382DA12D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Request for Replacement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312281-50A5-0A90-55CD-B856C2B96F0E}"/>
              </a:ext>
            </a:extLst>
          </p:cNvPr>
          <p:cNvGrpSpPr/>
          <p:nvPr/>
        </p:nvGrpSpPr>
        <p:grpSpPr>
          <a:xfrm>
            <a:off x="5622334" y="153597"/>
            <a:ext cx="12192000" cy="1508125"/>
            <a:chOff x="0" y="0"/>
            <a:chExt cx="12192000" cy="1508125"/>
          </a:xfrm>
        </p:grpSpPr>
        <p:pic>
          <p:nvPicPr>
            <p:cNvPr id="12289" name="Picture 13">
              <a:extLst>
                <a:ext uri="{FF2B5EF4-FFF2-40B4-BE49-F238E27FC236}">
                  <a16:creationId xmlns:a16="http://schemas.microsoft.com/office/drawing/2014/main" id="{E153A486-4361-BF00-3FAF-D6766DF8D7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200"/>
              <a:ext cx="6188075" cy="10509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9286DDE8-61CB-1686-4388-EA1DD61DD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233" y="637909"/>
              <a:ext cx="312737" cy="21748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4CE7BE10-4564-8309-9114-AC106A87A6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27113FD2-DAE2-C716-32B0-53361EBB3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179929E9-F087-A3FD-C7DC-DB3204DF4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508125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2F9E699-75A2-64DA-29B8-FDC7AD0F205A}"/>
              </a:ext>
            </a:extLst>
          </p:cNvPr>
          <p:cNvGrpSpPr/>
          <p:nvPr/>
        </p:nvGrpSpPr>
        <p:grpSpPr>
          <a:xfrm>
            <a:off x="5598398" y="1809760"/>
            <a:ext cx="12192000" cy="2470150"/>
            <a:chOff x="152400" y="152400"/>
            <a:chExt cx="12192000" cy="2470150"/>
          </a:xfrm>
        </p:grpSpPr>
        <p:pic>
          <p:nvPicPr>
            <p:cNvPr id="12295" name="Picture 107">
              <a:extLst>
                <a:ext uri="{FF2B5EF4-FFF2-40B4-BE49-F238E27FC236}">
                  <a16:creationId xmlns:a16="http://schemas.microsoft.com/office/drawing/2014/main" id="{A4505C61-F38E-0309-0EC0-98A697BCFA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863" y="609600"/>
              <a:ext cx="6188075" cy="1384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94" name="Picture 110">
              <a:extLst>
                <a:ext uri="{FF2B5EF4-FFF2-40B4-BE49-F238E27FC236}">
                  <a16:creationId xmlns:a16="http://schemas.microsoft.com/office/drawing/2014/main" id="{549CD5F8-A7A6-D811-ECCF-8F102D0FF0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4563" y="685800"/>
              <a:ext cx="1760537" cy="1223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tangle 10">
              <a:extLst>
                <a:ext uri="{FF2B5EF4-FFF2-40B4-BE49-F238E27FC236}">
                  <a16:creationId xmlns:a16="http://schemas.microsoft.com/office/drawing/2014/main" id="{429A5453-781E-D88A-FA56-40EEA914D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9388" y="1276350"/>
              <a:ext cx="962025" cy="16192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AutoShape 9">
              <a:extLst>
                <a:ext uri="{FF2B5EF4-FFF2-40B4-BE49-F238E27FC236}">
                  <a16:creationId xmlns:a16="http://schemas.microsoft.com/office/drawing/2014/main" id="{CFD6D03B-2A88-3270-15CA-AB69BD16ED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250796" flipH="1">
              <a:off x="5259388" y="1473200"/>
              <a:ext cx="539750" cy="254000"/>
            </a:xfrm>
            <a:prstGeom prst="curvedUpArrow">
              <a:avLst>
                <a:gd name="adj1" fmla="val 25008"/>
                <a:gd name="adj2" fmla="val 49997"/>
                <a:gd name="adj3" fmla="val 17500"/>
              </a:avLst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ext Box 15">
              <a:extLst>
                <a:ext uri="{FF2B5EF4-FFF2-40B4-BE49-F238E27FC236}">
                  <a16:creationId xmlns:a16="http://schemas.microsoft.com/office/drawing/2014/main" id="{FCE9E76A-8C75-EBB2-48FB-48413F9E3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25" y="1393825"/>
              <a:ext cx="3035300" cy="1228725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/>
              <a:endParaRPr kumimoji="0" lang="en-PH" altLang="en-US" sz="1000" b="0" i="1" u="none" strike="noStrike" cap="none" normalizeH="0" baseline="0" dirty="0">
                <a:ln>
                  <a:noFill/>
                </a:ln>
                <a:solidFill>
                  <a:srgbClr val="4F612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1"/>
              <a:r>
                <a:rPr kumimoji="0" lang="en-PH" altLang="en-US" sz="1000" b="0" i="1" u="none" strike="noStrike" cap="none" normalizeH="0" baseline="0" dirty="0">
                  <a:ln>
                    <a:noFill/>
                  </a:ln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upload document?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149225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title of the document.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149225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add button to add the chosen document to upload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149225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Then click upload button.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149225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 you want to add more document, click add document button and repeat steps #1 to 3.</a:t>
              </a:r>
              <a:endParaRPr kumimoji="0" lang="en-PH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Text Box 8">
              <a:extLst>
                <a:ext uri="{FF2B5EF4-FFF2-40B4-BE49-F238E27FC236}">
                  <a16:creationId xmlns:a16="http://schemas.microsoft.com/office/drawing/2014/main" id="{F59DA763-AB7F-85C2-D38D-DB1AAA86E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238" y="1727200"/>
              <a:ext cx="558800" cy="2857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Text Box 14">
              <a:extLst>
                <a:ext uri="{FF2B5EF4-FFF2-40B4-BE49-F238E27FC236}">
                  <a16:creationId xmlns:a16="http://schemas.microsoft.com/office/drawing/2014/main" id="{7F796D1D-1254-3964-53FD-28D6B72F6C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238" y="2057400"/>
              <a:ext cx="546100" cy="2857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2.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16">
              <a:extLst>
                <a:ext uri="{FF2B5EF4-FFF2-40B4-BE49-F238E27FC236}">
                  <a16:creationId xmlns:a16="http://schemas.microsoft.com/office/drawing/2014/main" id="{F1CE1195-472D-3322-56FA-8AD29B2EE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15240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DF86B3E8-9AC2-12C7-A918-86427B8BC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6096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F50B596B-FD52-90DA-ACE5-13228D93E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6096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BCE696C-6323-862B-BC22-930CE5D00456}"/>
              </a:ext>
            </a:extLst>
          </p:cNvPr>
          <p:cNvGrpSpPr/>
          <p:nvPr/>
        </p:nvGrpSpPr>
        <p:grpSpPr>
          <a:xfrm>
            <a:off x="5707936" y="4455180"/>
            <a:ext cx="12192000" cy="1611313"/>
            <a:chOff x="0" y="0"/>
            <a:chExt cx="12192000" cy="1611313"/>
          </a:xfrm>
        </p:grpSpPr>
        <p:pic>
          <p:nvPicPr>
            <p:cNvPr id="12310" name="Picture 16">
              <a:extLst>
                <a:ext uri="{FF2B5EF4-FFF2-40B4-BE49-F238E27FC236}">
                  <a16:creationId xmlns:a16="http://schemas.microsoft.com/office/drawing/2014/main" id="{29BBB1DD-3BB5-524A-4DE2-778CDEC08B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200"/>
              <a:ext cx="6191250" cy="1154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Rectangle 23">
              <a:extLst>
                <a:ext uri="{FF2B5EF4-FFF2-40B4-BE49-F238E27FC236}">
                  <a16:creationId xmlns:a16="http://schemas.microsoft.com/office/drawing/2014/main" id="{A1EC1A9E-8975-A5F3-5A73-E287BCCBE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9000" y="1044575"/>
              <a:ext cx="190500" cy="42386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25">
              <a:extLst>
                <a:ext uri="{FF2B5EF4-FFF2-40B4-BE49-F238E27FC236}">
                  <a16:creationId xmlns:a16="http://schemas.microsoft.com/office/drawing/2014/main" id="{C4CF4167-0D7E-3B66-2535-41D066958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0" name="Rectangle 27">
              <a:extLst>
                <a:ext uri="{FF2B5EF4-FFF2-40B4-BE49-F238E27FC236}">
                  <a16:creationId xmlns:a16="http://schemas.microsoft.com/office/drawing/2014/main" id="{F4C6D449-3E4C-A55D-0539-57AC28806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1" name="Rectangle 28">
              <a:extLst>
                <a:ext uri="{FF2B5EF4-FFF2-40B4-BE49-F238E27FC236}">
                  <a16:creationId xmlns:a16="http://schemas.microsoft.com/office/drawing/2014/main" id="{73A5B08B-4FC5-F31F-3F01-0380A6FE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11313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1650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540589" y="997947"/>
            <a:ext cx="4824324" cy="584775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Edit Stock Request for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Replacement /Return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>
              <a:solidFill>
                <a:srgbClr val="00863D"/>
              </a:solidFill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edit the header, click edit button then edit the information that you want to change.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edit the item stock, edit directly the details you want to change.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save button.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0AD8C-71CD-50E3-ABEC-5025382DA12D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Request for Replacement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0D267AD-1965-ECFE-E02E-12E5C247EA0A}"/>
              </a:ext>
            </a:extLst>
          </p:cNvPr>
          <p:cNvGrpSpPr/>
          <p:nvPr/>
        </p:nvGrpSpPr>
        <p:grpSpPr>
          <a:xfrm>
            <a:off x="5666148" y="556288"/>
            <a:ext cx="12192000" cy="3486150"/>
            <a:chOff x="0" y="0"/>
            <a:chExt cx="12192000" cy="3486150"/>
          </a:xfrm>
        </p:grpSpPr>
        <p:pic>
          <p:nvPicPr>
            <p:cNvPr id="8206" name="Picture 134">
              <a:extLst>
                <a:ext uri="{FF2B5EF4-FFF2-40B4-BE49-F238E27FC236}">
                  <a16:creationId xmlns:a16="http://schemas.microsoft.com/office/drawing/2014/main" id="{11D7967F-96F1-923F-126A-EAE86C4F21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200"/>
              <a:ext cx="6038850" cy="3028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07C5D18C-35B9-2CB2-189D-951080366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7163" y="463550"/>
              <a:ext cx="374650" cy="2000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AutoShape 20">
              <a:extLst>
                <a:ext uri="{FF2B5EF4-FFF2-40B4-BE49-F238E27FC236}">
                  <a16:creationId xmlns:a16="http://schemas.microsoft.com/office/drawing/2014/main" id="{721CA231-3053-E1C4-4DAC-394A6C9BA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50" y="654050"/>
              <a:ext cx="388938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3D246A0-1E84-626D-73CC-316888231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 bwMode="auto">
            <a:xfrm>
              <a:off x="496387" y="717282"/>
              <a:ext cx="5055870" cy="145605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5" name="AutoShape 16">
              <a:extLst>
                <a:ext uri="{FF2B5EF4-FFF2-40B4-BE49-F238E27FC236}">
                  <a16:creationId xmlns:a16="http://schemas.microsoft.com/office/drawing/2014/main" id="{7DE1CCD6-9B75-1FC4-0644-B65EF96A6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6250" y="615950"/>
              <a:ext cx="117475" cy="374650"/>
            </a:xfrm>
            <a:prstGeom prst="curvedLeftArrow">
              <a:avLst>
                <a:gd name="adj1" fmla="val 63784"/>
                <a:gd name="adj2" fmla="val 127568"/>
                <a:gd name="adj3" fmla="val 33333"/>
              </a:avLst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17">
              <a:extLst>
                <a:ext uri="{FF2B5EF4-FFF2-40B4-BE49-F238E27FC236}">
                  <a16:creationId xmlns:a16="http://schemas.microsoft.com/office/drawing/2014/main" id="{F553CBBF-9521-2638-2A08-1E1AB5614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463" y="1081088"/>
              <a:ext cx="374650" cy="2000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AutoShape 18">
              <a:extLst>
                <a:ext uri="{FF2B5EF4-FFF2-40B4-BE49-F238E27FC236}">
                  <a16:creationId xmlns:a16="http://schemas.microsoft.com/office/drawing/2014/main" id="{FBA855ED-3717-76C9-4682-5D5D91601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525" y="1017588"/>
              <a:ext cx="388938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21">
              <a:extLst>
                <a:ext uri="{FF2B5EF4-FFF2-40B4-BE49-F238E27FC236}">
                  <a16:creationId xmlns:a16="http://schemas.microsoft.com/office/drawing/2014/main" id="{1699879A-CA4D-499A-E58C-15A91C056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C6D5E196-A3CE-6A47-C38E-DAB15D940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25">
              <a:extLst>
                <a:ext uri="{FF2B5EF4-FFF2-40B4-BE49-F238E27FC236}">
                  <a16:creationId xmlns:a16="http://schemas.microsoft.com/office/drawing/2014/main" id="{505EE77C-3755-A3BC-8E6A-8E45D3982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1" name="Rectangle 26">
              <a:extLst>
                <a:ext uri="{FF2B5EF4-FFF2-40B4-BE49-F238E27FC236}">
                  <a16:creationId xmlns:a16="http://schemas.microsoft.com/office/drawing/2014/main" id="{AD385AFB-C180-7368-95AB-1374AA5E4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8615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BBB5D8A-CC2E-557F-5F21-02B3C4A0917B}"/>
              </a:ext>
            </a:extLst>
          </p:cNvPr>
          <p:cNvGrpSpPr/>
          <p:nvPr/>
        </p:nvGrpSpPr>
        <p:grpSpPr>
          <a:xfrm>
            <a:off x="5680436" y="4383884"/>
            <a:ext cx="12192000" cy="1741488"/>
            <a:chOff x="0" y="0"/>
            <a:chExt cx="12192000" cy="1741488"/>
          </a:xfrm>
        </p:grpSpPr>
        <p:pic>
          <p:nvPicPr>
            <p:cNvPr id="8219" name="Picture 140">
              <a:extLst>
                <a:ext uri="{FF2B5EF4-FFF2-40B4-BE49-F238E27FC236}">
                  <a16:creationId xmlns:a16="http://schemas.microsoft.com/office/drawing/2014/main" id="{8FF48D92-F01B-2AB4-BD2E-DE7ADA8968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43035"/>
              <a:ext cx="6191250" cy="1284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Rectangle 28">
              <a:extLst>
                <a:ext uri="{FF2B5EF4-FFF2-40B4-BE49-F238E27FC236}">
                  <a16:creationId xmlns:a16="http://schemas.microsoft.com/office/drawing/2014/main" id="{BDC4A6B4-5F70-FE7A-CE0C-FDE6AA9AE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725" y="1458913"/>
              <a:ext cx="4891088" cy="2635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AutoShape 29">
              <a:extLst>
                <a:ext uri="{FF2B5EF4-FFF2-40B4-BE49-F238E27FC236}">
                  <a16:creationId xmlns:a16="http://schemas.microsoft.com/office/drawing/2014/main" id="{77FA8F10-2A2E-6EF7-D846-42D3226EA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50" y="1457325"/>
              <a:ext cx="388938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31">
              <a:extLst>
                <a:ext uri="{FF2B5EF4-FFF2-40B4-BE49-F238E27FC236}">
                  <a16:creationId xmlns:a16="http://schemas.microsoft.com/office/drawing/2014/main" id="{6D6542EF-4D86-E916-0559-19E400FC4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2386" y="408849"/>
              <a:ext cx="512763" cy="2000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AutoShape 30">
              <a:extLst>
                <a:ext uri="{FF2B5EF4-FFF2-40B4-BE49-F238E27FC236}">
                  <a16:creationId xmlns:a16="http://schemas.microsoft.com/office/drawing/2014/main" id="{EDA10006-6801-18CE-DC75-183CBC1E4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349" y="345349"/>
              <a:ext cx="388937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kumimoji="0" lang="en-PH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32">
              <a:extLst>
                <a:ext uri="{FF2B5EF4-FFF2-40B4-BE49-F238E27FC236}">
                  <a16:creationId xmlns:a16="http://schemas.microsoft.com/office/drawing/2014/main" id="{3AC5D556-5ABA-B505-7FAB-BD2382710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50" name="Rectangle 34">
              <a:extLst>
                <a:ext uri="{FF2B5EF4-FFF2-40B4-BE49-F238E27FC236}">
                  <a16:creationId xmlns:a16="http://schemas.microsoft.com/office/drawing/2014/main" id="{EFE17EEE-5D89-2F40-C11D-F73163F8F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36">
              <a:extLst>
                <a:ext uri="{FF2B5EF4-FFF2-40B4-BE49-F238E27FC236}">
                  <a16:creationId xmlns:a16="http://schemas.microsoft.com/office/drawing/2014/main" id="{35FBA393-022D-C30B-6DB5-74BEBD0BB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52" name="Rectangle 37">
              <a:extLst>
                <a:ext uri="{FF2B5EF4-FFF2-40B4-BE49-F238E27FC236}">
                  <a16:creationId xmlns:a16="http://schemas.microsoft.com/office/drawing/2014/main" id="{F5FCAA9F-DB4D-27E2-FBD0-223E12FE3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41488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5971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540589" y="997947"/>
            <a:ext cx="4824324" cy="584775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Delete Request for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Replacement /Return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>
              <a:solidFill>
                <a:srgbClr val="00863D"/>
              </a:solidFill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request for replacement/ return – main window, search the transaction you want to delete.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request for replacement– main form, click the lookup button and select the transaction you want to delete.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delete button.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0AD8C-71CD-50E3-ABEC-5025382DA12D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Request for Replacement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35EA56-364C-5193-142A-528C791F50EB}"/>
              </a:ext>
            </a:extLst>
          </p:cNvPr>
          <p:cNvGrpSpPr/>
          <p:nvPr/>
        </p:nvGrpSpPr>
        <p:grpSpPr>
          <a:xfrm>
            <a:off x="5784011" y="627859"/>
            <a:ext cx="12192000" cy="2686050"/>
            <a:chOff x="0" y="0"/>
            <a:chExt cx="12192000" cy="2686050"/>
          </a:xfrm>
        </p:grpSpPr>
        <p:pic>
          <p:nvPicPr>
            <p:cNvPr id="13313" name="Picture 158">
              <a:extLst>
                <a:ext uri="{FF2B5EF4-FFF2-40B4-BE49-F238E27FC236}">
                  <a16:creationId xmlns:a16="http://schemas.microsoft.com/office/drawing/2014/main" id="{8A5B6581-A29E-D2E2-0612-9E41AFB0E1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200"/>
              <a:ext cx="6042025" cy="2228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CBD96132-0FC6-AAC7-5619-EB0C909E6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5" y="1666875"/>
              <a:ext cx="1139825" cy="3048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F4CD66BD-15FD-4E33-6CFD-9C17BB2C9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3163" y="1771650"/>
              <a:ext cx="200025" cy="9525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Text Box 2">
              <a:extLst>
                <a:ext uri="{FF2B5EF4-FFF2-40B4-BE49-F238E27FC236}">
                  <a16:creationId xmlns:a16="http://schemas.microsoft.com/office/drawing/2014/main" id="{52F882FD-55C2-249F-03DE-2CA001391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2713" y="1666875"/>
              <a:ext cx="4667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97ED6A22-149A-C5D9-7211-0A7FCDA88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B57006D5-774A-76B4-A041-23F2428BC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57566EEF-CC14-877E-0548-236159B36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68605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FF8E77A-E457-187E-B454-24040966D7AD}"/>
              </a:ext>
            </a:extLst>
          </p:cNvPr>
          <p:cNvSpPr txBox="1"/>
          <p:nvPr/>
        </p:nvSpPr>
        <p:spPr>
          <a:xfrm>
            <a:off x="6878271" y="3156681"/>
            <a:ext cx="3992880" cy="27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Request for Replacement</a:t>
            </a:r>
            <a:r>
              <a:rPr lang="en-PH" sz="12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Main </a:t>
            </a:r>
            <a:r>
              <a:rPr lang="en-PH" sz="1200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Window</a:t>
            </a:r>
            <a:endParaRPr lang="en-US" sz="1200" dirty="0">
              <a:effectLst/>
              <a:latin typeface="Bahnschrift 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21375A0-5E34-D0A2-E162-4C4482965183}"/>
              </a:ext>
            </a:extLst>
          </p:cNvPr>
          <p:cNvGrpSpPr/>
          <p:nvPr/>
        </p:nvGrpSpPr>
        <p:grpSpPr>
          <a:xfrm>
            <a:off x="5730036" y="3390867"/>
            <a:ext cx="12192000" cy="2917825"/>
            <a:chOff x="0" y="0"/>
            <a:chExt cx="12192000" cy="2917825"/>
          </a:xfrm>
        </p:grpSpPr>
        <p:pic>
          <p:nvPicPr>
            <p:cNvPr id="13321" name="Picture 853">
              <a:extLst>
                <a:ext uri="{FF2B5EF4-FFF2-40B4-BE49-F238E27FC236}">
                  <a16:creationId xmlns:a16="http://schemas.microsoft.com/office/drawing/2014/main" id="{4FCACD18-E6DF-73D8-AB36-4E9D9DA6CA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500" y="926083"/>
              <a:ext cx="5848350" cy="15462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63B65502-A156-938B-1006-9FA164434C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2713" y="1069975"/>
              <a:ext cx="952500" cy="304800"/>
              <a:chOff x="5238" y="285"/>
              <a:chExt cx="9525" cy="3048"/>
            </a:xfrm>
          </p:grpSpPr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A46F54E8-3569-7970-0314-D4DBB68F2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" y="285"/>
                <a:ext cx="2759" cy="304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AutoShape 12">
                <a:extLst>
                  <a:ext uri="{FF2B5EF4-FFF2-40B4-BE49-F238E27FC236}">
                    <a16:creationId xmlns:a16="http://schemas.microsoft.com/office/drawing/2014/main" id="{09ACED28-B757-9BBF-A66D-5F3E2AB9C7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Text Box 11">
                <a:extLst>
                  <a:ext uri="{FF2B5EF4-FFF2-40B4-BE49-F238E27FC236}">
                    <a16:creationId xmlns:a16="http://schemas.microsoft.com/office/drawing/2014/main" id="{B3D23377-1BEE-D4B0-04DF-5980505C25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4667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PH" altLang="en-US" sz="11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  <a:endParaRPr kumimoji="0" lang="en-PH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0" name="Group 16">
              <a:extLst>
                <a:ext uri="{FF2B5EF4-FFF2-40B4-BE49-F238E27FC236}">
                  <a16:creationId xmlns:a16="http://schemas.microsoft.com/office/drawing/2014/main" id="{E088F032-145A-ACFA-121F-904ADEE852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8115" y="804063"/>
              <a:ext cx="981175" cy="304800"/>
              <a:chOff x="3562" y="1674"/>
              <a:chExt cx="9811" cy="3048"/>
            </a:xfrm>
          </p:grpSpPr>
          <p:sp>
            <p:nvSpPr>
              <p:cNvPr id="21" name="Rectangle 844">
                <a:extLst>
                  <a:ext uri="{FF2B5EF4-FFF2-40B4-BE49-F238E27FC236}">
                    <a16:creationId xmlns:a16="http://schemas.microsoft.com/office/drawing/2014/main" id="{34DE1826-1F5F-4F2D-D8B2-B3FADDEA2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1674"/>
                <a:ext cx="4664" cy="304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Straight Arrow Connector 845">
                <a:extLst>
                  <a:ext uri="{FF2B5EF4-FFF2-40B4-BE49-F238E27FC236}">
                    <a16:creationId xmlns:a16="http://schemas.microsoft.com/office/drawing/2014/main" id="{D35B8225-B952-0616-FA34-11248DF38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0" y="2722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Text Box 846">
                <a:extLst>
                  <a:ext uri="{FF2B5EF4-FFF2-40B4-BE49-F238E27FC236}">
                    <a16:creationId xmlns:a16="http://schemas.microsoft.com/office/drawing/2014/main" id="{514C41C4-25D4-4BDE-85EC-3B06DF13C6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25" y="1674"/>
                <a:ext cx="3048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5" name="Text Box 14">
              <a:extLst>
                <a:ext uri="{FF2B5EF4-FFF2-40B4-BE49-F238E27FC236}">
                  <a16:creationId xmlns:a16="http://schemas.microsoft.com/office/drawing/2014/main" id="{3781F8C9-71C3-D824-0A44-F4A5A711F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8638" y="1422400"/>
              <a:ext cx="3257550" cy="879475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360363" lvl="1"/>
              <a:r>
                <a:rPr kumimoji="0" lang="en-PH" altLang="en-US" sz="1000" b="0" i="1" u="none" strike="noStrike" cap="none" normalizeH="0" baseline="0" dirty="0">
                  <a:ln>
                    <a:noFill/>
                  </a:ln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request for replacement/ return transaction?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228600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transaction number in the search bar.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228600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 search.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228600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to select the transaction you want to delete</a:t>
              </a:r>
              <a:endParaRPr kumimoji="0" lang="en-PH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Text Box 15">
              <a:extLst>
                <a:ext uri="{FF2B5EF4-FFF2-40B4-BE49-F238E27FC236}">
                  <a16:creationId xmlns:a16="http://schemas.microsoft.com/office/drawing/2014/main" id="{6EAF8C0B-B839-DFF5-26B1-1EE582DB4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50" y="533400"/>
              <a:ext cx="1306513" cy="2730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HEADER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0">
              <a:extLst>
                <a:ext uri="{FF2B5EF4-FFF2-40B4-BE49-F238E27FC236}">
                  <a16:creationId xmlns:a16="http://schemas.microsoft.com/office/drawing/2014/main" id="{43956EA3-74BF-4BE6-B29B-8C842C8CE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F5F91AF8-409C-5C0C-6103-5E2641DFC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6">
              <a:extLst>
                <a:ext uri="{FF2B5EF4-FFF2-40B4-BE49-F238E27FC236}">
                  <a16:creationId xmlns:a16="http://schemas.microsoft.com/office/drawing/2014/main" id="{24486075-1AE4-33FA-E1BA-4F31F739F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144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8472C1B8-0074-A601-7521-28F6749B2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460625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560D508-94B9-53FC-E66D-CCBB540C0F5A}"/>
              </a:ext>
            </a:extLst>
          </p:cNvPr>
          <p:cNvSpPr txBox="1"/>
          <p:nvPr/>
        </p:nvSpPr>
        <p:spPr>
          <a:xfrm>
            <a:off x="6878271" y="5806391"/>
            <a:ext cx="3992880" cy="27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Request for Replacement</a:t>
            </a:r>
            <a:r>
              <a:rPr lang="en-PH" sz="12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Main Form</a:t>
            </a:r>
            <a:endParaRPr lang="en-US" sz="1200" dirty="0">
              <a:effectLst/>
              <a:latin typeface="Bahnschrift 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766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3095170" y="1766651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Other Buttons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1CC16-0912-B5FE-360F-C6F20FD1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648D9D-FAC5-1C01-F672-D0891B68E18F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Request for Replacement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FFCA09-4273-578B-3013-D15C0D7CB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117" y="2074326"/>
            <a:ext cx="6776871" cy="304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26354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668</Words>
  <Application>Microsoft Office PowerPoint</Application>
  <PresentationFormat>Widescreen</PresentationFormat>
  <Paragraphs>233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Chivo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9</cp:revision>
  <dcterms:created xsi:type="dcterms:W3CDTF">2023-01-10T05:46:41Z</dcterms:created>
  <dcterms:modified xsi:type="dcterms:W3CDTF">2023-01-10T06:17:30Z</dcterms:modified>
</cp:coreProperties>
</file>