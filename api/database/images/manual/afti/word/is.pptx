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3" r:id="rId3"/>
    <p:sldId id="291" r:id="rId4"/>
    <p:sldId id="349" r:id="rId5"/>
    <p:sldId id="350" r:id="rId6"/>
    <p:sldId id="351" r:id="rId7"/>
    <p:sldId id="352" r:id="rId8"/>
    <p:sldId id="353" r:id="rId9"/>
    <p:sldId id="355" r:id="rId10"/>
    <p:sldId id="356" r:id="rId11"/>
    <p:sldId id="357"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26028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268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78158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13744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1026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3387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106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41151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57522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1628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313781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9083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Inventory Setup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This module is used to setup beginning Inventory Balance.</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9F96D41-3920-1FA9-BF08-0A43F5198485}"/>
              </a:ext>
            </a:extLst>
          </p:cNvPr>
          <p:cNvPicPr>
            <a:picLocks noChangeAspect="1"/>
          </p:cNvPicPr>
          <p:nvPr/>
        </p:nvPicPr>
        <p:blipFill>
          <a:blip r:embed="rId2"/>
          <a:stretch>
            <a:fillRect/>
          </a:stretch>
        </p:blipFill>
        <p:spPr>
          <a:xfrm>
            <a:off x="5392644" y="1433086"/>
            <a:ext cx="6634993" cy="2437491"/>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58450" y="1926294"/>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16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86212" y="2398995"/>
            <a:ext cx="3887062" cy="123658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Inventory Setup module under Inventory, it will display transactions from Inventory Setup based on filtered date and status in the main window.</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D6BA81-DAD9-5989-9A6B-032D0A6ED3CF}"/>
              </a:ext>
            </a:extLst>
          </p:cNvPr>
          <p:cNvSpPr/>
          <p:nvPr/>
        </p:nvSpPr>
        <p:spPr>
          <a:xfrm>
            <a:off x="5374888" y="3537847"/>
            <a:ext cx="895172" cy="208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6CE8AB6-87BB-21FA-2680-52F9C1F4CEA2}"/>
              </a:ext>
            </a:extLst>
          </p:cNvPr>
          <p:cNvSpPr/>
          <p:nvPr/>
        </p:nvSpPr>
        <p:spPr>
          <a:xfrm>
            <a:off x="6305540" y="1835558"/>
            <a:ext cx="5422121" cy="11274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E84C2CA4-8C1C-F409-32EB-C783E22EAAC3}"/>
              </a:ext>
            </a:extLst>
          </p:cNvPr>
          <p:cNvCxnSpPr>
            <a:cxnSpLocks/>
          </p:cNvCxnSpPr>
          <p:nvPr/>
        </p:nvCxnSpPr>
        <p:spPr>
          <a:xfrm flipV="1">
            <a:off x="6068238" y="3053758"/>
            <a:ext cx="474605" cy="4619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Slide Number Placeholder 9">
            <a:extLst>
              <a:ext uri="{FF2B5EF4-FFF2-40B4-BE49-F238E27FC236}">
                <a16:creationId xmlns:a16="http://schemas.microsoft.com/office/drawing/2014/main" id="{73EE9F81-01AF-369E-E42D-855CB003B678}"/>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A616511-97F0-EDBA-3277-F97D857E1EE1}"/>
              </a:ext>
            </a:extLst>
          </p:cNvPr>
          <p:cNvPicPr>
            <a:picLocks noChangeAspect="1"/>
          </p:cNvPicPr>
          <p:nvPr/>
        </p:nvPicPr>
        <p:blipFill>
          <a:blip r:embed="rId2"/>
          <a:stretch>
            <a:fillRect/>
          </a:stretch>
        </p:blipFill>
        <p:spPr>
          <a:xfrm>
            <a:off x="5191125" y="3084907"/>
            <a:ext cx="6646775" cy="2974019"/>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Inventory Setup – Main Window, you will notice a create button in the upper left of the window. Click the create button and you will be redirect in Inventory Setup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search and select a warehouse.</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warehouse, you will be redirected in Inventory Setup – main form where you will encode the other necessary information of the transaction and record the items’ to setup.</a:t>
            </a: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39B50ED-CDD4-1485-6975-063F5F417D3D}"/>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29" name="Group 28">
            <a:extLst>
              <a:ext uri="{FF2B5EF4-FFF2-40B4-BE49-F238E27FC236}">
                <a16:creationId xmlns:a16="http://schemas.microsoft.com/office/drawing/2014/main" id="{0B015716-3F78-CEAD-78BC-04A25918301D}"/>
              </a:ext>
            </a:extLst>
          </p:cNvPr>
          <p:cNvGrpSpPr/>
          <p:nvPr/>
        </p:nvGrpSpPr>
        <p:grpSpPr>
          <a:xfrm>
            <a:off x="5191125" y="968881"/>
            <a:ext cx="6643899" cy="1768795"/>
            <a:chOff x="5374888" y="965527"/>
            <a:chExt cx="6285305" cy="1673327"/>
          </a:xfrm>
        </p:grpSpPr>
        <p:pic>
          <p:nvPicPr>
            <p:cNvPr id="20" name="Picture 19">
              <a:extLst>
                <a:ext uri="{FF2B5EF4-FFF2-40B4-BE49-F238E27FC236}">
                  <a16:creationId xmlns:a16="http://schemas.microsoft.com/office/drawing/2014/main" id="{2AB4A00E-AC7A-E521-9812-C81A788D6984}"/>
                </a:ext>
              </a:extLst>
            </p:cNvPr>
            <p:cNvPicPr>
              <a:picLocks noChangeAspect="1"/>
            </p:cNvPicPr>
            <p:nvPr/>
          </p:nvPicPr>
          <p:blipFill>
            <a:blip r:embed="rId3"/>
            <a:stretch>
              <a:fillRect/>
            </a:stretch>
          </p:blipFill>
          <p:spPr>
            <a:xfrm>
              <a:off x="5403919" y="965527"/>
              <a:ext cx="6256274" cy="1673327"/>
            </a:xfrm>
            <a:prstGeom prst="rect">
              <a:avLst/>
            </a:prstGeom>
          </p:spPr>
        </p:pic>
        <p:grpSp>
          <p:nvGrpSpPr>
            <p:cNvPr id="5" name="Group 4">
              <a:extLst>
                <a:ext uri="{FF2B5EF4-FFF2-40B4-BE49-F238E27FC236}">
                  <a16:creationId xmlns:a16="http://schemas.microsoft.com/office/drawing/2014/main" id="{F87B9112-025A-B078-7C04-515533DD512A}"/>
                </a:ext>
              </a:extLst>
            </p:cNvPr>
            <p:cNvGrpSpPr/>
            <p:nvPr/>
          </p:nvGrpSpPr>
          <p:grpSpPr>
            <a:xfrm>
              <a:off x="5374888" y="1185760"/>
              <a:ext cx="1209675" cy="276225"/>
              <a:chOff x="0" y="0"/>
              <a:chExt cx="1209675" cy="276225"/>
            </a:xfrm>
          </p:grpSpPr>
          <p:sp>
            <p:nvSpPr>
              <p:cNvPr id="17" name="Rectangle 16">
                <a:extLst>
                  <a:ext uri="{FF2B5EF4-FFF2-40B4-BE49-F238E27FC236}">
                    <a16:creationId xmlns:a16="http://schemas.microsoft.com/office/drawing/2014/main" id="{9DA685AF-C52A-B2B4-19A0-532C143B8EE4}"/>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845EFC0F-43C9-77D2-0646-08169B8256D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2">
                <a:extLst>
                  <a:ext uri="{FF2B5EF4-FFF2-40B4-BE49-F238E27FC236}">
                    <a16:creationId xmlns:a16="http://schemas.microsoft.com/office/drawing/2014/main" id="{F1C6BAA9-A1E9-8390-9944-A049B1D4F40A}"/>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25" name="Group 24">
            <a:extLst>
              <a:ext uri="{FF2B5EF4-FFF2-40B4-BE49-F238E27FC236}">
                <a16:creationId xmlns:a16="http://schemas.microsoft.com/office/drawing/2014/main" id="{E12B8E5E-23AA-A9CE-E808-3FE7F53A70A7}"/>
              </a:ext>
            </a:extLst>
          </p:cNvPr>
          <p:cNvGrpSpPr/>
          <p:nvPr/>
        </p:nvGrpSpPr>
        <p:grpSpPr>
          <a:xfrm>
            <a:off x="5704357" y="4092044"/>
            <a:ext cx="5420056" cy="352070"/>
            <a:chOff x="-4022452" y="340879"/>
            <a:chExt cx="5607014" cy="408856"/>
          </a:xfrm>
        </p:grpSpPr>
        <p:sp>
          <p:nvSpPr>
            <p:cNvPr id="26" name="Rectangle 25">
              <a:extLst>
                <a:ext uri="{FF2B5EF4-FFF2-40B4-BE49-F238E27FC236}">
                  <a16:creationId xmlns:a16="http://schemas.microsoft.com/office/drawing/2014/main" id="{86015986-FC03-0126-EB50-1626EF672FB2}"/>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3C0564F-020E-9895-5014-7ED3423CD925}"/>
                </a:ext>
              </a:extLst>
            </p:cNvPr>
            <p:cNvCxnSpPr/>
            <p:nvPr/>
          </p:nvCxnSpPr>
          <p:spPr>
            <a:xfrm>
              <a:off x="1143632" y="507873"/>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1">
              <a:extLst>
                <a:ext uri="{FF2B5EF4-FFF2-40B4-BE49-F238E27FC236}">
                  <a16:creationId xmlns:a16="http://schemas.microsoft.com/office/drawing/2014/main" id="{62956CA3-4475-EF73-4DBF-396E94CF1D63}"/>
                </a:ext>
              </a:extLst>
            </p:cNvPr>
            <p:cNvSpPr txBox="1"/>
            <p:nvPr/>
          </p:nvSpPr>
          <p:spPr>
            <a:xfrm>
              <a:off x="1346192" y="340879"/>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 name="Slide Number Placeholder 9">
            <a:extLst>
              <a:ext uri="{FF2B5EF4-FFF2-40B4-BE49-F238E27FC236}">
                <a16:creationId xmlns:a16="http://schemas.microsoft.com/office/drawing/2014/main" id="{FCD44C3D-AD28-64B4-614A-7DCE2A6B9EB7}"/>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379386"/>
            <a:ext cx="4179346"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warehouse, you  may enter other necessary details needed for the transaction.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current date and default warehouse is also plotted automatically but if you wish to change the date – click the date picker and select its respective cut off date. And if you want to change the warehouse, click the lookup button and select the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add the item in the stock by clicking add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click the add button, a dialog box with item list pop out, search and select the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8" name="Group 17">
            <a:extLst>
              <a:ext uri="{FF2B5EF4-FFF2-40B4-BE49-F238E27FC236}">
                <a16:creationId xmlns:a16="http://schemas.microsoft.com/office/drawing/2014/main" id="{70FB11C9-199F-C43F-1322-73967696E766}"/>
              </a:ext>
            </a:extLst>
          </p:cNvPr>
          <p:cNvGrpSpPr/>
          <p:nvPr/>
        </p:nvGrpSpPr>
        <p:grpSpPr>
          <a:xfrm>
            <a:off x="4725831" y="1279097"/>
            <a:ext cx="6990720" cy="2397803"/>
            <a:chOff x="4725831" y="1279097"/>
            <a:chExt cx="6990720" cy="2397803"/>
          </a:xfrm>
        </p:grpSpPr>
        <p:pic>
          <p:nvPicPr>
            <p:cNvPr id="17" name="Picture 16">
              <a:extLst>
                <a:ext uri="{FF2B5EF4-FFF2-40B4-BE49-F238E27FC236}">
                  <a16:creationId xmlns:a16="http://schemas.microsoft.com/office/drawing/2014/main" id="{D01E56E1-D552-27B7-384E-4E4C12FB07BC}"/>
                </a:ext>
              </a:extLst>
            </p:cNvPr>
            <p:cNvPicPr>
              <a:picLocks noChangeAspect="1"/>
            </p:cNvPicPr>
            <p:nvPr/>
          </p:nvPicPr>
          <p:blipFill>
            <a:blip r:embed="rId2"/>
            <a:stretch>
              <a:fillRect/>
            </a:stretch>
          </p:blipFill>
          <p:spPr>
            <a:xfrm>
              <a:off x="5438944" y="1279097"/>
              <a:ext cx="6277607" cy="2397803"/>
            </a:xfrm>
            <a:prstGeom prst="rect">
              <a:avLst/>
            </a:prstGeom>
          </p:spPr>
        </p:pic>
        <p:sp>
          <p:nvSpPr>
            <p:cNvPr id="8" name="Rectangle 7">
              <a:extLst>
                <a:ext uri="{FF2B5EF4-FFF2-40B4-BE49-F238E27FC236}">
                  <a16:creationId xmlns:a16="http://schemas.microsoft.com/office/drawing/2014/main" id="{D2FA50F5-F91E-6466-77D5-75BF8E6C5FA6}"/>
                </a:ext>
              </a:extLst>
            </p:cNvPr>
            <p:cNvSpPr/>
            <p:nvPr/>
          </p:nvSpPr>
          <p:spPr>
            <a:xfrm>
              <a:off x="5470845" y="1682530"/>
              <a:ext cx="6222955" cy="66381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F2AE684C-E214-8751-1D5F-00C020BE18EE}"/>
                </a:ext>
              </a:extLst>
            </p:cNvPr>
            <p:cNvSpPr/>
            <p:nvPr/>
          </p:nvSpPr>
          <p:spPr>
            <a:xfrm>
              <a:off x="5534346" y="2628680"/>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465">
              <a:extLst>
                <a:ext uri="{FF2B5EF4-FFF2-40B4-BE49-F238E27FC236}">
                  <a16:creationId xmlns:a16="http://schemas.microsoft.com/office/drawing/2014/main" id="{94C679E0-B882-8A7E-A21F-A4A45FA9790B}"/>
                </a:ext>
              </a:extLst>
            </p:cNvPr>
            <p:cNvSpPr txBox="1"/>
            <p:nvPr/>
          </p:nvSpPr>
          <p:spPr>
            <a:xfrm>
              <a:off x="4725831" y="30955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11" name="Text Box 9">
              <a:extLst>
                <a:ext uri="{FF2B5EF4-FFF2-40B4-BE49-F238E27FC236}">
                  <a16:creationId xmlns:a16="http://schemas.microsoft.com/office/drawing/2014/main" id="{52628AD8-27C7-8AC8-FBE8-27838024D4CE}"/>
                </a:ext>
              </a:extLst>
            </p:cNvPr>
            <p:cNvSpPr txBox="1"/>
            <p:nvPr/>
          </p:nvSpPr>
          <p:spPr>
            <a:xfrm>
              <a:off x="10080946" y="2012730"/>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3498C355-88B2-6BF0-0FF1-38A9F393CD39}"/>
                </a:ext>
              </a:extLst>
            </p:cNvPr>
            <p:cNvSpPr/>
            <p:nvPr/>
          </p:nvSpPr>
          <p:spPr>
            <a:xfrm>
              <a:off x="10291766" y="1507962"/>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A53AD5E4-071F-EA63-51EC-4CB841EA795A}"/>
                </a:ext>
              </a:extLst>
            </p:cNvPr>
            <p:cNvCxnSpPr/>
            <p:nvPr/>
          </p:nvCxnSpPr>
          <p:spPr>
            <a:xfrm>
              <a:off x="10679116" y="1507962"/>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16">
              <a:extLst>
                <a:ext uri="{FF2B5EF4-FFF2-40B4-BE49-F238E27FC236}">
                  <a16:creationId xmlns:a16="http://schemas.microsoft.com/office/drawing/2014/main" id="{BEAC18B8-1A7E-A9CF-ABFE-28E6F8CD82AB}"/>
                </a:ext>
              </a:extLst>
            </p:cNvPr>
            <p:cNvSpPr txBox="1"/>
            <p:nvPr/>
          </p:nvSpPr>
          <p:spPr>
            <a:xfrm>
              <a:off x="10882316" y="139366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0" name="Rectangle 19">
              <a:extLst>
                <a:ext uri="{FF2B5EF4-FFF2-40B4-BE49-F238E27FC236}">
                  <a16:creationId xmlns:a16="http://schemas.microsoft.com/office/drawing/2014/main" id="{1CC44169-3E2B-F7E4-F98A-C59721EE58F7}"/>
                </a:ext>
              </a:extLst>
            </p:cNvPr>
            <p:cNvSpPr/>
            <p:nvPr/>
          </p:nvSpPr>
          <p:spPr>
            <a:xfrm>
              <a:off x="9486482" y="2408249"/>
              <a:ext cx="574149" cy="1841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CF6F27EA-FF73-A013-6D5A-BDB5F9031912}"/>
                </a:ext>
              </a:extLst>
            </p:cNvPr>
            <p:cNvCxnSpPr/>
            <p:nvPr/>
          </p:nvCxnSpPr>
          <p:spPr>
            <a:xfrm>
              <a:off x="10060631" y="250511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54">
              <a:extLst>
                <a:ext uri="{FF2B5EF4-FFF2-40B4-BE49-F238E27FC236}">
                  <a16:creationId xmlns:a16="http://schemas.microsoft.com/office/drawing/2014/main" id="{7224715B-1E23-7A83-F488-04431D885CF7}"/>
                </a:ext>
              </a:extLst>
            </p:cNvPr>
            <p:cNvSpPr txBox="1"/>
            <p:nvPr/>
          </p:nvSpPr>
          <p:spPr>
            <a:xfrm>
              <a:off x="10261150" y="23599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grpSp>
        <p:nvGrpSpPr>
          <p:cNvPr id="32" name="Group 31">
            <a:extLst>
              <a:ext uri="{FF2B5EF4-FFF2-40B4-BE49-F238E27FC236}">
                <a16:creationId xmlns:a16="http://schemas.microsoft.com/office/drawing/2014/main" id="{C4F38157-C361-DA5C-BACD-03EADEDACB52}"/>
              </a:ext>
            </a:extLst>
          </p:cNvPr>
          <p:cNvGrpSpPr/>
          <p:nvPr/>
        </p:nvGrpSpPr>
        <p:grpSpPr>
          <a:xfrm>
            <a:off x="5721100" y="4356126"/>
            <a:ext cx="5995451" cy="1448759"/>
            <a:chOff x="0" y="0"/>
            <a:chExt cx="6189345" cy="1583690"/>
          </a:xfrm>
        </p:grpSpPr>
        <p:pic>
          <p:nvPicPr>
            <p:cNvPr id="33" name="Picture 32">
              <a:extLst>
                <a:ext uri="{FF2B5EF4-FFF2-40B4-BE49-F238E27FC236}">
                  <a16:creationId xmlns:a16="http://schemas.microsoft.com/office/drawing/2014/main" id="{453211E4-1924-B39E-3A89-41A6CD1C4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4" name="Rectangle 33">
              <a:extLst>
                <a:ext uri="{FF2B5EF4-FFF2-40B4-BE49-F238E27FC236}">
                  <a16:creationId xmlns:a16="http://schemas.microsoft.com/office/drawing/2014/main" id="{D3D42B14-48EB-7076-2456-FEA478C1979F}"/>
                </a:ext>
              </a:extLst>
            </p:cNvPr>
            <p:cNvSpPr/>
            <p:nvPr/>
          </p:nvSpPr>
          <p:spPr>
            <a:xfrm>
              <a:off x="241300" y="438150"/>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B9D8555A-E7BD-846E-C722-511BEF2F509A}"/>
                </a:ext>
              </a:extLst>
            </p:cNvPr>
            <p:cNvCxnSpPr/>
            <p:nvPr/>
          </p:nvCxnSpPr>
          <p:spPr>
            <a:xfrm>
              <a:off x="1695450" y="7366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545">
              <a:extLst>
                <a:ext uri="{FF2B5EF4-FFF2-40B4-BE49-F238E27FC236}">
                  <a16:creationId xmlns:a16="http://schemas.microsoft.com/office/drawing/2014/main" id="{5DB3DB5A-D751-CE69-635C-30B4D142F278}"/>
                </a:ext>
              </a:extLst>
            </p:cNvPr>
            <p:cNvSpPr txBox="1"/>
            <p:nvPr/>
          </p:nvSpPr>
          <p:spPr>
            <a:xfrm>
              <a:off x="1898650" y="514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cxnSp>
          <p:nvCxnSpPr>
            <p:cNvPr id="37" name="Straight Arrow Connector 36">
              <a:extLst>
                <a:ext uri="{FF2B5EF4-FFF2-40B4-BE49-F238E27FC236}">
                  <a16:creationId xmlns:a16="http://schemas.microsoft.com/office/drawing/2014/main" id="{2BEA4194-F4AA-7675-95AC-7B559650D6F2}"/>
                </a:ext>
              </a:extLst>
            </p:cNvPr>
            <p:cNvCxnSpPr/>
            <p:nvPr/>
          </p:nvCxnSpPr>
          <p:spPr>
            <a:xfrm>
              <a:off x="4070350" y="1257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8">
              <a:extLst>
                <a:ext uri="{FF2B5EF4-FFF2-40B4-BE49-F238E27FC236}">
                  <a16:creationId xmlns:a16="http://schemas.microsoft.com/office/drawing/2014/main" id="{AC7C03D1-4077-3038-55A9-D1FADAFE3CE6}"/>
                </a:ext>
              </a:extLst>
            </p:cNvPr>
            <p:cNvSpPr txBox="1"/>
            <p:nvPr/>
          </p:nvSpPr>
          <p:spPr>
            <a:xfrm>
              <a:off x="4273550" y="1022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sp>
        <p:nvSpPr>
          <p:cNvPr id="5" name="TextBox 4">
            <a:extLst>
              <a:ext uri="{FF2B5EF4-FFF2-40B4-BE49-F238E27FC236}">
                <a16:creationId xmlns:a16="http://schemas.microsoft.com/office/drawing/2014/main" id="{B9DE3F6A-01CE-AFF6-67FF-3E4D48BAF7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12" name="TextBox 11">
            <a:extLst>
              <a:ext uri="{FF2B5EF4-FFF2-40B4-BE49-F238E27FC236}">
                <a16:creationId xmlns:a16="http://schemas.microsoft.com/office/drawing/2014/main" id="{D1A698A3-54F1-6B75-A279-D12B58C90C98}"/>
              </a:ext>
            </a:extLst>
          </p:cNvPr>
          <p:cNvSpPr txBox="1"/>
          <p:nvPr/>
        </p:nvSpPr>
        <p:spPr>
          <a:xfrm>
            <a:off x="1522069" y="639994"/>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Box 1">
            <a:extLst>
              <a:ext uri="{FF2B5EF4-FFF2-40B4-BE49-F238E27FC236}">
                <a16:creationId xmlns:a16="http://schemas.microsoft.com/office/drawing/2014/main" id="{92625EDC-782D-10F5-29AF-4FD26397CBB2}"/>
              </a:ext>
            </a:extLst>
          </p:cNvPr>
          <p:cNvSpPr txBox="1"/>
          <p:nvPr/>
        </p:nvSpPr>
        <p:spPr>
          <a:xfrm>
            <a:off x="7507931" y="36844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9">
            <a:extLst>
              <a:ext uri="{FF2B5EF4-FFF2-40B4-BE49-F238E27FC236}">
                <a16:creationId xmlns:a16="http://schemas.microsoft.com/office/drawing/2014/main" id="{D1ECDB13-276A-980C-D2DE-187B40873BAD}"/>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543365"/>
            <a:ext cx="4179346" cy="19256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uom</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add to cart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5.4.</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5.5</a:t>
                </a:r>
              </a:p>
            </p:txBody>
          </p:sp>
        </p:grpSp>
      </p:grpSp>
      <p:sp>
        <p:nvSpPr>
          <p:cNvPr id="5" name="TextBox 4">
            <a:extLst>
              <a:ext uri="{FF2B5EF4-FFF2-40B4-BE49-F238E27FC236}">
                <a16:creationId xmlns:a16="http://schemas.microsoft.com/office/drawing/2014/main" id="{C61464DD-1641-86E7-B885-624373E8A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2848E66A-5D7F-9CBD-B608-E7181BE410A5}"/>
              </a:ext>
            </a:extLst>
          </p:cNvPr>
          <p:cNvSpPr txBox="1"/>
          <p:nvPr/>
        </p:nvSpPr>
        <p:spPr>
          <a:xfrm>
            <a:off x="1522069" y="639994"/>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Slide Number Placeholder 9">
            <a:extLst>
              <a:ext uri="{FF2B5EF4-FFF2-40B4-BE49-F238E27FC236}">
                <a16:creationId xmlns:a16="http://schemas.microsoft.com/office/drawing/2014/main" id="{1667A371-A280-2877-9A3D-2B4DF28432A3}"/>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7720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597771" y="2667614"/>
            <a:ext cx="4179346" cy="144780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items in the stock.</a:t>
            </a: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37659" y="266761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 name="TextBox 4">
            <a:extLst>
              <a:ext uri="{FF2B5EF4-FFF2-40B4-BE49-F238E27FC236}">
                <a16:creationId xmlns:a16="http://schemas.microsoft.com/office/drawing/2014/main" id="{AB4E870D-BAA2-3662-0DC2-083C3ECA4BEF}"/>
              </a:ext>
            </a:extLst>
          </p:cNvPr>
          <p:cNvSpPr txBox="1"/>
          <p:nvPr/>
        </p:nvSpPr>
        <p:spPr>
          <a:xfrm>
            <a:off x="1522069" y="639994"/>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 name="TextBox 5">
            <a:extLst>
              <a:ext uri="{FF2B5EF4-FFF2-40B4-BE49-F238E27FC236}">
                <a16:creationId xmlns:a16="http://schemas.microsoft.com/office/drawing/2014/main" id="{7DE7EB58-9026-C976-AAFF-CEA58ECF171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26AB3A8C-CC38-5FA2-590D-CC6F176885C7}"/>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603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2276916"/>
            <a:ext cx="4179346" cy="40209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repeat 5.2 to 5.5 before doing 5.6</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accept button in the dialog box of selected items in 5.6., the items select will be plotted in the stock as shown below.</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still edit the details per item in the stock. Change directly the details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A84BC3A3-8380-C777-2C01-EFCB8CDC6FBE}"/>
              </a:ext>
            </a:extLst>
          </p:cNvPr>
          <p:cNvGrpSpPr/>
          <p:nvPr/>
        </p:nvGrpSpPr>
        <p:grpSpPr>
          <a:xfrm>
            <a:off x="5388760" y="2507726"/>
            <a:ext cx="6542435" cy="1842547"/>
            <a:chOff x="5388760" y="2507726"/>
            <a:chExt cx="6542435" cy="1842547"/>
          </a:xfrm>
        </p:grpSpPr>
        <p:pic>
          <p:nvPicPr>
            <p:cNvPr id="12" name="Picture 11">
              <a:extLst>
                <a:ext uri="{FF2B5EF4-FFF2-40B4-BE49-F238E27FC236}">
                  <a16:creationId xmlns:a16="http://schemas.microsoft.com/office/drawing/2014/main" id="{E55BBFA0-30D9-C690-CE05-36A8E220079B}"/>
                </a:ext>
              </a:extLst>
            </p:cNvPr>
            <p:cNvPicPr>
              <a:picLocks noChangeAspect="1"/>
            </p:cNvPicPr>
            <p:nvPr/>
          </p:nvPicPr>
          <p:blipFill>
            <a:blip r:embed="rId2"/>
            <a:stretch>
              <a:fillRect/>
            </a:stretch>
          </p:blipFill>
          <p:spPr>
            <a:xfrm>
              <a:off x="5388760" y="2507726"/>
              <a:ext cx="6542435" cy="1842547"/>
            </a:xfrm>
            <a:prstGeom prst="rect">
              <a:avLst/>
            </a:prstGeom>
          </p:spPr>
        </p:pic>
        <p:sp>
          <p:nvSpPr>
            <p:cNvPr id="7" name="Rectangle 6">
              <a:extLst>
                <a:ext uri="{FF2B5EF4-FFF2-40B4-BE49-F238E27FC236}">
                  <a16:creationId xmlns:a16="http://schemas.microsoft.com/office/drawing/2014/main" id="{B9E27BAA-C0B1-2B1F-AA4B-1622CC463E67}"/>
                </a:ext>
              </a:extLst>
            </p:cNvPr>
            <p:cNvSpPr/>
            <p:nvPr/>
          </p:nvSpPr>
          <p:spPr>
            <a:xfrm>
              <a:off x="10821960" y="2962417"/>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DA6529EC-A443-8D91-4C29-3406C88F6F7C}"/>
                </a:ext>
              </a:extLst>
            </p:cNvPr>
            <p:cNvCxnSpPr>
              <a:cxnSpLocks/>
            </p:cNvCxnSpPr>
            <p:nvPr/>
          </p:nvCxnSpPr>
          <p:spPr>
            <a:xfrm>
              <a:off x="11116917" y="3205233"/>
              <a:ext cx="68947" cy="15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72">
              <a:extLst>
                <a:ext uri="{FF2B5EF4-FFF2-40B4-BE49-F238E27FC236}">
                  <a16:creationId xmlns:a16="http://schemas.microsoft.com/office/drawing/2014/main" id="{CC9BF2D1-3F27-ED78-C541-41D1A839711D}"/>
                </a:ext>
              </a:extLst>
            </p:cNvPr>
            <p:cNvSpPr txBox="1"/>
            <p:nvPr/>
          </p:nvSpPr>
          <p:spPr>
            <a:xfrm>
              <a:off x="11116917" y="335678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5.10</a:t>
              </a:r>
            </a:p>
          </p:txBody>
        </p:sp>
      </p:grpSp>
      <p:sp>
        <p:nvSpPr>
          <p:cNvPr id="4" name="TextBox 3">
            <a:extLst>
              <a:ext uri="{FF2B5EF4-FFF2-40B4-BE49-F238E27FC236}">
                <a16:creationId xmlns:a16="http://schemas.microsoft.com/office/drawing/2014/main" id="{D1F6E08E-85D4-63C9-4E33-390CCBCF813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TextBox 4">
            <a:extLst>
              <a:ext uri="{FF2B5EF4-FFF2-40B4-BE49-F238E27FC236}">
                <a16:creationId xmlns:a16="http://schemas.microsoft.com/office/drawing/2014/main" id="{2C07B788-75E9-799A-F144-27B5A732E505}"/>
              </a:ext>
            </a:extLst>
          </p:cNvPr>
          <p:cNvSpPr txBox="1"/>
          <p:nvPr/>
        </p:nvSpPr>
        <p:spPr>
          <a:xfrm>
            <a:off x="1522069" y="639994"/>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Slide Number Placeholder 9">
            <a:extLst>
              <a:ext uri="{FF2B5EF4-FFF2-40B4-BE49-F238E27FC236}">
                <a16:creationId xmlns:a16="http://schemas.microsoft.com/office/drawing/2014/main" id="{06BA3B3A-EF47-CF0E-4BB9-3D3D3D192AAB}"/>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7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1986140"/>
            <a:ext cx="4179346" cy="43117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A84CC51-8F44-A948-9DB5-5ADA80CA331F}"/>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TextBox 4">
            <a:extLst>
              <a:ext uri="{FF2B5EF4-FFF2-40B4-BE49-F238E27FC236}">
                <a16:creationId xmlns:a16="http://schemas.microsoft.com/office/drawing/2014/main" id="{AAFB8209-50DE-ABCC-F045-9C5CA5D71E2F}"/>
              </a:ext>
            </a:extLst>
          </p:cNvPr>
          <p:cNvSpPr txBox="1"/>
          <p:nvPr/>
        </p:nvSpPr>
        <p:spPr>
          <a:xfrm>
            <a:off x="1522069" y="639994"/>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2" name="Group 21">
            <a:extLst>
              <a:ext uri="{FF2B5EF4-FFF2-40B4-BE49-F238E27FC236}">
                <a16:creationId xmlns:a16="http://schemas.microsoft.com/office/drawing/2014/main" id="{23819735-116D-4E3D-0538-B4E0FE4498C2}"/>
              </a:ext>
            </a:extLst>
          </p:cNvPr>
          <p:cNvGrpSpPr/>
          <p:nvPr/>
        </p:nvGrpSpPr>
        <p:grpSpPr>
          <a:xfrm>
            <a:off x="5011878" y="2228617"/>
            <a:ext cx="6686543" cy="2806680"/>
            <a:chOff x="5011878" y="2228617"/>
            <a:chExt cx="6686543" cy="2806680"/>
          </a:xfrm>
        </p:grpSpPr>
        <p:pic>
          <p:nvPicPr>
            <p:cNvPr id="8" name="Picture 7">
              <a:extLst>
                <a:ext uri="{FF2B5EF4-FFF2-40B4-BE49-F238E27FC236}">
                  <a16:creationId xmlns:a16="http://schemas.microsoft.com/office/drawing/2014/main" id="{E3AC0AA8-030D-5638-B195-5127DC9A50F8}"/>
                </a:ext>
              </a:extLst>
            </p:cNvPr>
            <p:cNvPicPr>
              <a:picLocks noChangeAspect="1"/>
            </p:cNvPicPr>
            <p:nvPr/>
          </p:nvPicPr>
          <p:blipFill>
            <a:blip r:embed="rId2"/>
            <a:stretch>
              <a:fillRect/>
            </a:stretch>
          </p:blipFill>
          <p:spPr>
            <a:xfrm>
              <a:off x="5011878" y="2228617"/>
              <a:ext cx="6530042" cy="1839057"/>
            </a:xfrm>
            <a:prstGeom prst="rect">
              <a:avLst/>
            </a:prstGeom>
          </p:spPr>
        </p:pic>
        <p:pic>
          <p:nvPicPr>
            <p:cNvPr id="10" name="Picture 9">
              <a:extLst>
                <a:ext uri="{FF2B5EF4-FFF2-40B4-BE49-F238E27FC236}">
                  <a16:creationId xmlns:a16="http://schemas.microsoft.com/office/drawing/2014/main" id="{B41D8160-B3F8-525D-CA62-78B9CC83DFBE}"/>
                </a:ext>
              </a:extLst>
            </p:cNvPr>
            <p:cNvPicPr>
              <a:picLocks noChangeAspect="1"/>
            </p:cNvPicPr>
            <p:nvPr/>
          </p:nvPicPr>
          <p:blipFill>
            <a:blip r:embed="rId3"/>
            <a:stretch>
              <a:fillRect/>
            </a:stretch>
          </p:blipFill>
          <p:spPr>
            <a:xfrm>
              <a:off x="5738688" y="3076283"/>
              <a:ext cx="5505966" cy="1959014"/>
            </a:xfrm>
            <a:prstGeom prst="rect">
              <a:avLst/>
            </a:prstGeom>
          </p:spPr>
        </p:pic>
        <p:sp>
          <p:nvSpPr>
            <p:cNvPr id="12" name="Rectangle 11">
              <a:extLst>
                <a:ext uri="{FF2B5EF4-FFF2-40B4-BE49-F238E27FC236}">
                  <a16:creationId xmlns:a16="http://schemas.microsoft.com/office/drawing/2014/main" id="{920E42C4-EE5E-01B1-D1CA-D2845C7BEA96}"/>
                </a:ext>
              </a:extLst>
            </p:cNvPr>
            <p:cNvSpPr/>
            <p:nvPr/>
          </p:nvSpPr>
          <p:spPr>
            <a:xfrm>
              <a:off x="10799261" y="2425120"/>
              <a:ext cx="26860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5701D95-C5A8-EBFE-63C8-C4B1FC6889F5}"/>
                </a:ext>
              </a:extLst>
            </p:cNvPr>
            <p:cNvCxnSpPr/>
            <p:nvPr/>
          </p:nvCxnSpPr>
          <p:spPr>
            <a:xfrm flipV="1">
              <a:off x="11097711" y="250195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689">
              <a:extLst>
                <a:ext uri="{FF2B5EF4-FFF2-40B4-BE49-F238E27FC236}">
                  <a16:creationId xmlns:a16="http://schemas.microsoft.com/office/drawing/2014/main" id="{994F786E-D910-FDBB-CF63-79CD131629D6}"/>
                </a:ext>
              </a:extLst>
            </p:cNvPr>
            <p:cNvSpPr txBox="1"/>
            <p:nvPr/>
          </p:nvSpPr>
          <p:spPr>
            <a:xfrm>
              <a:off x="11223441" y="23686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5.11</a:t>
              </a:r>
            </a:p>
          </p:txBody>
        </p:sp>
        <p:sp>
          <p:nvSpPr>
            <p:cNvPr id="16" name="Curved Right Arrow 691">
              <a:extLst>
                <a:ext uri="{FF2B5EF4-FFF2-40B4-BE49-F238E27FC236}">
                  <a16:creationId xmlns:a16="http://schemas.microsoft.com/office/drawing/2014/main" id="{BCDBE0F2-56B5-A734-AC79-E5EBEDAAB41F}"/>
                </a:ext>
              </a:extLst>
            </p:cNvPr>
            <p:cNvSpPr/>
            <p:nvPr/>
          </p:nvSpPr>
          <p:spPr>
            <a:xfrm>
              <a:off x="10118976" y="2573075"/>
              <a:ext cx="523784" cy="711663"/>
            </a:xfrm>
            <a:prstGeom prst="curvedRightArrow">
              <a:avLst>
                <a:gd name="adj1" fmla="val 21871"/>
                <a:gd name="adj2" fmla="val 53602"/>
                <a:gd name="adj3" fmla="val 35612"/>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A870EF-8910-3B6D-D9FA-ECB753D235FD}"/>
                </a:ext>
              </a:extLst>
            </p:cNvPr>
            <p:cNvSpPr/>
            <p:nvPr/>
          </p:nvSpPr>
          <p:spPr>
            <a:xfrm>
              <a:off x="9006530" y="308969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A9FDCE75-782D-E179-D2DE-904205337A83}"/>
                </a:ext>
              </a:extLst>
            </p:cNvPr>
            <p:cNvCxnSpPr/>
            <p:nvPr/>
          </p:nvCxnSpPr>
          <p:spPr>
            <a:xfrm flipV="1">
              <a:off x="9400230" y="314493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94">
              <a:extLst>
                <a:ext uri="{FF2B5EF4-FFF2-40B4-BE49-F238E27FC236}">
                  <a16:creationId xmlns:a16="http://schemas.microsoft.com/office/drawing/2014/main" id="{B9E8CD27-BA5B-B162-8821-67C85F9631E2}"/>
                </a:ext>
              </a:extLst>
            </p:cNvPr>
            <p:cNvSpPr txBox="1"/>
            <p:nvPr/>
          </p:nvSpPr>
          <p:spPr>
            <a:xfrm>
              <a:off x="9525960" y="302301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5.12</a:t>
              </a:r>
            </a:p>
          </p:txBody>
        </p:sp>
      </p:grpSp>
      <p:sp>
        <p:nvSpPr>
          <p:cNvPr id="2" name="Slide Number Placeholder 9">
            <a:extLst>
              <a:ext uri="{FF2B5EF4-FFF2-40B4-BE49-F238E27FC236}">
                <a16:creationId xmlns:a16="http://schemas.microsoft.com/office/drawing/2014/main" id="{16E0D279-6ECD-F11A-6C61-EA1CEE10FCDD}"/>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913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CDEDD9E1-67DC-3777-1156-E58CD75B5566}"/>
              </a:ext>
            </a:extLst>
          </p:cNvPr>
          <p:cNvPicPr>
            <a:picLocks noChangeAspect="1"/>
          </p:cNvPicPr>
          <p:nvPr/>
        </p:nvPicPr>
        <p:blipFill>
          <a:blip r:embed="rId2"/>
          <a:stretch>
            <a:fillRect/>
          </a:stretch>
        </p:blipFill>
        <p:spPr>
          <a:xfrm>
            <a:off x="5374888" y="3326769"/>
            <a:ext cx="6214124" cy="2175698"/>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Search the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Inventory Setup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transaction, if you wish to edit the header of the transaction click edit button. </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click save button in the upper side of the header.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45" name="Group 44">
            <a:extLst>
              <a:ext uri="{FF2B5EF4-FFF2-40B4-BE49-F238E27FC236}">
                <a16:creationId xmlns:a16="http://schemas.microsoft.com/office/drawing/2014/main" id="{B48B8423-D871-2FDA-9910-225BD8C46DDC}"/>
              </a:ext>
            </a:extLst>
          </p:cNvPr>
          <p:cNvGrpSpPr/>
          <p:nvPr/>
        </p:nvGrpSpPr>
        <p:grpSpPr>
          <a:xfrm>
            <a:off x="5379135" y="1192162"/>
            <a:ext cx="6074608" cy="1565548"/>
            <a:chOff x="5379135" y="1192162"/>
            <a:chExt cx="6074608" cy="1565548"/>
          </a:xfrm>
        </p:grpSpPr>
        <p:pic>
          <p:nvPicPr>
            <p:cNvPr id="16" name="Picture 15">
              <a:extLst>
                <a:ext uri="{FF2B5EF4-FFF2-40B4-BE49-F238E27FC236}">
                  <a16:creationId xmlns:a16="http://schemas.microsoft.com/office/drawing/2014/main" id="{86A86093-413A-B461-6BB1-4429744F4E50}"/>
                </a:ext>
              </a:extLst>
            </p:cNvPr>
            <p:cNvPicPr>
              <a:picLocks noChangeAspect="1"/>
            </p:cNvPicPr>
            <p:nvPr/>
          </p:nvPicPr>
          <p:blipFill>
            <a:blip r:embed="rId3"/>
            <a:stretch>
              <a:fillRect/>
            </a:stretch>
          </p:blipFill>
          <p:spPr>
            <a:xfrm>
              <a:off x="5389240" y="1192162"/>
              <a:ext cx="6064503" cy="1565548"/>
            </a:xfrm>
            <a:prstGeom prst="rect">
              <a:avLst/>
            </a:prstGeom>
          </p:spPr>
        </p:pic>
        <p:grpSp>
          <p:nvGrpSpPr>
            <p:cNvPr id="9" name="Group 8">
              <a:extLst>
                <a:ext uri="{FF2B5EF4-FFF2-40B4-BE49-F238E27FC236}">
                  <a16:creationId xmlns:a16="http://schemas.microsoft.com/office/drawing/2014/main" id="{C98B56F7-0BEA-9354-914F-9B554C6673D1}"/>
                </a:ext>
              </a:extLst>
            </p:cNvPr>
            <p:cNvGrpSpPr/>
            <p:nvPr/>
          </p:nvGrpSpPr>
          <p:grpSpPr>
            <a:xfrm>
              <a:off x="5379135" y="1817723"/>
              <a:ext cx="1476375" cy="333375"/>
              <a:chOff x="0" y="0"/>
              <a:chExt cx="1476375" cy="333375"/>
            </a:xfrm>
          </p:grpSpPr>
          <p:sp>
            <p:nvSpPr>
              <p:cNvPr id="10" name="Rectangle 9">
                <a:extLst>
                  <a:ext uri="{FF2B5EF4-FFF2-40B4-BE49-F238E27FC236}">
                    <a16:creationId xmlns:a16="http://schemas.microsoft.com/office/drawing/2014/main" id="{C270DACA-1F2A-F872-53B1-2B8AA50848D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CFF7C1-FFA7-6973-A784-73B8CA9F28E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CCFF3E7B-6A70-D691-F090-1FEFB539760D}"/>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36" name="Group 35">
            <a:extLst>
              <a:ext uri="{FF2B5EF4-FFF2-40B4-BE49-F238E27FC236}">
                <a16:creationId xmlns:a16="http://schemas.microsoft.com/office/drawing/2014/main" id="{9FF2F1A1-8DD3-4CCA-F696-1C7285B1AAA4}"/>
              </a:ext>
            </a:extLst>
          </p:cNvPr>
          <p:cNvGrpSpPr/>
          <p:nvPr/>
        </p:nvGrpSpPr>
        <p:grpSpPr>
          <a:xfrm>
            <a:off x="4862116" y="3145235"/>
            <a:ext cx="6318251" cy="758825"/>
            <a:chOff x="2936875" y="3049588"/>
            <a:chExt cx="6318251" cy="758825"/>
          </a:xfrm>
        </p:grpSpPr>
        <p:grpSp>
          <p:nvGrpSpPr>
            <p:cNvPr id="15" name="Group 14">
              <a:extLst>
                <a:ext uri="{FF2B5EF4-FFF2-40B4-BE49-F238E27FC236}">
                  <a16:creationId xmlns:a16="http://schemas.microsoft.com/office/drawing/2014/main" id="{9D13EF71-8C9A-0E99-5288-FD8D3855B025}"/>
                </a:ext>
              </a:extLst>
            </p:cNvPr>
            <p:cNvGrpSpPr/>
            <p:nvPr/>
          </p:nvGrpSpPr>
          <p:grpSpPr>
            <a:xfrm>
              <a:off x="4763135" y="3503613"/>
              <a:ext cx="952500" cy="304800"/>
              <a:chOff x="523874" y="28575"/>
              <a:chExt cx="952500" cy="304800"/>
            </a:xfrm>
          </p:grpSpPr>
          <p:sp>
            <p:nvSpPr>
              <p:cNvPr id="33" name="Rectangle 32">
                <a:extLst>
                  <a:ext uri="{FF2B5EF4-FFF2-40B4-BE49-F238E27FC236}">
                    <a16:creationId xmlns:a16="http://schemas.microsoft.com/office/drawing/2014/main" id="{B1CB76C0-A3B5-9049-40F7-1740F92EB1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cxnSp>
            <p:nvCxnSpPr>
              <p:cNvPr id="34" name="Straight Arrow Connector 33">
                <a:extLst>
                  <a:ext uri="{FF2B5EF4-FFF2-40B4-BE49-F238E27FC236}">
                    <a16:creationId xmlns:a16="http://schemas.microsoft.com/office/drawing/2014/main" id="{BF439294-AB93-5AD8-A175-BC5E0FC4522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4">
                <a:extLst>
                  <a:ext uri="{FF2B5EF4-FFF2-40B4-BE49-F238E27FC236}">
                    <a16:creationId xmlns:a16="http://schemas.microsoft.com/office/drawing/2014/main" id="{0DBDD8AF-F62D-A343-A830-9565DB8E32C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33AA384B-2B37-743F-75C5-46EFCE17BF0F}"/>
                </a:ext>
              </a:extLst>
            </p:cNvPr>
            <p:cNvGrpSpPr/>
            <p:nvPr/>
          </p:nvGrpSpPr>
          <p:grpSpPr>
            <a:xfrm>
              <a:off x="8274050" y="3231833"/>
              <a:ext cx="981076" cy="304800"/>
              <a:chOff x="333374" y="28575"/>
              <a:chExt cx="981076" cy="304800"/>
            </a:xfrm>
          </p:grpSpPr>
          <p:sp>
            <p:nvSpPr>
              <p:cNvPr id="30" name="Rectangle 29">
                <a:extLst>
                  <a:ext uri="{FF2B5EF4-FFF2-40B4-BE49-F238E27FC236}">
                    <a16:creationId xmlns:a16="http://schemas.microsoft.com/office/drawing/2014/main" id="{38EAA199-DCFF-F322-99A6-4F895902A971}"/>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6B0AADFF-6AA5-5C49-80C6-EE0784A934A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9">
                <a:extLst>
                  <a:ext uri="{FF2B5EF4-FFF2-40B4-BE49-F238E27FC236}">
                    <a16:creationId xmlns:a16="http://schemas.microsoft.com/office/drawing/2014/main" id="{F985F43A-2530-1F20-B78A-0B6BB9D7919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9" name="Text Box 8">
              <a:extLst>
                <a:ext uri="{FF2B5EF4-FFF2-40B4-BE49-F238E27FC236}">
                  <a16:creationId xmlns:a16="http://schemas.microsoft.com/office/drawing/2014/main" id="{BD7941B2-9AC6-0FD6-3D61-727D75A45A58}"/>
                </a:ext>
              </a:extLst>
            </p:cNvPr>
            <p:cNvSpPr txBox="1"/>
            <p:nvPr/>
          </p:nvSpPr>
          <p:spPr>
            <a:xfrm>
              <a:off x="2936875" y="304958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37" name="TextBox 36">
            <a:extLst>
              <a:ext uri="{FF2B5EF4-FFF2-40B4-BE49-F238E27FC236}">
                <a16:creationId xmlns:a16="http://schemas.microsoft.com/office/drawing/2014/main" id="{A090F235-38EC-7A54-3DFA-7F192B7367B8}"/>
              </a:ext>
            </a:extLst>
          </p:cNvPr>
          <p:cNvSpPr txBox="1"/>
          <p:nvPr/>
        </p:nvSpPr>
        <p:spPr>
          <a:xfrm>
            <a:off x="7419546" y="557418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18CB11F-4655-C01B-032F-09D40ADB371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7" name="TextBox 6">
            <a:extLst>
              <a:ext uri="{FF2B5EF4-FFF2-40B4-BE49-F238E27FC236}">
                <a16:creationId xmlns:a16="http://schemas.microsoft.com/office/drawing/2014/main" id="{C28FFAB5-0719-209E-28FE-55F86BA049BD}"/>
              </a:ext>
            </a:extLst>
          </p:cNvPr>
          <p:cNvSpPr txBox="1"/>
          <p:nvPr/>
        </p:nvSpPr>
        <p:spPr>
          <a:xfrm>
            <a:off x="805110" y="965527"/>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42" name="TextBox 41">
            <a:extLst>
              <a:ext uri="{FF2B5EF4-FFF2-40B4-BE49-F238E27FC236}">
                <a16:creationId xmlns:a16="http://schemas.microsoft.com/office/drawing/2014/main" id="{7740D347-585D-809A-A388-C0C906F01D67}"/>
              </a:ext>
            </a:extLst>
          </p:cNvPr>
          <p:cNvSpPr txBox="1"/>
          <p:nvPr/>
        </p:nvSpPr>
        <p:spPr>
          <a:xfrm>
            <a:off x="7472068" y="289728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F09784F6-201F-41CD-D6BB-5A433E0C41BC}"/>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31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288932"/>
            <a:ext cx="4179346" cy="28246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E96DB8C-BD66-D359-E761-8E246BBD3731}"/>
              </a:ext>
            </a:extLst>
          </p:cNvPr>
          <p:cNvSpPr txBox="1"/>
          <p:nvPr/>
        </p:nvSpPr>
        <p:spPr>
          <a:xfrm>
            <a:off x="1522069" y="640393"/>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9" name="TextBox 8">
            <a:extLst>
              <a:ext uri="{FF2B5EF4-FFF2-40B4-BE49-F238E27FC236}">
                <a16:creationId xmlns:a16="http://schemas.microsoft.com/office/drawing/2014/main" id="{046F7D2F-36D3-15E5-BDA8-247F2FB32ED9}"/>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6082BE94-53B0-B8CC-8E9F-B3C75BC4E8B8}"/>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0B9CC765-265D-4826-2195-8D2A80CCC6AE}"/>
              </a:ext>
            </a:extLst>
          </p:cNvPr>
          <p:cNvGrpSpPr/>
          <p:nvPr/>
        </p:nvGrpSpPr>
        <p:grpSpPr>
          <a:xfrm>
            <a:off x="5171495" y="2046996"/>
            <a:ext cx="6440200" cy="2332990"/>
            <a:chOff x="5171495" y="2046996"/>
            <a:chExt cx="6440200" cy="2332990"/>
          </a:xfrm>
        </p:grpSpPr>
        <p:grpSp>
          <p:nvGrpSpPr>
            <p:cNvPr id="10" name="Group 9">
              <a:extLst>
                <a:ext uri="{FF2B5EF4-FFF2-40B4-BE49-F238E27FC236}">
                  <a16:creationId xmlns:a16="http://schemas.microsoft.com/office/drawing/2014/main" id="{60D9C362-6980-0073-CAE6-D6D9281FEBAF}"/>
                </a:ext>
              </a:extLst>
            </p:cNvPr>
            <p:cNvGrpSpPr/>
            <p:nvPr/>
          </p:nvGrpSpPr>
          <p:grpSpPr>
            <a:xfrm>
              <a:off x="5171495" y="2046996"/>
              <a:ext cx="6440200" cy="2332990"/>
              <a:chOff x="5171495" y="941067"/>
              <a:chExt cx="6440200" cy="2332990"/>
            </a:xfrm>
          </p:grpSpPr>
          <p:grpSp>
            <p:nvGrpSpPr>
              <p:cNvPr id="29" name="Group 28">
                <a:extLst>
                  <a:ext uri="{FF2B5EF4-FFF2-40B4-BE49-F238E27FC236}">
                    <a16:creationId xmlns:a16="http://schemas.microsoft.com/office/drawing/2014/main" id="{A937B003-B050-AB0A-04A9-5552B4B070BC}"/>
                  </a:ext>
                </a:extLst>
              </p:cNvPr>
              <p:cNvGrpSpPr/>
              <p:nvPr/>
            </p:nvGrpSpPr>
            <p:grpSpPr>
              <a:xfrm>
                <a:off x="5365200" y="970444"/>
                <a:ext cx="6246495" cy="1658617"/>
                <a:chOff x="31914" y="203778"/>
                <a:chExt cx="6246768" cy="1659243"/>
              </a:xfrm>
            </p:grpSpPr>
            <p:pic>
              <p:nvPicPr>
                <p:cNvPr id="35" name="Picture 34">
                  <a:extLst>
                    <a:ext uri="{FF2B5EF4-FFF2-40B4-BE49-F238E27FC236}">
                      <a16:creationId xmlns:a16="http://schemas.microsoft.com/office/drawing/2014/main" id="{03DF8321-448E-59A7-7DDC-CC39151EC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6" name="Rectangle 35">
                  <a:extLst>
                    <a:ext uri="{FF2B5EF4-FFF2-40B4-BE49-F238E27FC236}">
                      <a16:creationId xmlns:a16="http://schemas.microsoft.com/office/drawing/2014/main" id="{21A8FBD7-EF2B-6887-BCF6-7BF95217400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36">
                  <a:extLst>
                    <a:ext uri="{FF2B5EF4-FFF2-40B4-BE49-F238E27FC236}">
                      <a16:creationId xmlns:a16="http://schemas.microsoft.com/office/drawing/2014/main" id="{AD75EA1E-1D1D-ED9C-D9CF-65A91CB5060D}"/>
                    </a:ext>
                  </a:extLst>
                </p:cNvPr>
                <p:cNvGrpSpPr/>
                <p:nvPr/>
              </p:nvGrpSpPr>
              <p:grpSpPr>
                <a:xfrm>
                  <a:off x="4926412" y="203778"/>
                  <a:ext cx="647700" cy="796655"/>
                  <a:chOff x="306787" y="-291522"/>
                  <a:chExt cx="647700" cy="796655"/>
                </a:xfrm>
              </p:grpSpPr>
              <p:sp>
                <p:nvSpPr>
                  <p:cNvPr id="38" name="Rectangle 37">
                    <a:extLst>
                      <a:ext uri="{FF2B5EF4-FFF2-40B4-BE49-F238E27FC236}">
                        <a16:creationId xmlns:a16="http://schemas.microsoft.com/office/drawing/2014/main" id="{011509CD-AFCA-718C-1224-2CF819659662}"/>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CEF9F0E0-A578-212D-25D8-A342CD8231A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756">
                    <a:extLst>
                      <a:ext uri="{FF2B5EF4-FFF2-40B4-BE49-F238E27FC236}">
                        <a16:creationId xmlns:a16="http://schemas.microsoft.com/office/drawing/2014/main" id="{F8659720-AFDD-25C2-9593-F7D264C0051F}"/>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30" name="Group 29">
                <a:extLst>
                  <a:ext uri="{FF2B5EF4-FFF2-40B4-BE49-F238E27FC236}">
                    <a16:creationId xmlns:a16="http://schemas.microsoft.com/office/drawing/2014/main" id="{BD6F3E58-729F-5FC6-F9F2-0D187199F4BE}"/>
                  </a:ext>
                </a:extLst>
              </p:cNvPr>
              <p:cNvGrpSpPr/>
              <p:nvPr/>
            </p:nvGrpSpPr>
            <p:grpSpPr>
              <a:xfrm>
                <a:off x="5171495" y="941067"/>
                <a:ext cx="3176904" cy="2332990"/>
                <a:chOff x="0" y="0"/>
                <a:chExt cx="3177391" cy="2332990"/>
              </a:xfrm>
            </p:grpSpPr>
            <p:sp>
              <p:nvSpPr>
                <p:cNvPr id="31" name="Text Box 749">
                  <a:extLst>
                    <a:ext uri="{FF2B5EF4-FFF2-40B4-BE49-F238E27FC236}">
                      <a16:creationId xmlns:a16="http://schemas.microsoft.com/office/drawing/2014/main" id="{D73E620D-F1A5-DB78-9D63-8C21D7EAEF57}"/>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2" name="Picture 31">
                  <a:extLst>
                    <a:ext uri="{FF2B5EF4-FFF2-40B4-BE49-F238E27FC236}">
                      <a16:creationId xmlns:a16="http://schemas.microsoft.com/office/drawing/2014/main" id="{114B3DFE-B7A1-C175-A618-7A349228F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3" name="Curved Left Arrow 758">
                  <a:extLst>
                    <a:ext uri="{FF2B5EF4-FFF2-40B4-BE49-F238E27FC236}">
                      <a16:creationId xmlns:a16="http://schemas.microsoft.com/office/drawing/2014/main" id="{B4D95B53-29B2-CDE1-38A3-FFF0D8E272FD}"/>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 Box 757">
                  <a:extLst>
                    <a:ext uri="{FF2B5EF4-FFF2-40B4-BE49-F238E27FC236}">
                      <a16:creationId xmlns:a16="http://schemas.microsoft.com/office/drawing/2014/main" id="{92069ECC-D81F-9EC9-A7ED-6D6A8EB4BDFA}"/>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1" name="Rectangle 10">
              <a:extLst>
                <a:ext uri="{FF2B5EF4-FFF2-40B4-BE49-F238E27FC236}">
                  <a16:creationId xmlns:a16="http://schemas.microsoft.com/office/drawing/2014/main" id="{D9A9F0DF-6E53-AAB6-3F49-C94488215576}"/>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5581F63A-FC27-8D65-C9C5-BCCC6EBD727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756">
              <a:extLst>
                <a:ext uri="{FF2B5EF4-FFF2-40B4-BE49-F238E27FC236}">
                  <a16:creationId xmlns:a16="http://schemas.microsoft.com/office/drawing/2014/main" id="{1564E1BB-F185-22EA-B717-F1CA715BB226}"/>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5" name="Rectangle 14">
              <a:extLst>
                <a:ext uri="{FF2B5EF4-FFF2-40B4-BE49-F238E27FC236}">
                  <a16:creationId xmlns:a16="http://schemas.microsoft.com/office/drawing/2014/main" id="{E9AE5738-D11D-8F9F-2E8F-296A4C267FBD}"/>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9BD40EDF-8661-92A1-D144-47AA42B14F0C}"/>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 Box 756">
              <a:extLst>
                <a:ext uri="{FF2B5EF4-FFF2-40B4-BE49-F238E27FC236}">
                  <a16:creationId xmlns:a16="http://schemas.microsoft.com/office/drawing/2014/main" id="{2035F3F4-6B9B-72AF-2FD9-A51DEED5607F}"/>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2211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D0B5102-B6D3-76EF-8A19-E06C80E67425}"/>
              </a:ext>
            </a:extLst>
          </p:cNvPr>
          <p:cNvPicPr>
            <a:picLocks noChangeAspect="1"/>
          </p:cNvPicPr>
          <p:nvPr/>
        </p:nvPicPr>
        <p:blipFill>
          <a:blip r:embed="rId2"/>
          <a:stretch>
            <a:fillRect/>
          </a:stretch>
        </p:blipFill>
        <p:spPr>
          <a:xfrm>
            <a:off x="5316234" y="3662057"/>
            <a:ext cx="6214124" cy="2175698"/>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2232993"/>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Inventory Setup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order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  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19" name="Group 18">
            <a:extLst>
              <a:ext uri="{FF2B5EF4-FFF2-40B4-BE49-F238E27FC236}">
                <a16:creationId xmlns:a16="http://schemas.microsoft.com/office/drawing/2014/main" id="{BFA96F24-E47B-D49D-598B-19F0AAE56F7F}"/>
              </a:ext>
            </a:extLst>
          </p:cNvPr>
          <p:cNvGrpSpPr/>
          <p:nvPr/>
        </p:nvGrpSpPr>
        <p:grpSpPr>
          <a:xfrm>
            <a:off x="6615790" y="3942742"/>
            <a:ext cx="952500" cy="304800"/>
            <a:chOff x="523874" y="28575"/>
            <a:chExt cx="952500" cy="304800"/>
          </a:xfrm>
        </p:grpSpPr>
        <p:sp>
          <p:nvSpPr>
            <p:cNvPr id="27" name="Rectangle 26">
              <a:extLst>
                <a:ext uri="{FF2B5EF4-FFF2-40B4-BE49-F238E27FC236}">
                  <a16:creationId xmlns:a16="http://schemas.microsoft.com/office/drawing/2014/main" id="{93589951-1B53-C8A6-A2A7-4E61E289785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AABA0523-D598-ECBA-9461-EE5F1563E09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12">
              <a:extLst>
                <a:ext uri="{FF2B5EF4-FFF2-40B4-BE49-F238E27FC236}">
                  <a16:creationId xmlns:a16="http://schemas.microsoft.com/office/drawing/2014/main" id="{522E9CD2-4CE7-C549-3299-EC2E745E896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1" name="Group 20">
            <a:extLst>
              <a:ext uri="{FF2B5EF4-FFF2-40B4-BE49-F238E27FC236}">
                <a16:creationId xmlns:a16="http://schemas.microsoft.com/office/drawing/2014/main" id="{61126B7F-6707-81B2-B70B-16D44BC49A7F}"/>
              </a:ext>
            </a:extLst>
          </p:cNvPr>
          <p:cNvGrpSpPr/>
          <p:nvPr/>
        </p:nvGrpSpPr>
        <p:grpSpPr>
          <a:xfrm>
            <a:off x="8191227" y="3752976"/>
            <a:ext cx="981076" cy="304800"/>
            <a:chOff x="333374" y="28575"/>
            <a:chExt cx="981076" cy="304800"/>
          </a:xfrm>
        </p:grpSpPr>
        <p:sp>
          <p:nvSpPr>
            <p:cNvPr id="24" name="Rectangle 23">
              <a:extLst>
                <a:ext uri="{FF2B5EF4-FFF2-40B4-BE49-F238E27FC236}">
                  <a16:creationId xmlns:a16="http://schemas.microsoft.com/office/drawing/2014/main" id="{C59555F2-BB75-4754-3F28-CB2CF2FA473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876AD94-EC01-69D6-12B8-B9386F79C9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16">
              <a:extLst>
                <a:ext uri="{FF2B5EF4-FFF2-40B4-BE49-F238E27FC236}">
                  <a16:creationId xmlns:a16="http://schemas.microsoft.com/office/drawing/2014/main" id="{C07B14F9-7664-A3C7-F9DE-EF16CEEA103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2" name="Text Box 117">
            <a:extLst>
              <a:ext uri="{FF2B5EF4-FFF2-40B4-BE49-F238E27FC236}">
                <a16:creationId xmlns:a16="http://schemas.microsoft.com/office/drawing/2014/main" id="{D4D428CB-2569-7A22-C8E2-01C50C2BC019}"/>
              </a:ext>
            </a:extLst>
          </p:cNvPr>
          <p:cNvSpPr txBox="1"/>
          <p:nvPr/>
        </p:nvSpPr>
        <p:spPr>
          <a:xfrm>
            <a:off x="5374888" y="345766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51" name="Text Box 241">
            <a:extLst>
              <a:ext uri="{FF2B5EF4-FFF2-40B4-BE49-F238E27FC236}">
                <a16:creationId xmlns:a16="http://schemas.microsoft.com/office/drawing/2014/main" id="{BA03A9D1-47C4-AAAE-0FC0-B025E7EE9EA1}"/>
              </a:ext>
            </a:extLst>
          </p:cNvPr>
          <p:cNvSpPr txBox="1">
            <a:spLocks noChangeArrowheads="1"/>
          </p:cNvSpPr>
          <p:nvPr/>
        </p:nvSpPr>
        <p:spPr bwMode="auto">
          <a:xfrm>
            <a:off x="7436689" y="4535918"/>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81F15DB-8107-AD76-EAEE-80B012A0B1A9}"/>
              </a:ext>
            </a:extLst>
          </p:cNvPr>
          <p:cNvSpPr txBox="1"/>
          <p:nvPr/>
        </p:nvSpPr>
        <p:spPr>
          <a:xfrm>
            <a:off x="805110" y="1082177"/>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Inventory Setup Transaction?</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9" name="TextBox 8">
            <a:extLst>
              <a:ext uri="{FF2B5EF4-FFF2-40B4-BE49-F238E27FC236}">
                <a16:creationId xmlns:a16="http://schemas.microsoft.com/office/drawing/2014/main" id="{16CF4FAB-4926-07EF-ABC1-119A2AF10B2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1" name="Group 10">
            <a:extLst>
              <a:ext uri="{FF2B5EF4-FFF2-40B4-BE49-F238E27FC236}">
                <a16:creationId xmlns:a16="http://schemas.microsoft.com/office/drawing/2014/main" id="{BA75F547-4A85-234E-566F-84F572C23314}"/>
              </a:ext>
            </a:extLst>
          </p:cNvPr>
          <p:cNvGrpSpPr/>
          <p:nvPr/>
        </p:nvGrpSpPr>
        <p:grpSpPr>
          <a:xfrm>
            <a:off x="5379135" y="1192162"/>
            <a:ext cx="6074608" cy="1565548"/>
            <a:chOff x="5379135" y="1192162"/>
            <a:chExt cx="6074608" cy="1565548"/>
          </a:xfrm>
        </p:grpSpPr>
        <p:pic>
          <p:nvPicPr>
            <p:cNvPr id="13" name="Picture 12">
              <a:extLst>
                <a:ext uri="{FF2B5EF4-FFF2-40B4-BE49-F238E27FC236}">
                  <a16:creationId xmlns:a16="http://schemas.microsoft.com/office/drawing/2014/main" id="{0E6891BA-DA8D-FD4F-59F0-921C95E2A59A}"/>
                </a:ext>
              </a:extLst>
            </p:cNvPr>
            <p:cNvPicPr>
              <a:picLocks noChangeAspect="1"/>
            </p:cNvPicPr>
            <p:nvPr/>
          </p:nvPicPr>
          <p:blipFill>
            <a:blip r:embed="rId3"/>
            <a:stretch>
              <a:fillRect/>
            </a:stretch>
          </p:blipFill>
          <p:spPr>
            <a:xfrm>
              <a:off x="5389240" y="1192162"/>
              <a:ext cx="6064503" cy="1565548"/>
            </a:xfrm>
            <a:prstGeom prst="rect">
              <a:avLst/>
            </a:prstGeom>
          </p:spPr>
        </p:pic>
        <p:grpSp>
          <p:nvGrpSpPr>
            <p:cNvPr id="14" name="Group 13">
              <a:extLst>
                <a:ext uri="{FF2B5EF4-FFF2-40B4-BE49-F238E27FC236}">
                  <a16:creationId xmlns:a16="http://schemas.microsoft.com/office/drawing/2014/main" id="{FA91176F-4CFC-DC45-1593-A99820ECC79F}"/>
                </a:ext>
              </a:extLst>
            </p:cNvPr>
            <p:cNvGrpSpPr/>
            <p:nvPr/>
          </p:nvGrpSpPr>
          <p:grpSpPr>
            <a:xfrm>
              <a:off x="5379135" y="1817723"/>
              <a:ext cx="1476375" cy="333375"/>
              <a:chOff x="0" y="0"/>
              <a:chExt cx="1476375" cy="333375"/>
            </a:xfrm>
          </p:grpSpPr>
          <p:sp>
            <p:nvSpPr>
              <p:cNvPr id="15" name="Rectangle 14">
                <a:extLst>
                  <a:ext uri="{FF2B5EF4-FFF2-40B4-BE49-F238E27FC236}">
                    <a16:creationId xmlns:a16="http://schemas.microsoft.com/office/drawing/2014/main" id="{DF989D87-70F4-D5DE-1B83-EAC1C270BA9F}"/>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FA03B064-3EF6-A360-439F-5D0A61B98D6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39">
                <a:extLst>
                  <a:ext uri="{FF2B5EF4-FFF2-40B4-BE49-F238E27FC236}">
                    <a16:creationId xmlns:a16="http://schemas.microsoft.com/office/drawing/2014/main" id="{0B157E84-C34D-8559-B78D-3A22B4C76E59}"/>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57142F40-4E0B-F1E2-B7AC-AD4AFA11C6B1}"/>
              </a:ext>
            </a:extLst>
          </p:cNvPr>
          <p:cNvSpPr txBox="1"/>
          <p:nvPr/>
        </p:nvSpPr>
        <p:spPr>
          <a:xfrm>
            <a:off x="7472068" y="289728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3CB50519-AB43-EF59-92B1-46DB624444B9}"/>
              </a:ext>
            </a:extLst>
          </p:cNvPr>
          <p:cNvSpPr txBox="1"/>
          <p:nvPr/>
        </p:nvSpPr>
        <p:spPr>
          <a:xfrm>
            <a:off x="7435268" y="5844985"/>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Inventory Setup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7686DB75-3985-49A8-FEC6-92BAB8D5A797}"/>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85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16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Inventory Setup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sp>
        <p:nvSpPr>
          <p:cNvPr id="2" name="TextBox 1">
            <a:extLst>
              <a:ext uri="{FF2B5EF4-FFF2-40B4-BE49-F238E27FC236}">
                <a16:creationId xmlns:a16="http://schemas.microsoft.com/office/drawing/2014/main" id="{2CE97239-BD2B-9AAE-BB6F-EA35538E2B42}"/>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Inventory Setup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4" name="Picture 3">
            <a:extLst>
              <a:ext uri="{FF2B5EF4-FFF2-40B4-BE49-F238E27FC236}">
                <a16:creationId xmlns:a16="http://schemas.microsoft.com/office/drawing/2014/main" id="{77F8264D-19AB-3BFC-B8CE-1C0E3F66B5AA}"/>
              </a:ext>
            </a:extLst>
          </p:cNvPr>
          <p:cNvPicPr>
            <a:picLocks noChangeAspect="1"/>
          </p:cNvPicPr>
          <p:nvPr/>
        </p:nvPicPr>
        <p:blipFill>
          <a:blip r:embed="rId4"/>
          <a:stretch>
            <a:fillRect/>
          </a:stretch>
        </p:blipFill>
        <p:spPr>
          <a:xfrm>
            <a:off x="5362815" y="1053413"/>
            <a:ext cx="6122792" cy="739876"/>
          </a:xfrm>
          <a:prstGeom prst="rect">
            <a:avLst/>
          </a:prstGeom>
        </p:spPr>
      </p:pic>
      <p:graphicFrame>
        <p:nvGraphicFramePr>
          <p:cNvPr id="9" name="Table 8">
            <a:extLst>
              <a:ext uri="{FF2B5EF4-FFF2-40B4-BE49-F238E27FC236}">
                <a16:creationId xmlns:a16="http://schemas.microsoft.com/office/drawing/2014/main" id="{2CC38310-1171-651E-3978-D224B3AE1462}"/>
              </a:ext>
            </a:extLst>
          </p:cNvPr>
          <p:cNvGraphicFramePr>
            <a:graphicFrameLocks noGrp="1"/>
          </p:cNvGraphicFramePr>
          <p:nvPr/>
        </p:nvGraphicFramePr>
        <p:xfrm>
          <a:off x="5362815" y="2852637"/>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Logs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 is use to lock the transaction to refrain from changing the details in the transaction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Back to Listing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2055" name="Picture 91">
            <a:extLst>
              <a:ext uri="{FF2B5EF4-FFF2-40B4-BE49-F238E27FC236}">
                <a16:creationId xmlns:a16="http://schemas.microsoft.com/office/drawing/2014/main" id="{3938FAF1-901C-1849-ADB2-1B95F1F97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7243" y="287195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92">
            <a:extLst>
              <a:ext uri="{FF2B5EF4-FFF2-40B4-BE49-F238E27FC236}">
                <a16:creationId xmlns:a16="http://schemas.microsoft.com/office/drawing/2014/main" id="{1611F7B4-4D21-E1B1-616F-DAFC192AAB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8536" y="322562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93">
            <a:extLst>
              <a:ext uri="{FF2B5EF4-FFF2-40B4-BE49-F238E27FC236}">
                <a16:creationId xmlns:a16="http://schemas.microsoft.com/office/drawing/2014/main" id="{7897DD70-24B4-F416-F0F6-E59F74E040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0601" y="4006165"/>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94">
            <a:extLst>
              <a:ext uri="{FF2B5EF4-FFF2-40B4-BE49-F238E27FC236}">
                <a16:creationId xmlns:a16="http://schemas.microsoft.com/office/drawing/2014/main" id="{AEF9AD98-279B-982E-3454-92C107FD52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5044" y="4406259"/>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96">
            <a:extLst>
              <a:ext uri="{FF2B5EF4-FFF2-40B4-BE49-F238E27FC236}">
                <a16:creationId xmlns:a16="http://schemas.microsoft.com/office/drawing/2014/main" id="{C1F2970D-EEC7-6580-761C-EFA812B9FB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20601" y="4806353"/>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97">
            <a:extLst>
              <a:ext uri="{FF2B5EF4-FFF2-40B4-BE49-F238E27FC236}">
                <a16:creationId xmlns:a16="http://schemas.microsoft.com/office/drawing/2014/main" id="{DB98C824-E1DF-AB33-7C10-506CFCAE5C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1248" y="5174247"/>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329">
            <a:extLst>
              <a:ext uri="{FF2B5EF4-FFF2-40B4-BE49-F238E27FC236}">
                <a16:creationId xmlns:a16="http://schemas.microsoft.com/office/drawing/2014/main" id="{1EB27DB7-82D9-E3D3-D3F2-1DEE67711A5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8536" y="3580064"/>
            <a:ext cx="828675" cy="3429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9">
            <a:extLst>
              <a:ext uri="{FF2B5EF4-FFF2-40B4-BE49-F238E27FC236}">
                <a16:creationId xmlns:a16="http://schemas.microsoft.com/office/drawing/2014/main" id="{F3872AD5-6371-C39B-8A83-8FDE5C32451B}"/>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1144</Words>
  <Application>Microsoft Office PowerPoint</Application>
  <PresentationFormat>Widescreen</PresentationFormat>
  <Paragraphs>191</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2023-01-10T07:00:48Z</dcterms:created>
  <dcterms:modified xsi:type="dcterms:W3CDTF">2023-01-10T07:01:08Z</dcterms:modified>
</cp:coreProperties>
</file>