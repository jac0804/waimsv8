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80" r:id="rId3"/>
    <p:sldId id="281" r:id="rId4"/>
    <p:sldId id="282" r:id="rId5"/>
    <p:sldId id="283" r:id="rId6"/>
    <p:sldId id="284" r:id="rId7"/>
    <p:sldId id="285" r:id="rId8"/>
    <p:sldId id="286" r:id="rId9"/>
    <p:sldId id="287" r:id="rId10"/>
    <p:sldId id="28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5T07:03:13.387"/>
    </inkml:context>
    <inkml:brush xml:id="br0">
      <inkml:brushProperty name="width" value="0.05" units="cm"/>
      <inkml:brushProperty name="height" value="0.05" units="cm"/>
    </inkml:brush>
  </inkml:definitions>
  <inkml:trace contextRef="#ctx0" brushRef="#br0">32 29 32767,'0'0'0,"0"7"0,-31-43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74972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8251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9609105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717538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5633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31578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8273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97416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34914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346574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3125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1969632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NULL"/><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1097751"/>
            <a:ext cx="7113183" cy="3046988"/>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Accounts Payable Setup</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A module where outstanding accounts payable is setup per Supplier given the cut off date when starting to use the system.</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12398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493C4F8-2979-B7E0-62C7-E84A24A9B0BF}"/>
              </a:ext>
            </a:extLst>
          </p:cNvPr>
          <p:cNvPicPr>
            <a:picLocks noChangeAspect="1"/>
          </p:cNvPicPr>
          <p:nvPr/>
        </p:nvPicPr>
        <p:blipFill>
          <a:blip r:embed="rId2"/>
          <a:stretch>
            <a:fillRect/>
          </a:stretch>
        </p:blipFill>
        <p:spPr>
          <a:xfrm>
            <a:off x="5354636" y="1720063"/>
            <a:ext cx="6095999" cy="2764227"/>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310217" y="116666"/>
            <a:ext cx="4876848"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PH"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Accounts Payable Setup module under Payables, Accounts Payable Setup transactions list will display based on filtered date and status in the Accounts Payable Setup - main window.</a:t>
            </a:r>
            <a:endPar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26285" y="4959000"/>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B5663DEA-2538-703F-CA05-BE4608872A52}"/>
              </a:ext>
            </a:extLst>
          </p:cNvPr>
          <p:cNvGrpSpPr/>
          <p:nvPr/>
        </p:nvGrpSpPr>
        <p:grpSpPr>
          <a:xfrm>
            <a:off x="5382398" y="2798618"/>
            <a:ext cx="6068237" cy="1685672"/>
            <a:chOff x="0" y="-68331"/>
            <a:chExt cx="6068700" cy="1685672"/>
          </a:xfrm>
        </p:grpSpPr>
        <p:sp>
          <p:nvSpPr>
            <p:cNvPr id="5" name="Rectangle 4">
              <a:extLst>
                <a:ext uri="{FF2B5EF4-FFF2-40B4-BE49-F238E27FC236}">
                  <a16:creationId xmlns:a16="http://schemas.microsoft.com/office/drawing/2014/main" id="{581705E1-30A3-69EE-A031-99236E39210B}"/>
                </a:ext>
              </a:extLst>
            </p:cNvPr>
            <p:cNvSpPr/>
            <p:nvPr/>
          </p:nvSpPr>
          <p:spPr>
            <a:xfrm>
              <a:off x="1009243" y="-68331"/>
              <a:ext cx="5059457" cy="16856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54A77C2-6DCB-E888-15CC-C0FBCCB7346F}"/>
                </a:ext>
              </a:extLst>
            </p:cNvPr>
            <p:cNvSpPr/>
            <p:nvPr/>
          </p:nvSpPr>
          <p:spPr>
            <a:xfrm>
              <a:off x="0" y="873456"/>
              <a:ext cx="841485" cy="1659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6457A8EE-2DCF-295D-6279-AE270F71A924}"/>
              </a:ext>
            </a:extLst>
          </p:cNvPr>
          <p:cNvCxnSpPr/>
          <p:nvPr/>
        </p:nvCxnSpPr>
        <p:spPr>
          <a:xfrm flipV="1">
            <a:off x="6226538" y="3776406"/>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002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0E609C-EC51-919F-4DC5-A8077E22B867}"/>
              </a:ext>
            </a:extLst>
          </p:cNvPr>
          <p:cNvPicPr>
            <a:picLocks noChangeAspect="1"/>
          </p:cNvPicPr>
          <p:nvPr/>
        </p:nvPicPr>
        <p:blipFill>
          <a:blip r:embed="rId2"/>
          <a:stretch>
            <a:fillRect/>
          </a:stretch>
        </p:blipFill>
        <p:spPr>
          <a:xfrm>
            <a:off x="5266483" y="2958915"/>
            <a:ext cx="6617388" cy="2910628"/>
          </a:xfrm>
          <a:prstGeom prst="rect">
            <a:avLst/>
          </a:prstGeom>
        </p:spPr>
      </p:pic>
      <p:pic>
        <p:nvPicPr>
          <p:cNvPr id="5" name="Picture 4">
            <a:extLst>
              <a:ext uri="{FF2B5EF4-FFF2-40B4-BE49-F238E27FC236}">
                <a16:creationId xmlns:a16="http://schemas.microsoft.com/office/drawing/2014/main" id="{D8FF44D7-0075-E5EE-26D9-7459CB8D6A6A}"/>
              </a:ext>
            </a:extLst>
          </p:cNvPr>
          <p:cNvPicPr>
            <a:picLocks noChangeAspect="1"/>
          </p:cNvPicPr>
          <p:nvPr/>
        </p:nvPicPr>
        <p:blipFill>
          <a:blip r:embed="rId3"/>
          <a:stretch>
            <a:fillRect/>
          </a:stretch>
        </p:blipFill>
        <p:spPr>
          <a:xfrm>
            <a:off x="5322421" y="1035665"/>
            <a:ext cx="6505512" cy="1448982"/>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19984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Accounts Payable Setup – Main Window, you will notice a create button in the upper left of the window. Click the create button and you will be redirect Accounts Payable Setup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1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supplier. Search and select a customer/ supplier</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Pts val="1200"/>
              <a:buFontTx/>
              <a:buNone/>
              <a:tabLst/>
              <a:defRPr/>
            </a:pP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4" name="Group 23">
            <a:extLst>
              <a:ext uri="{FF2B5EF4-FFF2-40B4-BE49-F238E27FC236}">
                <a16:creationId xmlns:a16="http://schemas.microsoft.com/office/drawing/2014/main" id="{01C188FE-D51D-015F-8F04-7AF5D38534BD}"/>
              </a:ext>
            </a:extLst>
          </p:cNvPr>
          <p:cNvGrpSpPr/>
          <p:nvPr/>
        </p:nvGrpSpPr>
        <p:grpSpPr>
          <a:xfrm>
            <a:off x="5491162" y="1376583"/>
            <a:ext cx="1209675" cy="276225"/>
            <a:chOff x="0" y="0"/>
            <a:chExt cx="1209675" cy="276225"/>
          </a:xfrm>
        </p:grpSpPr>
        <p:sp>
          <p:nvSpPr>
            <p:cNvPr id="25" name="Rectangle 24">
              <a:extLst>
                <a:ext uri="{FF2B5EF4-FFF2-40B4-BE49-F238E27FC236}">
                  <a16:creationId xmlns:a16="http://schemas.microsoft.com/office/drawing/2014/main" id="{BFB212D8-DF62-0776-94E6-532B5C91BC0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9E0B250D-0AC6-19A4-54C3-EA078F80947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196">
              <a:extLst>
                <a:ext uri="{FF2B5EF4-FFF2-40B4-BE49-F238E27FC236}">
                  <a16:creationId xmlns:a16="http://schemas.microsoft.com/office/drawing/2014/main" id="{27F3B889-DCB1-DACC-7A9A-00F37D8C32F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nvGrpSpPr>
          <p:cNvPr id="16" name="Group 15">
            <a:extLst>
              <a:ext uri="{FF2B5EF4-FFF2-40B4-BE49-F238E27FC236}">
                <a16:creationId xmlns:a16="http://schemas.microsoft.com/office/drawing/2014/main" id="{80624E0C-81CE-5E53-2144-8ACEEC88C6AB}"/>
              </a:ext>
            </a:extLst>
          </p:cNvPr>
          <p:cNvGrpSpPr/>
          <p:nvPr/>
        </p:nvGrpSpPr>
        <p:grpSpPr>
          <a:xfrm>
            <a:off x="5732443" y="3890393"/>
            <a:ext cx="5571763" cy="1508078"/>
            <a:chOff x="457200" y="784746"/>
            <a:chExt cx="5571763" cy="1508078"/>
          </a:xfrm>
        </p:grpSpPr>
        <p:grpSp>
          <p:nvGrpSpPr>
            <p:cNvPr id="30" name="Group 29">
              <a:extLst>
                <a:ext uri="{FF2B5EF4-FFF2-40B4-BE49-F238E27FC236}">
                  <a16:creationId xmlns:a16="http://schemas.microsoft.com/office/drawing/2014/main" id="{EDA7FFD2-88FB-6913-0487-7362681F67DA}"/>
                </a:ext>
              </a:extLst>
            </p:cNvPr>
            <p:cNvGrpSpPr/>
            <p:nvPr/>
          </p:nvGrpSpPr>
          <p:grpSpPr>
            <a:xfrm>
              <a:off x="457200" y="784746"/>
              <a:ext cx="5571763" cy="487734"/>
              <a:chOff x="-4022453" y="183411"/>
              <a:chExt cx="5604480" cy="566290"/>
            </a:xfrm>
          </p:grpSpPr>
          <p:sp>
            <p:nvSpPr>
              <p:cNvPr id="32" name="Rectangle 31">
                <a:extLst>
                  <a:ext uri="{FF2B5EF4-FFF2-40B4-BE49-F238E27FC236}">
                    <a16:creationId xmlns:a16="http://schemas.microsoft.com/office/drawing/2014/main" id="{02BF04D5-5435-BC29-F01F-C642D592D00C}"/>
                  </a:ext>
                </a:extLst>
              </p:cNvPr>
              <p:cNvSpPr/>
              <p:nvPr/>
            </p:nvSpPr>
            <p:spPr>
              <a:xfrm>
                <a:off x="-4022453" y="384058"/>
                <a:ext cx="5326425"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97ACB03-F2B1-A9F1-EE9F-91966C0B1BEC}"/>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31">
                <a:extLst>
                  <a:ext uri="{FF2B5EF4-FFF2-40B4-BE49-F238E27FC236}">
                    <a16:creationId xmlns:a16="http://schemas.microsoft.com/office/drawing/2014/main" id="{792DA742-79A5-A9F8-CA0E-E801E829D275}"/>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31" name="Text Box 241">
              <a:extLst>
                <a:ext uri="{FF2B5EF4-FFF2-40B4-BE49-F238E27FC236}">
                  <a16:creationId xmlns:a16="http://schemas.microsoft.com/office/drawing/2014/main" id="{07C6D035-A7C4-94AD-0CA5-210FCE58767D}"/>
                </a:ext>
              </a:extLst>
            </p:cNvPr>
            <p:cNvSpPr txBox="1">
              <a:spLocks noChangeArrowheads="1"/>
            </p:cNvSpPr>
            <p:nvPr/>
          </p:nvSpPr>
          <p:spPr bwMode="auto">
            <a:xfrm>
              <a:off x="1419367" y="1317009"/>
              <a:ext cx="2786492"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customer/supplier?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ct val="115000"/>
                </a:lnSpc>
                <a:spcBef>
                  <a:spcPts val="0"/>
                </a:spcBef>
                <a:spcAft>
                  <a:spcPts val="0"/>
                </a:spcAft>
                <a:buClrTx/>
                <a:buSzPts val="800"/>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customer/ supplier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5"/>
                </a:spcBef>
                <a:spcAft>
                  <a:spcPts val="0"/>
                </a:spcAft>
                <a:buClrTx/>
                <a:buSzPts val="800"/>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342900" algn="l" defTabSz="914400" rtl="0" eaLnBrk="1" fontAlgn="auto" latinLnBrk="0" hangingPunct="1">
                <a:lnSpc>
                  <a:spcPts val="975"/>
                </a:lnSpc>
                <a:spcBef>
                  <a:spcPts val="0"/>
                </a:spcBef>
                <a:spcAft>
                  <a:spcPts val="0"/>
                </a:spcAft>
                <a:buClrTx/>
                <a:buSzPts val="800"/>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customer/ supplier.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5" name="Text Box 1197">
            <a:extLst>
              <a:ext uri="{FF2B5EF4-FFF2-40B4-BE49-F238E27FC236}">
                <a16:creationId xmlns:a16="http://schemas.microsoft.com/office/drawing/2014/main" id="{43122292-BD35-48F3-6B03-509A04780B35}"/>
              </a:ext>
            </a:extLst>
          </p:cNvPr>
          <p:cNvSpPr txBox="1"/>
          <p:nvPr/>
        </p:nvSpPr>
        <p:spPr>
          <a:xfrm>
            <a:off x="805110" y="3944974"/>
            <a:ext cx="3914825" cy="126313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customer/ supplier, you will be redirect in Accounts Payable Setup – main form where you will encode the other necessary information of the transaction and record the journal entry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8DC69C6-E34F-30AD-B540-DA5BD0A871EA}"/>
              </a:ext>
            </a:extLst>
          </p:cNvPr>
          <p:cNvSpPr txBox="1"/>
          <p:nvPr/>
        </p:nvSpPr>
        <p:spPr>
          <a:xfrm>
            <a:off x="297037" y="101465"/>
            <a:ext cx="492837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485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F7DB84-AB55-A443-5DBC-81CE06BD53D9}"/>
              </a:ext>
            </a:extLst>
          </p:cNvPr>
          <p:cNvPicPr>
            <a:picLocks noChangeAspect="1"/>
          </p:cNvPicPr>
          <p:nvPr/>
        </p:nvPicPr>
        <p:blipFill>
          <a:blip r:embed="rId2"/>
          <a:stretch>
            <a:fillRect/>
          </a:stretch>
        </p:blipFill>
        <p:spPr>
          <a:xfrm>
            <a:off x="5444421" y="620149"/>
            <a:ext cx="5822794" cy="2816230"/>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 name="Text Box 1209">
            <a:extLst>
              <a:ext uri="{FF2B5EF4-FFF2-40B4-BE49-F238E27FC236}">
                <a16:creationId xmlns:a16="http://schemas.microsoft.com/office/drawing/2014/main" id="{4F5C4C4B-FEE4-25C5-466D-F7C19DFEE41D}"/>
              </a:ext>
            </a:extLst>
          </p:cNvPr>
          <p:cNvSpPr txBox="1"/>
          <p:nvPr/>
        </p:nvSpPr>
        <p:spPr>
          <a:xfrm>
            <a:off x="504182" y="1618330"/>
            <a:ext cx="3914825" cy="215394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customer/ supplier, some details such as address, date are automatically plotted in their respective field.</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date.</a:t>
            </a: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4.3</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and fill out required fields.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4.4 </a:t>
            </a:r>
            <a:r>
              <a:rPr kumimoji="0" lang="en-US" sz="1200" b="1"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921662EE-7930-6611-ACC8-9E97BB60BB01}"/>
              </a:ext>
            </a:extLst>
          </p:cNvPr>
          <p:cNvGrpSpPr/>
          <p:nvPr/>
        </p:nvGrpSpPr>
        <p:grpSpPr>
          <a:xfrm>
            <a:off x="4628450" y="867951"/>
            <a:ext cx="6675756" cy="2596758"/>
            <a:chOff x="0" y="413220"/>
            <a:chExt cx="6675935" cy="2597249"/>
          </a:xfrm>
        </p:grpSpPr>
        <p:sp>
          <p:nvSpPr>
            <p:cNvPr id="8" name="Rectangle 7">
              <a:extLst>
                <a:ext uri="{FF2B5EF4-FFF2-40B4-BE49-F238E27FC236}">
                  <a16:creationId xmlns:a16="http://schemas.microsoft.com/office/drawing/2014/main" id="{1A224AB9-0FD4-0EFE-4078-5AD10F187D8C}"/>
                </a:ext>
              </a:extLst>
            </p:cNvPr>
            <p:cNvSpPr/>
            <p:nvPr/>
          </p:nvSpPr>
          <p:spPr>
            <a:xfrm>
              <a:off x="818866" y="709683"/>
              <a:ext cx="5822950" cy="112576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C4C6A03-0F12-B33F-3878-E659E54D603B}"/>
                </a:ext>
              </a:extLst>
            </p:cNvPr>
            <p:cNvSpPr/>
            <p:nvPr/>
          </p:nvSpPr>
          <p:spPr>
            <a:xfrm>
              <a:off x="852985" y="2095519"/>
              <a:ext cx="5822950" cy="91495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1208">
              <a:extLst>
                <a:ext uri="{FF2B5EF4-FFF2-40B4-BE49-F238E27FC236}">
                  <a16:creationId xmlns:a16="http://schemas.microsoft.com/office/drawing/2014/main" id="{D8482B7D-CD7B-F4AC-58D4-7D89ECBEF6C3}"/>
                </a:ext>
              </a:extLst>
            </p:cNvPr>
            <p:cNvSpPr txBox="1"/>
            <p:nvPr/>
          </p:nvSpPr>
          <p:spPr>
            <a:xfrm>
              <a:off x="0" y="2490717"/>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11" name="Text Box 1202">
              <a:extLst>
                <a:ext uri="{FF2B5EF4-FFF2-40B4-BE49-F238E27FC236}">
                  <a16:creationId xmlns:a16="http://schemas.microsoft.com/office/drawing/2014/main" id="{A601481C-5941-6831-BF2A-1CCC7F565BD1}"/>
                </a:ext>
              </a:extLst>
            </p:cNvPr>
            <p:cNvSpPr txBox="1"/>
            <p:nvPr/>
          </p:nvSpPr>
          <p:spPr>
            <a:xfrm>
              <a:off x="27156" y="915885"/>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12" name="Text Box 1203">
              <a:extLst>
                <a:ext uri="{FF2B5EF4-FFF2-40B4-BE49-F238E27FC236}">
                  <a16:creationId xmlns:a16="http://schemas.microsoft.com/office/drawing/2014/main" id="{5540C61A-CEB6-93FF-A550-B5C7C909AB43}"/>
                </a:ext>
              </a:extLst>
            </p:cNvPr>
            <p:cNvSpPr txBox="1"/>
            <p:nvPr/>
          </p:nvSpPr>
          <p:spPr>
            <a:xfrm>
              <a:off x="5424985" y="1044054"/>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 to 4.3</a:t>
              </a:r>
            </a:p>
          </p:txBody>
        </p:sp>
        <p:sp>
          <p:nvSpPr>
            <p:cNvPr id="13" name="Rectangle 12">
              <a:extLst>
                <a:ext uri="{FF2B5EF4-FFF2-40B4-BE49-F238E27FC236}">
                  <a16:creationId xmlns:a16="http://schemas.microsoft.com/office/drawing/2014/main" id="{78AFD747-C0AE-1D75-D5A9-8F37B48F180B}"/>
                </a:ext>
              </a:extLst>
            </p:cNvPr>
            <p:cNvSpPr/>
            <p:nvPr/>
          </p:nvSpPr>
          <p:spPr>
            <a:xfrm>
              <a:off x="5037393" y="529226"/>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10A9453A-3872-9696-CC52-EE42ACD81370}"/>
                </a:ext>
              </a:extLst>
            </p:cNvPr>
            <p:cNvCxnSpPr/>
            <p:nvPr/>
          </p:nvCxnSpPr>
          <p:spPr>
            <a:xfrm>
              <a:off x="5426354" y="531787"/>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199">
              <a:extLst>
                <a:ext uri="{FF2B5EF4-FFF2-40B4-BE49-F238E27FC236}">
                  <a16:creationId xmlns:a16="http://schemas.microsoft.com/office/drawing/2014/main" id="{D2E7551C-007F-4DE2-1316-152C183642D3}"/>
                </a:ext>
              </a:extLst>
            </p:cNvPr>
            <p:cNvSpPr txBox="1"/>
            <p:nvPr/>
          </p:nvSpPr>
          <p:spPr>
            <a:xfrm>
              <a:off x="5631071" y="41322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4.4</a:t>
              </a:r>
            </a:p>
          </p:txBody>
        </p:sp>
      </p:grpSp>
      <p:sp>
        <p:nvSpPr>
          <p:cNvPr id="3" name="Text Box 1210">
            <a:extLst>
              <a:ext uri="{FF2B5EF4-FFF2-40B4-BE49-F238E27FC236}">
                <a16:creationId xmlns:a16="http://schemas.microsoft.com/office/drawing/2014/main" id="{1CFF90FA-1377-7FA9-BD4C-5BD9C78BFC6F}"/>
              </a:ext>
            </a:extLst>
          </p:cNvPr>
          <p:cNvSpPr txBox="1"/>
          <p:nvPr/>
        </p:nvSpPr>
        <p:spPr>
          <a:xfrm>
            <a:off x="117984" y="4486387"/>
            <a:ext cx="4271904" cy="100336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457200" marR="0" lvl="1"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saving the header, you may now add accounts by clicking add new account, search an account to add.</a:t>
            </a:r>
          </a:p>
          <a:p>
            <a:pPr marL="457200" marR="0" lvl="1"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03BC2A07-47A0-1365-7C1B-3F52494D221A}"/>
                  </a:ext>
                </a:extLst>
              </p14:cNvPr>
              <p14:cNvContentPartPr/>
              <p14:nvPr/>
            </p14:nvContentPartPr>
            <p14:xfrm>
              <a:off x="13443243" y="3058422"/>
              <a:ext cx="11880" cy="13320"/>
            </p14:xfrm>
          </p:contentPart>
        </mc:Choice>
        <mc:Fallback xmlns="">
          <p:pic>
            <p:nvPicPr>
              <p:cNvPr id="2" name="Ink 1">
                <a:extLst>
                  <a:ext uri="{FF2B5EF4-FFF2-40B4-BE49-F238E27FC236}">
                    <a16:creationId xmlns:a16="http://schemas.microsoft.com/office/drawing/2014/main" id="{03BC2A07-47A0-1365-7C1B-3F52494D221A}"/>
                  </a:ext>
                </a:extLst>
              </p:cNvPr>
              <p:cNvPicPr/>
              <p:nvPr/>
            </p:nvPicPr>
            <p:blipFill>
              <a:blip r:embed="rId6"/>
              <a:stretch>
                <a:fillRect/>
              </a:stretch>
            </p:blipFill>
            <p:spPr>
              <a:xfrm>
                <a:off x="13434603" y="3049422"/>
                <a:ext cx="29520" cy="30960"/>
              </a:xfrm>
              <a:prstGeom prst="rect">
                <a:avLst/>
              </a:prstGeom>
            </p:spPr>
          </p:pic>
        </mc:Fallback>
      </mc:AlternateContent>
      <p:sp>
        <p:nvSpPr>
          <p:cNvPr id="15" name="TextBox 14">
            <a:extLst>
              <a:ext uri="{FF2B5EF4-FFF2-40B4-BE49-F238E27FC236}">
                <a16:creationId xmlns:a16="http://schemas.microsoft.com/office/drawing/2014/main" id="{49965681-AD19-BC98-9BF2-B1A9449762F4}"/>
              </a:ext>
            </a:extLst>
          </p:cNvPr>
          <p:cNvSpPr txBox="1"/>
          <p:nvPr/>
        </p:nvSpPr>
        <p:spPr>
          <a:xfrm>
            <a:off x="242091" y="47800"/>
            <a:ext cx="486481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E4E2A4D2-E43C-008E-B31E-42862381E4BC}"/>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6C265B1C-3994-1A6B-D1D5-A1FA0BD82066}"/>
              </a:ext>
            </a:extLst>
          </p:cNvPr>
          <p:cNvPicPr>
            <a:picLocks noChangeAspect="1"/>
          </p:cNvPicPr>
          <p:nvPr/>
        </p:nvPicPr>
        <p:blipFill>
          <a:blip r:embed="rId7"/>
          <a:stretch>
            <a:fillRect/>
          </a:stretch>
        </p:blipFill>
        <p:spPr>
          <a:xfrm>
            <a:off x="5764939" y="3802626"/>
            <a:ext cx="5348391" cy="2435225"/>
          </a:xfrm>
          <a:prstGeom prst="rect">
            <a:avLst/>
          </a:prstGeom>
        </p:spPr>
      </p:pic>
      <p:sp>
        <p:nvSpPr>
          <p:cNvPr id="22" name="Rectangle 21">
            <a:extLst>
              <a:ext uri="{FF2B5EF4-FFF2-40B4-BE49-F238E27FC236}">
                <a16:creationId xmlns:a16="http://schemas.microsoft.com/office/drawing/2014/main" id="{1470C954-5630-1A8F-2D69-3307CCEBB3AA}"/>
              </a:ext>
            </a:extLst>
          </p:cNvPr>
          <p:cNvSpPr/>
          <p:nvPr/>
        </p:nvSpPr>
        <p:spPr>
          <a:xfrm>
            <a:off x="9340229" y="4309719"/>
            <a:ext cx="566330" cy="20646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Arrow Connector 23">
            <a:extLst>
              <a:ext uri="{FF2B5EF4-FFF2-40B4-BE49-F238E27FC236}">
                <a16:creationId xmlns:a16="http://schemas.microsoft.com/office/drawing/2014/main" id="{B94D8F5C-BB75-48E4-83A9-1B1A391EE20F}"/>
              </a:ext>
            </a:extLst>
          </p:cNvPr>
          <p:cNvCxnSpPr>
            <a:cxnSpLocks/>
          </p:cNvCxnSpPr>
          <p:nvPr/>
        </p:nvCxnSpPr>
        <p:spPr>
          <a:xfrm flipV="1">
            <a:off x="9920992" y="4412953"/>
            <a:ext cx="235238" cy="2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672">
            <a:extLst>
              <a:ext uri="{FF2B5EF4-FFF2-40B4-BE49-F238E27FC236}">
                <a16:creationId xmlns:a16="http://schemas.microsoft.com/office/drawing/2014/main" id="{35361D14-A60E-8D33-7D75-BA3498C3C926}"/>
              </a:ext>
            </a:extLst>
          </p:cNvPr>
          <p:cNvSpPr txBox="1"/>
          <p:nvPr/>
        </p:nvSpPr>
        <p:spPr>
          <a:xfrm>
            <a:off x="10151176" y="4295905"/>
            <a:ext cx="450038" cy="272231"/>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6" name="Curved Right Arrow 315">
            <a:extLst>
              <a:ext uri="{FF2B5EF4-FFF2-40B4-BE49-F238E27FC236}">
                <a16:creationId xmlns:a16="http://schemas.microsoft.com/office/drawing/2014/main" id="{4BBE0EA8-18F0-EDCF-5CF8-FFD14176E9BE}"/>
              </a:ext>
            </a:extLst>
          </p:cNvPr>
          <p:cNvSpPr/>
          <p:nvPr/>
        </p:nvSpPr>
        <p:spPr>
          <a:xfrm>
            <a:off x="8592110" y="4289035"/>
            <a:ext cx="450038" cy="39470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 Box 241">
            <a:extLst>
              <a:ext uri="{FF2B5EF4-FFF2-40B4-BE49-F238E27FC236}">
                <a16:creationId xmlns:a16="http://schemas.microsoft.com/office/drawing/2014/main" id="{7F56CDD1-0DFF-FD2B-AF2C-131C22558FD9}"/>
              </a:ext>
            </a:extLst>
          </p:cNvPr>
          <p:cNvSpPr txBox="1">
            <a:spLocks noChangeArrowheads="1"/>
          </p:cNvSpPr>
          <p:nvPr/>
        </p:nvSpPr>
        <p:spPr bwMode="auto">
          <a:xfrm>
            <a:off x="6026709" y="5101835"/>
            <a:ext cx="3311255" cy="705077"/>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an account?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selected account.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1" name="Rectangle 30">
            <a:extLst>
              <a:ext uri="{FF2B5EF4-FFF2-40B4-BE49-F238E27FC236}">
                <a16:creationId xmlns:a16="http://schemas.microsoft.com/office/drawing/2014/main" id="{BFCE70CD-9BB2-FFF1-DD43-E3B265732F79}"/>
              </a:ext>
            </a:extLst>
          </p:cNvPr>
          <p:cNvSpPr/>
          <p:nvPr/>
        </p:nvSpPr>
        <p:spPr>
          <a:xfrm>
            <a:off x="6629960" y="4762821"/>
            <a:ext cx="2846549" cy="2588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076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grpSp>
        <p:nvGrpSpPr>
          <p:cNvPr id="2" name="Group 1">
            <a:extLst>
              <a:ext uri="{FF2B5EF4-FFF2-40B4-BE49-F238E27FC236}">
                <a16:creationId xmlns:a16="http://schemas.microsoft.com/office/drawing/2014/main" id="{8C9B3553-3818-FBB2-832C-EE3C3A89E162}"/>
              </a:ext>
            </a:extLst>
          </p:cNvPr>
          <p:cNvGrpSpPr/>
          <p:nvPr/>
        </p:nvGrpSpPr>
        <p:grpSpPr>
          <a:xfrm>
            <a:off x="5372901" y="642052"/>
            <a:ext cx="6184900" cy="3636009"/>
            <a:chOff x="0" y="0"/>
            <a:chExt cx="6184900" cy="3636275"/>
          </a:xfrm>
        </p:grpSpPr>
        <p:pic>
          <p:nvPicPr>
            <p:cNvPr id="15" name="Picture 14">
              <a:extLst>
                <a:ext uri="{FF2B5EF4-FFF2-40B4-BE49-F238E27FC236}">
                  <a16:creationId xmlns:a16="http://schemas.microsoft.com/office/drawing/2014/main" id="{6E7B57B2-58D2-6358-C741-E3F3BBF0BD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184900" cy="3387725"/>
            </a:xfrm>
            <a:prstGeom prst="rect">
              <a:avLst/>
            </a:prstGeom>
          </p:spPr>
        </p:pic>
        <p:sp>
          <p:nvSpPr>
            <p:cNvPr id="16" name="Rectangle 15">
              <a:extLst>
                <a:ext uri="{FF2B5EF4-FFF2-40B4-BE49-F238E27FC236}">
                  <a16:creationId xmlns:a16="http://schemas.microsoft.com/office/drawing/2014/main" id="{E052F6BF-54CD-1A2F-9FCB-92A4CFA352A8}"/>
                </a:ext>
              </a:extLst>
            </p:cNvPr>
            <p:cNvSpPr/>
            <p:nvPr/>
          </p:nvSpPr>
          <p:spPr>
            <a:xfrm>
              <a:off x="1828800" y="1610436"/>
              <a:ext cx="2468245" cy="5327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352CB656-7214-17F3-E815-AB8C8CB7439C}"/>
                </a:ext>
              </a:extLst>
            </p:cNvPr>
            <p:cNvCxnSpPr/>
            <p:nvPr/>
          </p:nvCxnSpPr>
          <p:spPr>
            <a:xfrm>
              <a:off x="4339988" y="194736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44">
              <a:extLst>
                <a:ext uri="{FF2B5EF4-FFF2-40B4-BE49-F238E27FC236}">
                  <a16:creationId xmlns:a16="http://schemas.microsoft.com/office/drawing/2014/main" id="{6EA3ED4A-DA1D-FCEA-17AE-A823F51853C6}"/>
                </a:ext>
              </a:extLst>
            </p:cNvPr>
            <p:cNvSpPr txBox="1"/>
            <p:nvPr/>
          </p:nvSpPr>
          <p:spPr>
            <a:xfrm>
              <a:off x="4524233" y="1774209"/>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19" name="Rectangle 18">
              <a:extLst>
                <a:ext uri="{FF2B5EF4-FFF2-40B4-BE49-F238E27FC236}">
                  <a16:creationId xmlns:a16="http://schemas.microsoft.com/office/drawing/2014/main" id="{7DAF29C9-6C74-9070-4F12-746D3D14BF01}"/>
                </a:ext>
              </a:extLst>
            </p:cNvPr>
            <p:cNvSpPr/>
            <p:nvPr/>
          </p:nvSpPr>
          <p:spPr>
            <a:xfrm>
              <a:off x="1835624" y="2183642"/>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a16="http://schemas.microsoft.com/office/drawing/2014/main" id="{E7ED09EC-4B5C-ED23-FE26-73494952B367}"/>
                </a:ext>
              </a:extLst>
            </p:cNvPr>
            <p:cNvCxnSpPr/>
            <p:nvPr/>
          </p:nvCxnSpPr>
          <p:spPr>
            <a:xfrm>
              <a:off x="4339988" y="232267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1242">
              <a:extLst>
                <a:ext uri="{FF2B5EF4-FFF2-40B4-BE49-F238E27FC236}">
                  <a16:creationId xmlns:a16="http://schemas.microsoft.com/office/drawing/2014/main" id="{5247DB89-6CF6-6830-5DB8-D764F0897872}"/>
                </a:ext>
              </a:extLst>
            </p:cNvPr>
            <p:cNvSpPr txBox="1"/>
            <p:nvPr/>
          </p:nvSpPr>
          <p:spPr>
            <a:xfrm>
              <a:off x="4524233" y="208810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8</a:t>
              </a:r>
            </a:p>
          </p:txBody>
        </p:sp>
        <p:sp>
          <p:nvSpPr>
            <p:cNvPr id="25" name="Rectangle 24">
              <a:extLst>
                <a:ext uri="{FF2B5EF4-FFF2-40B4-BE49-F238E27FC236}">
                  <a16:creationId xmlns:a16="http://schemas.microsoft.com/office/drawing/2014/main" id="{BF0EE75D-7935-8B10-8F9D-FB1176F197BC}"/>
                </a:ext>
              </a:extLst>
            </p:cNvPr>
            <p:cNvSpPr/>
            <p:nvPr/>
          </p:nvSpPr>
          <p:spPr>
            <a:xfrm>
              <a:off x="3521122" y="2954740"/>
              <a:ext cx="926275" cy="24938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E40093E0-F694-0DF4-FCF4-EF9FCB109D0A}"/>
                </a:ext>
              </a:extLst>
            </p:cNvPr>
            <p:cNvCxnSpPr/>
            <p:nvPr/>
          </p:nvCxnSpPr>
          <p:spPr>
            <a:xfrm flipH="1">
              <a:off x="4330321"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237">
              <a:extLst>
                <a:ext uri="{FF2B5EF4-FFF2-40B4-BE49-F238E27FC236}">
                  <a16:creationId xmlns:a16="http://schemas.microsoft.com/office/drawing/2014/main" id="{9DF32455-72CD-8AF9-D3B4-2618559484C9}"/>
                </a:ext>
              </a:extLst>
            </p:cNvPr>
            <p:cNvSpPr txBox="1"/>
            <p:nvPr/>
          </p:nvSpPr>
          <p:spPr>
            <a:xfrm>
              <a:off x="3807725"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sp>
          <p:nvSpPr>
            <p:cNvPr id="31" name="Rectangle 30">
              <a:extLst>
                <a:ext uri="{FF2B5EF4-FFF2-40B4-BE49-F238E27FC236}">
                  <a16:creationId xmlns:a16="http://schemas.microsoft.com/office/drawing/2014/main" id="{6865D534-34A7-F185-B4CB-48E9518312D4}"/>
                </a:ext>
              </a:extLst>
            </p:cNvPr>
            <p:cNvSpPr/>
            <p:nvPr/>
          </p:nvSpPr>
          <p:spPr>
            <a:xfrm>
              <a:off x="2831910" y="2954740"/>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4C146A5A-347C-7437-616D-CFD89A7C2B84}"/>
                </a:ext>
              </a:extLst>
            </p:cNvPr>
            <p:cNvCxnSpPr/>
            <p:nvPr/>
          </p:nvCxnSpPr>
          <p:spPr>
            <a:xfrm flipH="1">
              <a:off x="3320387" y="315945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1235">
              <a:extLst>
                <a:ext uri="{FF2B5EF4-FFF2-40B4-BE49-F238E27FC236}">
                  <a16:creationId xmlns:a16="http://schemas.microsoft.com/office/drawing/2014/main" id="{A8217BBA-B343-F8BF-88FB-AE3256C48469}"/>
                </a:ext>
              </a:extLst>
            </p:cNvPr>
            <p:cNvSpPr txBox="1"/>
            <p:nvPr/>
          </p:nvSpPr>
          <p:spPr>
            <a:xfrm>
              <a:off x="2797791" y="335052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9.2</a:t>
              </a:r>
            </a:p>
          </p:txBody>
        </p:sp>
        <p:sp>
          <p:nvSpPr>
            <p:cNvPr id="35" name="Rectangle 34">
              <a:extLst>
                <a:ext uri="{FF2B5EF4-FFF2-40B4-BE49-F238E27FC236}">
                  <a16:creationId xmlns:a16="http://schemas.microsoft.com/office/drawing/2014/main" id="{C6B4ABA2-220B-4391-7223-933A716644C4}"/>
                </a:ext>
              </a:extLst>
            </p:cNvPr>
            <p:cNvSpPr/>
            <p:nvPr/>
          </p:nvSpPr>
          <p:spPr>
            <a:xfrm>
              <a:off x="2094931" y="2954740"/>
              <a:ext cx="687647"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676DD283-3EF7-0923-43D5-63E54DEB0F8E}"/>
                </a:ext>
              </a:extLst>
            </p:cNvPr>
            <p:cNvCxnSpPr/>
            <p:nvPr/>
          </p:nvCxnSpPr>
          <p:spPr>
            <a:xfrm flipH="1">
              <a:off x="2658470" y="3152633"/>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1231">
              <a:extLst>
                <a:ext uri="{FF2B5EF4-FFF2-40B4-BE49-F238E27FC236}">
                  <a16:creationId xmlns:a16="http://schemas.microsoft.com/office/drawing/2014/main" id="{3F89A5FF-A4E5-B99F-9EB8-E14C0C3F1EA2}"/>
                </a:ext>
              </a:extLst>
            </p:cNvPr>
            <p:cNvSpPr txBox="1"/>
            <p:nvPr/>
          </p:nvSpPr>
          <p:spPr>
            <a:xfrm>
              <a:off x="2135875" y="334370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9.1</a:t>
              </a:r>
            </a:p>
          </p:txBody>
        </p:sp>
        <p:sp>
          <p:nvSpPr>
            <p:cNvPr id="46" name="Rectangle 45">
              <a:extLst>
                <a:ext uri="{FF2B5EF4-FFF2-40B4-BE49-F238E27FC236}">
                  <a16:creationId xmlns:a16="http://schemas.microsoft.com/office/drawing/2014/main" id="{90D57409-7B9B-F0C1-78AF-423A75A5575E}"/>
                </a:ext>
              </a:extLst>
            </p:cNvPr>
            <p:cNvSpPr/>
            <p:nvPr/>
          </p:nvSpPr>
          <p:spPr>
            <a:xfrm>
              <a:off x="1835624" y="771098"/>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7" name="Straight Arrow Connector 46">
              <a:extLst>
                <a:ext uri="{FF2B5EF4-FFF2-40B4-BE49-F238E27FC236}">
                  <a16:creationId xmlns:a16="http://schemas.microsoft.com/office/drawing/2014/main" id="{AF790355-CAF1-1DC2-6512-F53C15251CCB}"/>
                </a:ext>
              </a:extLst>
            </p:cNvPr>
            <p:cNvCxnSpPr/>
            <p:nvPr/>
          </p:nvCxnSpPr>
          <p:spPr>
            <a:xfrm>
              <a:off x="4339988" y="964726"/>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1227">
              <a:extLst>
                <a:ext uri="{FF2B5EF4-FFF2-40B4-BE49-F238E27FC236}">
                  <a16:creationId xmlns:a16="http://schemas.microsoft.com/office/drawing/2014/main" id="{64268DCC-23D1-DAC8-7973-1074C88E8801}"/>
                </a:ext>
              </a:extLst>
            </p:cNvPr>
            <p:cNvSpPr txBox="1"/>
            <p:nvPr/>
          </p:nvSpPr>
          <p:spPr>
            <a:xfrm>
              <a:off x="4558352" y="76427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
        <p:nvSpPr>
          <p:cNvPr id="50" name="Text Box 1246">
            <a:extLst>
              <a:ext uri="{FF2B5EF4-FFF2-40B4-BE49-F238E27FC236}">
                <a16:creationId xmlns:a16="http://schemas.microsoft.com/office/drawing/2014/main" id="{FEF9E8FE-79B5-5491-40D1-04A1013F439C}"/>
              </a:ext>
            </a:extLst>
          </p:cNvPr>
          <p:cNvSpPr txBox="1"/>
          <p:nvPr/>
        </p:nvSpPr>
        <p:spPr>
          <a:xfrm>
            <a:off x="541044" y="1295411"/>
            <a:ext cx="3914825" cy="255052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a:t>
            </a:r>
            <a:r>
              <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After you select an account, a dialog box will prompt. Enter the details of the account.</a:t>
            </a: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75000"/>
                  <a:lumOff val="25000"/>
                </a:prstClr>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8.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9017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634199" y="4228209"/>
            <a:ext cx="3821670" cy="164038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save the account, if you want to add more other account, click add to cart button and select more accounts again.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9.2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OR If you want to plot the selected account already in accounts payable setup– detail, you may click add/ save button.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53" name="Group 52">
            <a:extLst>
              <a:ext uri="{FF2B5EF4-FFF2-40B4-BE49-F238E27FC236}">
                <a16:creationId xmlns:a16="http://schemas.microsoft.com/office/drawing/2014/main" id="{D5646B72-4F7E-ABA2-5877-2C707C4A03CF}"/>
              </a:ext>
            </a:extLst>
          </p:cNvPr>
          <p:cNvGrpSpPr/>
          <p:nvPr/>
        </p:nvGrpSpPr>
        <p:grpSpPr>
          <a:xfrm>
            <a:off x="5372901" y="4467751"/>
            <a:ext cx="6189345" cy="1623059"/>
            <a:chOff x="0" y="0"/>
            <a:chExt cx="6189345" cy="1623629"/>
          </a:xfrm>
        </p:grpSpPr>
        <p:pic>
          <p:nvPicPr>
            <p:cNvPr id="54" name="Picture 53">
              <a:extLst>
                <a:ext uri="{FF2B5EF4-FFF2-40B4-BE49-F238E27FC236}">
                  <a16:creationId xmlns:a16="http://schemas.microsoft.com/office/drawing/2014/main" id="{DDBC043D-50C2-EA1A-87DB-A815DEBD6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89345" cy="1508125"/>
            </a:xfrm>
            <a:prstGeom prst="rect">
              <a:avLst/>
            </a:prstGeom>
          </p:spPr>
        </p:pic>
        <p:sp>
          <p:nvSpPr>
            <p:cNvPr id="55" name="Text Box 241">
              <a:extLst>
                <a:ext uri="{FF2B5EF4-FFF2-40B4-BE49-F238E27FC236}">
                  <a16:creationId xmlns:a16="http://schemas.microsoft.com/office/drawing/2014/main" id="{3F2D2012-ED89-3EC3-4DF7-401EB05FBBC4}"/>
                </a:ext>
              </a:extLst>
            </p:cNvPr>
            <p:cNvSpPr txBox="1">
              <a:spLocks noChangeArrowheads="1"/>
            </p:cNvSpPr>
            <p:nvPr/>
          </p:nvSpPr>
          <p:spPr bwMode="auto">
            <a:xfrm>
              <a:off x="0" y="648269"/>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plot the selected accounts in the Accounts Payable Setup – detail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cart icon.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Then click the accept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00965" marR="0" lvl="0" indent="0" algn="l" defTabSz="914400" rtl="0" eaLnBrk="1" fontAlgn="auto" latinLnBrk="0" hangingPunct="1">
                <a:lnSpc>
                  <a:spcPts val="975"/>
                </a:lnSpc>
                <a:spcBef>
                  <a:spcPts val="0"/>
                </a:spcBef>
                <a:spcAft>
                  <a:spcPts val="0"/>
                </a:spcAft>
                <a:buClrTx/>
                <a:buSzTx/>
                <a:buFontTx/>
                <a:buNone/>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6" name="Rectangle 55">
              <a:extLst>
                <a:ext uri="{FF2B5EF4-FFF2-40B4-BE49-F238E27FC236}">
                  <a16:creationId xmlns:a16="http://schemas.microsoft.com/office/drawing/2014/main" id="{08593A88-FE74-30AB-49F4-EADE4FC17014}"/>
                </a:ext>
              </a:extLst>
            </p:cNvPr>
            <p:cNvSpPr/>
            <p:nvPr/>
          </p:nvSpPr>
          <p:spPr>
            <a:xfrm>
              <a:off x="5459105" y="47767"/>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 name="TextBox 2">
            <a:extLst>
              <a:ext uri="{FF2B5EF4-FFF2-40B4-BE49-F238E27FC236}">
                <a16:creationId xmlns:a16="http://schemas.microsoft.com/office/drawing/2014/main" id="{F6D799F8-59EF-DFD5-7D76-D2EDE63EED97}"/>
              </a:ext>
            </a:extLst>
          </p:cNvPr>
          <p:cNvSpPr txBox="1"/>
          <p:nvPr/>
        </p:nvSpPr>
        <p:spPr>
          <a:xfrm>
            <a:off x="207389" y="123167"/>
            <a:ext cx="48995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C59A385D-8D78-D779-21B2-C0B1016CF331}"/>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025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49ED5C6-F9C9-1AE0-6921-67F9C6C83C7C}"/>
              </a:ext>
            </a:extLst>
          </p:cNvPr>
          <p:cNvPicPr>
            <a:picLocks noChangeAspect="1"/>
          </p:cNvPicPr>
          <p:nvPr/>
        </p:nvPicPr>
        <p:blipFill>
          <a:blip r:embed="rId2"/>
          <a:stretch>
            <a:fillRect/>
          </a:stretch>
        </p:blipFill>
        <p:spPr>
          <a:xfrm>
            <a:off x="4987038" y="1901769"/>
            <a:ext cx="6840895" cy="2720717"/>
          </a:xfrm>
          <a:prstGeom prst="rect">
            <a:avLst/>
          </a:prstGeom>
        </p:spPr>
      </p:pic>
      <p:pic>
        <p:nvPicPr>
          <p:cNvPr id="17" name="Picture 16">
            <a:extLst>
              <a:ext uri="{FF2B5EF4-FFF2-40B4-BE49-F238E27FC236}">
                <a16:creationId xmlns:a16="http://schemas.microsoft.com/office/drawing/2014/main" id="{0FED25BA-0D83-6110-CBCC-4A8DB5B3477A}"/>
              </a:ext>
            </a:extLst>
          </p:cNvPr>
          <p:cNvPicPr>
            <a:picLocks noChangeAspect="1"/>
          </p:cNvPicPr>
          <p:nvPr/>
        </p:nvPicPr>
        <p:blipFill>
          <a:blip r:embed="rId3"/>
          <a:stretch>
            <a:fillRect/>
          </a:stretch>
        </p:blipFill>
        <p:spPr>
          <a:xfrm>
            <a:off x="5130558" y="2606917"/>
            <a:ext cx="6322615" cy="1491853"/>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254088" y="642052"/>
            <a:ext cx="3852819"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Create Accounts Payable Setup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52" name="Text Box 1252">
            <a:extLst>
              <a:ext uri="{FF2B5EF4-FFF2-40B4-BE49-F238E27FC236}">
                <a16:creationId xmlns:a16="http://schemas.microsoft.com/office/drawing/2014/main" id="{1EC9495B-58F2-5B90-3BC7-64240497CDF4}"/>
              </a:ext>
            </a:extLst>
          </p:cNvPr>
          <p:cNvSpPr txBox="1"/>
          <p:nvPr/>
        </p:nvSpPr>
        <p:spPr>
          <a:xfrm>
            <a:off x="720129" y="2437964"/>
            <a:ext cx="3821670" cy="123905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10.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finalize, click post button.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A4EE4DC4-49B0-E8C0-0CA1-E2ED27E47F82}"/>
              </a:ext>
            </a:extLst>
          </p:cNvPr>
          <p:cNvGrpSpPr/>
          <p:nvPr/>
        </p:nvGrpSpPr>
        <p:grpSpPr>
          <a:xfrm>
            <a:off x="8908411" y="2268623"/>
            <a:ext cx="2563459" cy="623962"/>
            <a:chOff x="3711734" y="382137"/>
            <a:chExt cx="2563544" cy="624140"/>
          </a:xfrm>
        </p:grpSpPr>
        <p:sp>
          <p:nvSpPr>
            <p:cNvPr id="6" name="Rectangle 5">
              <a:extLst>
                <a:ext uri="{FF2B5EF4-FFF2-40B4-BE49-F238E27FC236}">
                  <a16:creationId xmlns:a16="http://schemas.microsoft.com/office/drawing/2014/main" id="{C68B164C-3E7E-7A64-28EF-6AEB0B022C88}"/>
                </a:ext>
              </a:extLst>
            </p:cNvPr>
            <p:cNvSpPr/>
            <p:nvPr/>
          </p:nvSpPr>
          <p:spPr>
            <a:xfrm>
              <a:off x="5493224" y="443552"/>
              <a:ext cx="181140" cy="2300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DDE3DB81-8EA8-1F4E-3008-11BC336BDB35}"/>
                </a:ext>
              </a:extLst>
            </p:cNvPr>
            <p:cNvCxnSpPr/>
            <p:nvPr/>
          </p:nvCxnSpPr>
          <p:spPr>
            <a:xfrm flipV="1">
              <a:off x="5677469" y="51577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1258">
              <a:extLst>
                <a:ext uri="{FF2B5EF4-FFF2-40B4-BE49-F238E27FC236}">
                  <a16:creationId xmlns:a16="http://schemas.microsoft.com/office/drawing/2014/main" id="{E5BE83E9-6911-FE22-A691-F142795E0A46}"/>
                </a:ext>
              </a:extLst>
            </p:cNvPr>
            <p:cNvSpPr txBox="1"/>
            <p:nvPr/>
          </p:nvSpPr>
          <p:spPr>
            <a:xfrm>
              <a:off x="5800298" y="38213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10</a:t>
              </a:r>
            </a:p>
          </p:txBody>
        </p:sp>
        <p:sp>
          <p:nvSpPr>
            <p:cNvPr id="10" name="Curved Right Arrow 1256">
              <a:extLst>
                <a:ext uri="{FF2B5EF4-FFF2-40B4-BE49-F238E27FC236}">
                  <a16:creationId xmlns:a16="http://schemas.microsoft.com/office/drawing/2014/main" id="{E2A633E7-1198-BD10-8877-AC4254D1C32A}"/>
                </a:ext>
              </a:extLst>
            </p:cNvPr>
            <p:cNvSpPr/>
            <p:nvPr/>
          </p:nvSpPr>
          <p:spPr>
            <a:xfrm>
              <a:off x="5042848" y="539087"/>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B812C37-5BC6-D932-0F31-27A8AB8BB2A5}"/>
                </a:ext>
              </a:extLst>
            </p:cNvPr>
            <p:cNvSpPr/>
            <p:nvPr/>
          </p:nvSpPr>
          <p:spPr>
            <a:xfrm>
              <a:off x="3711734" y="753075"/>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36B8CFE8-925E-AA1B-158A-49BE3E9DB4E4}"/>
                </a:ext>
              </a:extLst>
            </p:cNvPr>
            <p:cNvCxnSpPr/>
            <p:nvPr/>
          </p:nvCxnSpPr>
          <p:spPr>
            <a:xfrm flipV="1">
              <a:off x="4053385" y="839121"/>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1253">
              <a:extLst>
                <a:ext uri="{FF2B5EF4-FFF2-40B4-BE49-F238E27FC236}">
                  <a16:creationId xmlns:a16="http://schemas.microsoft.com/office/drawing/2014/main" id="{F0E24813-435C-A279-E015-A3BBB91F22A6}"/>
                </a:ext>
              </a:extLst>
            </p:cNvPr>
            <p:cNvSpPr txBox="1"/>
            <p:nvPr/>
          </p:nvSpPr>
          <p:spPr>
            <a:xfrm>
              <a:off x="4216580" y="72052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sp>
        <p:nvSpPr>
          <p:cNvPr id="2" name="TextBox 1">
            <a:extLst>
              <a:ext uri="{FF2B5EF4-FFF2-40B4-BE49-F238E27FC236}">
                <a16:creationId xmlns:a16="http://schemas.microsoft.com/office/drawing/2014/main" id="{FFA5618D-97A2-EE55-1706-BB4CF1BF9408}"/>
              </a:ext>
            </a:extLst>
          </p:cNvPr>
          <p:cNvSpPr txBox="1"/>
          <p:nvPr/>
        </p:nvSpPr>
        <p:spPr>
          <a:xfrm>
            <a:off x="166255" y="123167"/>
            <a:ext cx="4940652"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0FE4BDDE-5A46-CDB0-FF72-E14D31D6C03E}"/>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802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D4FD7B8-DFFC-D323-CF3A-57DD8C87ADFB}"/>
              </a:ext>
            </a:extLst>
          </p:cNvPr>
          <p:cNvPicPr>
            <a:picLocks noChangeAspect="1"/>
          </p:cNvPicPr>
          <p:nvPr/>
        </p:nvPicPr>
        <p:blipFill>
          <a:blip r:embed="rId2"/>
          <a:stretch>
            <a:fillRect/>
          </a:stretch>
        </p:blipFill>
        <p:spPr>
          <a:xfrm>
            <a:off x="5141288" y="3450243"/>
            <a:ext cx="6476686" cy="2119725"/>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279432"/>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Accounts Payable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915824"/>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Accounts Payable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13" name="Text Box 1261">
            <a:extLst>
              <a:ext uri="{FF2B5EF4-FFF2-40B4-BE49-F238E27FC236}">
                <a16:creationId xmlns:a16="http://schemas.microsoft.com/office/drawing/2014/main" id="{57BDB169-5346-A438-EDAE-64BF685733FD}"/>
              </a:ext>
            </a:extLst>
          </p:cNvPr>
          <p:cNvSpPr txBox="1"/>
          <p:nvPr/>
        </p:nvSpPr>
        <p:spPr>
          <a:xfrm>
            <a:off x="674748" y="2015473"/>
            <a:ext cx="4045186" cy="168433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Payable Setup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Payable Setup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7C880566-2639-1811-D207-84EF5E82C642}"/>
              </a:ext>
            </a:extLst>
          </p:cNvPr>
          <p:cNvGrpSpPr/>
          <p:nvPr/>
        </p:nvGrpSpPr>
        <p:grpSpPr>
          <a:xfrm>
            <a:off x="5349873" y="857214"/>
            <a:ext cx="5796898" cy="2027532"/>
            <a:chOff x="5349873" y="857214"/>
            <a:chExt cx="5796898" cy="2027532"/>
          </a:xfrm>
        </p:grpSpPr>
        <p:pic>
          <p:nvPicPr>
            <p:cNvPr id="5" name="Picture 4">
              <a:extLst>
                <a:ext uri="{FF2B5EF4-FFF2-40B4-BE49-F238E27FC236}">
                  <a16:creationId xmlns:a16="http://schemas.microsoft.com/office/drawing/2014/main" id="{FB11B7B0-1C27-3F59-05B1-239882CAA446}"/>
                </a:ext>
              </a:extLst>
            </p:cNvPr>
            <p:cNvPicPr>
              <a:picLocks noChangeAspect="1"/>
            </p:cNvPicPr>
            <p:nvPr/>
          </p:nvPicPr>
          <p:blipFill>
            <a:blip r:embed="rId4"/>
            <a:stretch>
              <a:fillRect/>
            </a:stretch>
          </p:blipFill>
          <p:spPr>
            <a:xfrm>
              <a:off x="5349873" y="857214"/>
              <a:ext cx="5796898" cy="2027532"/>
            </a:xfrm>
            <a:prstGeom prst="rect">
              <a:avLst/>
            </a:prstGeom>
          </p:spPr>
        </p:pic>
        <p:grpSp>
          <p:nvGrpSpPr>
            <p:cNvPr id="17" name="Group 16">
              <a:extLst>
                <a:ext uri="{FF2B5EF4-FFF2-40B4-BE49-F238E27FC236}">
                  <a16:creationId xmlns:a16="http://schemas.microsoft.com/office/drawing/2014/main" id="{FD66B454-555E-5DC8-A6EF-BA1D28D5E199}"/>
                </a:ext>
              </a:extLst>
            </p:cNvPr>
            <p:cNvGrpSpPr/>
            <p:nvPr/>
          </p:nvGrpSpPr>
          <p:grpSpPr>
            <a:xfrm>
              <a:off x="5456813" y="1753175"/>
              <a:ext cx="1476337" cy="333375"/>
              <a:chOff x="0" y="0"/>
              <a:chExt cx="1476374" cy="333375"/>
            </a:xfrm>
          </p:grpSpPr>
          <p:sp>
            <p:nvSpPr>
              <p:cNvPr id="18" name="Rectangle 17">
                <a:extLst>
                  <a:ext uri="{FF2B5EF4-FFF2-40B4-BE49-F238E27FC236}">
                    <a16:creationId xmlns:a16="http://schemas.microsoft.com/office/drawing/2014/main" id="{A59F383A-27E2-D22B-2671-DD8F19659A25}"/>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D4555ECA-E25B-7B7D-02A3-74F5A839ED68}"/>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1265">
                <a:extLst>
                  <a:ext uri="{FF2B5EF4-FFF2-40B4-BE49-F238E27FC236}">
                    <a16:creationId xmlns:a16="http://schemas.microsoft.com/office/drawing/2014/main" id="{5B96C055-43AC-EE8C-5F9B-0524D6C75795}"/>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
        <p:nvSpPr>
          <p:cNvPr id="30" name="TextBox 29">
            <a:extLst>
              <a:ext uri="{FF2B5EF4-FFF2-40B4-BE49-F238E27FC236}">
                <a16:creationId xmlns:a16="http://schemas.microsoft.com/office/drawing/2014/main" id="{E383EAE0-85DE-1024-7883-A0C8C1416A8B}"/>
              </a:ext>
            </a:extLst>
          </p:cNvPr>
          <p:cNvSpPr txBox="1"/>
          <p:nvPr/>
        </p:nvSpPr>
        <p:spPr>
          <a:xfrm>
            <a:off x="7166367" y="5569969"/>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Accounts Payable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grpSp>
        <p:nvGrpSpPr>
          <p:cNvPr id="31" name="Group 30">
            <a:extLst>
              <a:ext uri="{FF2B5EF4-FFF2-40B4-BE49-F238E27FC236}">
                <a16:creationId xmlns:a16="http://schemas.microsoft.com/office/drawing/2014/main" id="{EF091414-AAE9-DF66-3669-15DADD1D4274}"/>
              </a:ext>
            </a:extLst>
          </p:cNvPr>
          <p:cNvGrpSpPr/>
          <p:nvPr/>
        </p:nvGrpSpPr>
        <p:grpSpPr>
          <a:xfrm>
            <a:off x="4829697" y="3691793"/>
            <a:ext cx="6698633" cy="1554744"/>
            <a:chOff x="0" y="197893"/>
            <a:chExt cx="6698927" cy="1555039"/>
          </a:xfrm>
        </p:grpSpPr>
        <p:grpSp>
          <p:nvGrpSpPr>
            <p:cNvPr id="33" name="Group 32">
              <a:extLst>
                <a:ext uri="{FF2B5EF4-FFF2-40B4-BE49-F238E27FC236}">
                  <a16:creationId xmlns:a16="http://schemas.microsoft.com/office/drawing/2014/main" id="{6BBFA037-8290-BE59-9A2C-7A3FB05AA3DC}"/>
                </a:ext>
              </a:extLst>
            </p:cNvPr>
            <p:cNvGrpSpPr/>
            <p:nvPr/>
          </p:nvGrpSpPr>
          <p:grpSpPr>
            <a:xfrm>
              <a:off x="1828800" y="615096"/>
              <a:ext cx="952500" cy="306842"/>
              <a:chOff x="523874" y="-59189"/>
              <a:chExt cx="952500" cy="306842"/>
            </a:xfrm>
          </p:grpSpPr>
          <p:sp>
            <p:nvSpPr>
              <p:cNvPr id="42" name="Rectangle 41">
                <a:extLst>
                  <a:ext uri="{FF2B5EF4-FFF2-40B4-BE49-F238E27FC236}">
                    <a16:creationId xmlns:a16="http://schemas.microsoft.com/office/drawing/2014/main" id="{B163EE3B-1C1C-0775-A07B-A8881985053E}"/>
                  </a:ext>
                </a:extLst>
              </p:cNvPr>
              <p:cNvSpPr/>
              <p:nvPr/>
            </p:nvSpPr>
            <p:spPr>
              <a:xfrm>
                <a:off x="523874" y="28576"/>
                <a:ext cx="285406" cy="21907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3" name="Straight Arrow Connector 42">
                <a:extLst>
                  <a:ext uri="{FF2B5EF4-FFF2-40B4-BE49-F238E27FC236}">
                    <a16:creationId xmlns:a16="http://schemas.microsoft.com/office/drawing/2014/main" id="{B0E621B0-3786-1207-9AB1-B7C57CE3B02F}"/>
                  </a:ext>
                </a:extLst>
              </p:cNvPr>
              <p:cNvCxnSpPr/>
              <p:nvPr/>
            </p:nvCxnSpPr>
            <p:spPr>
              <a:xfrm>
                <a:off x="809625" y="6693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 Box 1272">
                <a:extLst>
                  <a:ext uri="{FF2B5EF4-FFF2-40B4-BE49-F238E27FC236}">
                    <a16:creationId xmlns:a16="http://schemas.microsoft.com/office/drawing/2014/main" id="{0B87673A-5C68-82C8-AB8D-B0EE624F2B7F}"/>
                  </a:ext>
                </a:extLst>
              </p:cNvPr>
              <p:cNvSpPr txBox="1"/>
              <p:nvPr/>
            </p:nvSpPr>
            <p:spPr>
              <a:xfrm>
                <a:off x="1009649" y="-59189"/>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34" name="Group 33">
              <a:extLst>
                <a:ext uri="{FF2B5EF4-FFF2-40B4-BE49-F238E27FC236}">
                  <a16:creationId xmlns:a16="http://schemas.microsoft.com/office/drawing/2014/main" id="{5DF5C4C3-59ED-ACCF-B20B-B674099270CB}"/>
                </a:ext>
              </a:extLst>
            </p:cNvPr>
            <p:cNvGrpSpPr/>
            <p:nvPr/>
          </p:nvGrpSpPr>
          <p:grpSpPr>
            <a:xfrm>
              <a:off x="5717852" y="384400"/>
              <a:ext cx="981075" cy="304800"/>
              <a:chOff x="714951" y="-16930"/>
              <a:chExt cx="981075" cy="304800"/>
            </a:xfrm>
          </p:grpSpPr>
          <p:sp>
            <p:nvSpPr>
              <p:cNvPr id="39" name="Rectangle 38">
                <a:extLst>
                  <a:ext uri="{FF2B5EF4-FFF2-40B4-BE49-F238E27FC236}">
                    <a16:creationId xmlns:a16="http://schemas.microsoft.com/office/drawing/2014/main" id="{AB8E0592-FE2E-B501-553F-18FFD8AAF694}"/>
                  </a:ext>
                </a:extLst>
              </p:cNvPr>
              <p:cNvSpPr/>
              <p:nvPr/>
            </p:nvSpPr>
            <p:spPr>
              <a:xfrm>
                <a:off x="714951" y="-16930"/>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EFFD8D99-A63B-4370-943A-70F70250C274}"/>
                  </a:ext>
                </a:extLst>
              </p:cNvPr>
              <p:cNvCxnSpPr/>
              <p:nvPr/>
            </p:nvCxnSpPr>
            <p:spPr>
              <a:xfrm>
                <a:off x="1181677" y="87845"/>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1276">
                <a:extLst>
                  <a:ext uri="{FF2B5EF4-FFF2-40B4-BE49-F238E27FC236}">
                    <a16:creationId xmlns:a16="http://schemas.microsoft.com/office/drawing/2014/main" id="{863F296A-55F5-6726-5CFC-C0D219DA48F3}"/>
                  </a:ext>
                </a:extLst>
              </p:cNvPr>
              <p:cNvSpPr txBox="1"/>
              <p:nvPr/>
            </p:nvSpPr>
            <p:spPr>
              <a:xfrm>
                <a:off x="1391226" y="-16930"/>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35" name="Group 34">
              <a:extLst>
                <a:ext uri="{FF2B5EF4-FFF2-40B4-BE49-F238E27FC236}">
                  <a16:creationId xmlns:a16="http://schemas.microsoft.com/office/drawing/2014/main" id="{C71836A3-A874-DBFB-0B49-16545D2B87A0}"/>
                </a:ext>
              </a:extLst>
            </p:cNvPr>
            <p:cNvGrpSpPr>
              <a:grpSpLocks/>
            </p:cNvGrpSpPr>
            <p:nvPr/>
          </p:nvGrpSpPr>
          <p:grpSpPr bwMode="auto">
            <a:xfrm>
              <a:off x="2851747" y="873457"/>
              <a:ext cx="2552700" cy="879475"/>
              <a:chOff x="6116" y="177"/>
              <a:chExt cx="4020" cy="1385"/>
            </a:xfrm>
          </p:grpSpPr>
          <p:pic>
            <p:nvPicPr>
              <p:cNvPr id="37" name="Picture 36">
                <a:extLst>
                  <a:ext uri="{FF2B5EF4-FFF2-40B4-BE49-F238E27FC236}">
                    <a16:creationId xmlns:a16="http://schemas.microsoft.com/office/drawing/2014/main" id="{C4D96E71-4866-D52F-482A-12030EF9AD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241">
                <a:extLst>
                  <a:ext uri="{FF2B5EF4-FFF2-40B4-BE49-F238E27FC236}">
                    <a16:creationId xmlns:a16="http://schemas.microsoft.com/office/drawing/2014/main" id="{FE1B6FF4-C3CB-9BA3-D982-69414551156D}"/>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36" name="Text Box 1277">
              <a:extLst>
                <a:ext uri="{FF2B5EF4-FFF2-40B4-BE49-F238E27FC236}">
                  <a16:creationId xmlns:a16="http://schemas.microsoft.com/office/drawing/2014/main" id="{97169DC1-BAE7-7028-17D8-9B6678036058}"/>
                </a:ext>
              </a:extLst>
            </p:cNvPr>
            <p:cNvSpPr txBox="1"/>
            <p:nvPr/>
          </p:nvSpPr>
          <p:spPr>
            <a:xfrm>
              <a:off x="0" y="197893"/>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46" name="Text Box 1278">
            <a:extLst>
              <a:ext uri="{FF2B5EF4-FFF2-40B4-BE49-F238E27FC236}">
                <a16:creationId xmlns:a16="http://schemas.microsoft.com/office/drawing/2014/main" id="{5B0F9908-3F77-090B-1A90-6FC94BC2FB28}"/>
              </a:ext>
            </a:extLst>
          </p:cNvPr>
          <p:cNvSpPr txBox="1"/>
          <p:nvPr/>
        </p:nvSpPr>
        <p:spPr>
          <a:xfrm>
            <a:off x="713266" y="4030636"/>
            <a:ext cx="3978906" cy="136454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AP transaction, if you wish to edit the header of the transaction click edit button.</a:t>
            </a: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AP header, click save button in the upper side of the header.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E9CEC29-868E-2DAE-3B2C-C243E415592E}"/>
              </a:ext>
            </a:extLst>
          </p:cNvPr>
          <p:cNvSpPr txBox="1"/>
          <p:nvPr/>
        </p:nvSpPr>
        <p:spPr>
          <a:xfrm>
            <a:off x="93607" y="123167"/>
            <a:ext cx="492173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264ACE0E-82AF-3951-EDC4-8AF424152E30}"/>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57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1219845" y="642052"/>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Accounts Payable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6" name="Text Box 1279">
            <a:extLst>
              <a:ext uri="{FF2B5EF4-FFF2-40B4-BE49-F238E27FC236}">
                <a16:creationId xmlns:a16="http://schemas.microsoft.com/office/drawing/2014/main" id="{55A993B9-9630-8338-3B96-3F2938EAF706}"/>
              </a:ext>
            </a:extLst>
          </p:cNvPr>
          <p:cNvSpPr txBox="1"/>
          <p:nvPr/>
        </p:nvSpPr>
        <p:spPr>
          <a:xfrm>
            <a:off x="583013" y="2374537"/>
            <a:ext cx="3978906" cy="313849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EA685925-62D7-A373-5A5A-500AC5D1A48E}"/>
              </a:ext>
            </a:extLst>
          </p:cNvPr>
          <p:cNvSpPr txBox="1"/>
          <p:nvPr/>
        </p:nvSpPr>
        <p:spPr>
          <a:xfrm>
            <a:off x="93608" y="101465"/>
            <a:ext cx="494021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4" name="Slide Number Placeholder 9">
            <a:extLst>
              <a:ext uri="{FF2B5EF4-FFF2-40B4-BE49-F238E27FC236}">
                <a16:creationId xmlns:a16="http://schemas.microsoft.com/office/drawing/2014/main" id="{AE5ED70C-DFAC-CEE1-38AC-BA4F07B0CA4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693AC1B8-AA9C-EFD9-F1E3-87551B0BF4B7}"/>
              </a:ext>
            </a:extLst>
          </p:cNvPr>
          <p:cNvGrpSpPr/>
          <p:nvPr/>
        </p:nvGrpSpPr>
        <p:grpSpPr>
          <a:xfrm>
            <a:off x="5126663" y="2158545"/>
            <a:ext cx="6260227" cy="2277457"/>
            <a:chOff x="5126663" y="2158545"/>
            <a:chExt cx="6260227" cy="2277457"/>
          </a:xfrm>
        </p:grpSpPr>
        <p:grpSp>
          <p:nvGrpSpPr>
            <p:cNvPr id="16" name="Group 15">
              <a:extLst>
                <a:ext uri="{FF2B5EF4-FFF2-40B4-BE49-F238E27FC236}">
                  <a16:creationId xmlns:a16="http://schemas.microsoft.com/office/drawing/2014/main" id="{F49199C4-AC69-88A0-FE0D-487881BA63F4}"/>
                </a:ext>
              </a:extLst>
            </p:cNvPr>
            <p:cNvGrpSpPr/>
            <p:nvPr/>
          </p:nvGrpSpPr>
          <p:grpSpPr>
            <a:xfrm>
              <a:off x="5126663" y="2158545"/>
              <a:ext cx="6260227" cy="2277457"/>
              <a:chOff x="5126663" y="887465"/>
              <a:chExt cx="6260227" cy="2277457"/>
            </a:xfrm>
          </p:grpSpPr>
          <p:grpSp>
            <p:nvGrpSpPr>
              <p:cNvPr id="29" name="Group 28">
                <a:extLst>
                  <a:ext uri="{FF2B5EF4-FFF2-40B4-BE49-F238E27FC236}">
                    <a16:creationId xmlns:a16="http://schemas.microsoft.com/office/drawing/2014/main" id="{06BC1C2C-EE88-40C0-8BD9-723D3CC09295}"/>
                  </a:ext>
                </a:extLst>
              </p:cNvPr>
              <p:cNvGrpSpPr/>
              <p:nvPr/>
            </p:nvGrpSpPr>
            <p:grpSpPr>
              <a:xfrm>
                <a:off x="5197545" y="1053550"/>
                <a:ext cx="6189345" cy="2111372"/>
                <a:chOff x="0" y="3"/>
                <a:chExt cx="6189345" cy="2111372"/>
              </a:xfrm>
            </p:grpSpPr>
            <p:grpSp>
              <p:nvGrpSpPr>
                <p:cNvPr id="34" name="Group 33">
                  <a:extLst>
                    <a:ext uri="{FF2B5EF4-FFF2-40B4-BE49-F238E27FC236}">
                      <a16:creationId xmlns:a16="http://schemas.microsoft.com/office/drawing/2014/main" id="{E4745E7E-6AC0-BCC2-30DD-0805A4A420D1}"/>
                    </a:ext>
                  </a:extLst>
                </p:cNvPr>
                <p:cNvGrpSpPr/>
                <p:nvPr/>
              </p:nvGrpSpPr>
              <p:grpSpPr>
                <a:xfrm>
                  <a:off x="444500" y="3"/>
                  <a:ext cx="5457854" cy="1534468"/>
                  <a:chOff x="365745" y="340675"/>
                  <a:chExt cx="5457854" cy="1534615"/>
                </a:xfrm>
              </p:grpSpPr>
              <p:pic>
                <p:nvPicPr>
                  <p:cNvPr id="36" name="Picture 35">
                    <a:extLst>
                      <a:ext uri="{FF2B5EF4-FFF2-40B4-BE49-F238E27FC236}">
                        <a16:creationId xmlns:a16="http://schemas.microsoft.com/office/drawing/2014/main" id="{6D316FF9-F77D-43C4-2BD8-2D8C0F15B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7" name="Rectangle 36">
                    <a:extLst>
                      <a:ext uri="{FF2B5EF4-FFF2-40B4-BE49-F238E27FC236}">
                        <a16:creationId xmlns:a16="http://schemas.microsoft.com/office/drawing/2014/main" id="{33BE00EC-12B8-FE15-3C86-66A2EC71939B}"/>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2E968127-AAAB-E086-8D12-70056556B056}"/>
                      </a:ext>
                    </a:extLst>
                  </p:cNvPr>
                  <p:cNvGrpSpPr/>
                  <p:nvPr/>
                </p:nvGrpSpPr>
                <p:grpSpPr>
                  <a:xfrm>
                    <a:off x="3765617" y="340675"/>
                    <a:ext cx="647700" cy="709532"/>
                    <a:chOff x="-854008" y="-154625"/>
                    <a:chExt cx="647700" cy="709532"/>
                  </a:xfrm>
                </p:grpSpPr>
                <p:sp>
                  <p:nvSpPr>
                    <p:cNvPr id="39" name="Rectangle 38">
                      <a:extLst>
                        <a:ext uri="{FF2B5EF4-FFF2-40B4-BE49-F238E27FC236}">
                          <a16:creationId xmlns:a16="http://schemas.microsoft.com/office/drawing/2014/main" id="{3352BE86-2392-3CA9-9BC6-3655CAD000C8}"/>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88BC1A8B-4CE2-8838-876A-2BD0C572745A}"/>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62">
                      <a:extLst>
                        <a:ext uri="{FF2B5EF4-FFF2-40B4-BE49-F238E27FC236}">
                          <a16:creationId xmlns:a16="http://schemas.microsoft.com/office/drawing/2014/main" id="{A5CB6656-274D-E916-EC24-8AF5E77FAADC}"/>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pic>
              <p:nvPicPr>
                <p:cNvPr id="35" name="Picture 34">
                  <a:extLst>
                    <a:ext uri="{FF2B5EF4-FFF2-40B4-BE49-F238E27FC236}">
                      <a16:creationId xmlns:a16="http://schemas.microsoft.com/office/drawing/2014/main" id="{69952D66-2009-494E-74C3-AC854F2DC6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30" name="Group 29">
                <a:extLst>
                  <a:ext uri="{FF2B5EF4-FFF2-40B4-BE49-F238E27FC236}">
                    <a16:creationId xmlns:a16="http://schemas.microsoft.com/office/drawing/2014/main" id="{214DE05F-5C06-68FD-1ED0-9F9036E2DEBC}"/>
                  </a:ext>
                </a:extLst>
              </p:cNvPr>
              <p:cNvGrpSpPr/>
              <p:nvPr/>
            </p:nvGrpSpPr>
            <p:grpSpPr>
              <a:xfrm>
                <a:off x="5126663" y="887465"/>
                <a:ext cx="3176904" cy="2008507"/>
                <a:chOff x="0" y="0"/>
                <a:chExt cx="3177391" cy="2008909"/>
              </a:xfrm>
            </p:grpSpPr>
            <p:sp>
              <p:nvSpPr>
                <p:cNvPr id="31" name="Text Box 81">
                  <a:extLst>
                    <a:ext uri="{FF2B5EF4-FFF2-40B4-BE49-F238E27FC236}">
                      <a16:creationId xmlns:a16="http://schemas.microsoft.com/office/drawing/2014/main" id="{0FDA70B6-EB2E-C974-6BD2-B9224AC44D5F}"/>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DETAIL</a:t>
                  </a:r>
                </a:p>
              </p:txBody>
            </p:sp>
            <p:sp>
              <p:nvSpPr>
                <p:cNvPr id="32" name="Curved Left Arrow 95">
                  <a:extLst>
                    <a:ext uri="{FF2B5EF4-FFF2-40B4-BE49-F238E27FC236}">
                      <a16:creationId xmlns:a16="http://schemas.microsoft.com/office/drawing/2014/main" id="{5EBC5219-B3DB-2011-E117-E587B3D6DE65}"/>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Text Box 98">
                  <a:extLst>
                    <a:ext uri="{FF2B5EF4-FFF2-40B4-BE49-F238E27FC236}">
                      <a16:creationId xmlns:a16="http://schemas.microsoft.com/office/drawing/2014/main" id="{AB0398E7-7140-3E2F-8A34-A88BB92A5E05}"/>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7" name="Rectangle 16">
              <a:extLst>
                <a:ext uri="{FF2B5EF4-FFF2-40B4-BE49-F238E27FC236}">
                  <a16:creationId xmlns:a16="http://schemas.microsoft.com/office/drawing/2014/main" id="{FEF8D5DC-FD37-6D9A-C18C-3C177069D711}"/>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5EB48428-DBE6-82A9-84F0-9551D695110B}"/>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2">
              <a:extLst>
                <a:ext uri="{FF2B5EF4-FFF2-40B4-BE49-F238E27FC236}">
                  <a16:creationId xmlns:a16="http://schemas.microsoft.com/office/drawing/2014/main" id="{3D965E54-A64A-E6B7-CEA2-34CE5D54AE58}"/>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22" name="Rectangle 21">
              <a:extLst>
                <a:ext uri="{FF2B5EF4-FFF2-40B4-BE49-F238E27FC236}">
                  <a16:creationId xmlns:a16="http://schemas.microsoft.com/office/drawing/2014/main" id="{5DC4494B-CAD7-99AC-7D49-141FE9271445}"/>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CCFA6C6-2EC3-31A9-17A5-06090D22BD94}"/>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62">
              <a:extLst>
                <a:ext uri="{FF2B5EF4-FFF2-40B4-BE49-F238E27FC236}">
                  <a16:creationId xmlns:a16="http://schemas.microsoft.com/office/drawing/2014/main" id="{3FCA4F5D-A962-9FEA-7C27-99B2C954EE3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277635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4BE0A5C-21E9-73DD-A990-3C4C4F0BC9CF}"/>
              </a:ext>
            </a:extLst>
          </p:cNvPr>
          <p:cNvPicPr>
            <a:picLocks noChangeAspect="1"/>
          </p:cNvPicPr>
          <p:nvPr/>
        </p:nvPicPr>
        <p:blipFill>
          <a:blip r:embed="rId2"/>
          <a:stretch>
            <a:fillRect/>
          </a:stretch>
        </p:blipFill>
        <p:spPr>
          <a:xfrm>
            <a:off x="5141288" y="3450243"/>
            <a:ext cx="6476686" cy="2119725"/>
          </a:xfrm>
          <a:prstGeom prst="rect">
            <a:avLst/>
          </a:prstGeom>
        </p:spPr>
      </p:pic>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45738"/>
            <a:ext cx="3887062" cy="584775"/>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Accounts Payable Setup Transactions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5" name="TextBox 54">
            <a:extLst>
              <a:ext uri="{FF2B5EF4-FFF2-40B4-BE49-F238E27FC236}">
                <a16:creationId xmlns:a16="http://schemas.microsoft.com/office/drawing/2014/main" id="{438989E4-F23C-F4AC-684B-2BE81114D33A}"/>
              </a:ext>
            </a:extLst>
          </p:cNvPr>
          <p:cNvSpPr txBox="1"/>
          <p:nvPr/>
        </p:nvSpPr>
        <p:spPr>
          <a:xfrm>
            <a:off x="7119936" y="2896971"/>
            <a:ext cx="2552700" cy="478849"/>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Setup–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E383EAE0-85DE-1024-7883-A0C8C1416A8B}"/>
              </a:ext>
            </a:extLst>
          </p:cNvPr>
          <p:cNvSpPr txBox="1"/>
          <p:nvPr/>
        </p:nvSpPr>
        <p:spPr>
          <a:xfrm>
            <a:off x="7146056" y="5501076"/>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Accounts Payable Setup–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 Box 1291">
            <a:extLst>
              <a:ext uri="{FF2B5EF4-FFF2-40B4-BE49-F238E27FC236}">
                <a16:creationId xmlns:a16="http://schemas.microsoft.com/office/drawing/2014/main" id="{5EF25984-919D-6FB8-EBD4-F65FF2F2742D}"/>
              </a:ext>
            </a:extLst>
          </p:cNvPr>
          <p:cNvSpPr txBox="1"/>
          <p:nvPr/>
        </p:nvSpPr>
        <p:spPr>
          <a:xfrm>
            <a:off x="646986" y="1744842"/>
            <a:ext cx="4045186" cy="198888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Accounts Payable Setup – main window, search the journal entry you wish to edit its information in the search bar. Or,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Accounts Payable Setup – main form, click the lookup button and select the transaction you wish to edit its information by typing its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1292">
            <a:extLst>
              <a:ext uri="{FF2B5EF4-FFF2-40B4-BE49-F238E27FC236}">
                <a16:creationId xmlns:a16="http://schemas.microsoft.com/office/drawing/2014/main" id="{48AD7BD0-05B9-15E4-FAAF-94BC0AA481E8}"/>
              </a:ext>
            </a:extLst>
          </p:cNvPr>
          <p:cNvSpPr txBox="1"/>
          <p:nvPr/>
        </p:nvSpPr>
        <p:spPr>
          <a:xfrm>
            <a:off x="646986" y="3845035"/>
            <a:ext cx="4038836" cy="49847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8034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delete button.</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9" name="Group 8">
            <a:extLst>
              <a:ext uri="{FF2B5EF4-FFF2-40B4-BE49-F238E27FC236}">
                <a16:creationId xmlns:a16="http://schemas.microsoft.com/office/drawing/2014/main" id="{71FBC940-599C-B40C-7251-E11F5363235C}"/>
              </a:ext>
            </a:extLst>
          </p:cNvPr>
          <p:cNvGrpSpPr/>
          <p:nvPr/>
        </p:nvGrpSpPr>
        <p:grpSpPr>
          <a:xfrm>
            <a:off x="4841005" y="3693109"/>
            <a:ext cx="5288915" cy="1501775"/>
            <a:chOff x="0" y="241300"/>
            <a:chExt cx="5288915" cy="1501775"/>
          </a:xfrm>
        </p:grpSpPr>
        <p:grpSp>
          <p:nvGrpSpPr>
            <p:cNvPr id="11" name="Group 10">
              <a:extLst>
                <a:ext uri="{FF2B5EF4-FFF2-40B4-BE49-F238E27FC236}">
                  <a16:creationId xmlns:a16="http://schemas.microsoft.com/office/drawing/2014/main" id="{19B126DB-46D9-4C49-0015-AF9E3A9A56FE}"/>
                </a:ext>
              </a:extLst>
            </p:cNvPr>
            <p:cNvGrpSpPr/>
            <p:nvPr/>
          </p:nvGrpSpPr>
          <p:grpSpPr>
            <a:xfrm>
              <a:off x="1828800" y="698500"/>
              <a:ext cx="952500" cy="304800"/>
              <a:chOff x="523874" y="28575"/>
              <a:chExt cx="952500" cy="304800"/>
            </a:xfrm>
          </p:grpSpPr>
          <p:sp>
            <p:nvSpPr>
              <p:cNvPr id="29" name="Rectangle 28">
                <a:extLst>
                  <a:ext uri="{FF2B5EF4-FFF2-40B4-BE49-F238E27FC236}">
                    <a16:creationId xmlns:a16="http://schemas.microsoft.com/office/drawing/2014/main" id="{F61B4315-4FAE-B627-4862-6A35201ED512}"/>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D334A409-3BAF-0D04-12BF-A1552870670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 Box 1346">
                <a:extLst>
                  <a:ext uri="{FF2B5EF4-FFF2-40B4-BE49-F238E27FC236}">
                    <a16:creationId xmlns:a16="http://schemas.microsoft.com/office/drawing/2014/main" id="{AD08F02B-7857-62FD-B9C2-A211FA605037}"/>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12" name="Group 11">
              <a:extLst>
                <a:ext uri="{FF2B5EF4-FFF2-40B4-BE49-F238E27FC236}">
                  <a16:creationId xmlns:a16="http://schemas.microsoft.com/office/drawing/2014/main" id="{72AC10CF-B983-05CF-68D5-13DF9D91C68E}"/>
                </a:ext>
              </a:extLst>
            </p:cNvPr>
            <p:cNvGrpSpPr/>
            <p:nvPr/>
          </p:nvGrpSpPr>
          <p:grpSpPr>
            <a:xfrm>
              <a:off x="3400007" y="415354"/>
              <a:ext cx="981076" cy="304800"/>
              <a:chOff x="717131" y="69279"/>
              <a:chExt cx="981076" cy="304800"/>
            </a:xfrm>
          </p:grpSpPr>
          <p:sp>
            <p:nvSpPr>
              <p:cNvPr id="25" name="Rectangle 24">
                <a:extLst>
                  <a:ext uri="{FF2B5EF4-FFF2-40B4-BE49-F238E27FC236}">
                    <a16:creationId xmlns:a16="http://schemas.microsoft.com/office/drawing/2014/main" id="{15117BC3-D547-52F8-410D-B18561FED533}"/>
                  </a:ext>
                </a:extLst>
              </p:cNvPr>
              <p:cNvSpPr/>
              <p:nvPr/>
            </p:nvSpPr>
            <p:spPr>
              <a:xfrm>
                <a:off x="717131" y="69279"/>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F6B838E4-76C6-3D22-1684-B4CC0F86263E}"/>
                  </a:ext>
                </a:extLst>
              </p:cNvPr>
              <p:cNvCxnSpPr/>
              <p:nvPr/>
            </p:nvCxnSpPr>
            <p:spPr>
              <a:xfrm>
                <a:off x="1183857" y="174054"/>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1350">
                <a:extLst>
                  <a:ext uri="{FF2B5EF4-FFF2-40B4-BE49-F238E27FC236}">
                    <a16:creationId xmlns:a16="http://schemas.microsoft.com/office/drawing/2014/main" id="{473C8C95-71AC-738C-CF3D-0D6ABD90D2A4}"/>
                  </a:ext>
                </a:extLst>
              </p:cNvPr>
              <p:cNvSpPr txBox="1"/>
              <p:nvPr/>
            </p:nvSpPr>
            <p:spPr>
              <a:xfrm>
                <a:off x="1393407" y="69279"/>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grpSp>
          <p:nvGrpSpPr>
            <p:cNvPr id="14" name="Group 13">
              <a:extLst>
                <a:ext uri="{FF2B5EF4-FFF2-40B4-BE49-F238E27FC236}">
                  <a16:creationId xmlns:a16="http://schemas.microsoft.com/office/drawing/2014/main" id="{544B1BAD-E69C-8D3A-E96B-B7E4963C87E2}"/>
                </a:ext>
              </a:extLst>
            </p:cNvPr>
            <p:cNvGrpSpPr>
              <a:grpSpLocks/>
            </p:cNvGrpSpPr>
            <p:nvPr/>
          </p:nvGrpSpPr>
          <p:grpSpPr bwMode="auto">
            <a:xfrm>
              <a:off x="2850515" y="863600"/>
              <a:ext cx="2438400" cy="879475"/>
              <a:chOff x="6116" y="177"/>
              <a:chExt cx="3840" cy="1385"/>
            </a:xfrm>
          </p:grpSpPr>
          <p:pic>
            <p:nvPicPr>
              <p:cNvPr id="23" name="Picture 22">
                <a:extLst>
                  <a:ext uri="{FF2B5EF4-FFF2-40B4-BE49-F238E27FC236}">
                    <a16:creationId xmlns:a16="http://schemas.microsoft.com/office/drawing/2014/main" id="{E0054877-F332-BECD-9C59-24D232A6CD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 Box 241">
                <a:extLst>
                  <a:ext uri="{FF2B5EF4-FFF2-40B4-BE49-F238E27FC236}">
                    <a16:creationId xmlns:a16="http://schemas.microsoft.com/office/drawing/2014/main" id="{A20640F8-5021-998C-19BD-DF55B6C7BEBB}"/>
                  </a:ext>
                </a:extLst>
              </p:cNvPr>
              <p:cNvSpPr txBox="1">
                <a:spLocks noChangeArrowheads="1"/>
              </p:cNvSpPr>
              <p:nvPr/>
            </p:nvSpPr>
            <p:spPr bwMode="auto">
              <a:xfrm>
                <a:off x="6116" y="177"/>
                <a:ext cx="384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sp>
          <p:nvSpPr>
            <p:cNvPr id="20" name="Text Box 1351">
              <a:extLst>
                <a:ext uri="{FF2B5EF4-FFF2-40B4-BE49-F238E27FC236}">
                  <a16:creationId xmlns:a16="http://schemas.microsoft.com/office/drawing/2014/main" id="{1E425344-A3EE-43D9-EC90-FB47C2FF8BFD}"/>
                </a:ext>
              </a:extLst>
            </p:cNvPr>
            <p:cNvSpPr txBox="1"/>
            <p:nvPr/>
          </p:nvSpPr>
          <p:spPr>
            <a:xfrm>
              <a:off x="0" y="24130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2" name="TextBox 1">
            <a:extLst>
              <a:ext uri="{FF2B5EF4-FFF2-40B4-BE49-F238E27FC236}">
                <a16:creationId xmlns:a16="http://schemas.microsoft.com/office/drawing/2014/main" id="{E2458751-11A8-96A3-D626-32A004BF5893}"/>
              </a:ext>
            </a:extLst>
          </p:cNvPr>
          <p:cNvSpPr txBox="1"/>
          <p:nvPr/>
        </p:nvSpPr>
        <p:spPr>
          <a:xfrm>
            <a:off x="193963" y="123167"/>
            <a:ext cx="4912943"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E8E3A37-310A-9E48-94C2-72B1CA0CB887}"/>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26FDA717-4F06-EEB9-800C-504124957F0E}"/>
              </a:ext>
            </a:extLst>
          </p:cNvPr>
          <p:cNvGrpSpPr/>
          <p:nvPr/>
        </p:nvGrpSpPr>
        <p:grpSpPr>
          <a:xfrm>
            <a:off x="5349873" y="857214"/>
            <a:ext cx="5796898" cy="2027532"/>
            <a:chOff x="5349873" y="857214"/>
            <a:chExt cx="5796898" cy="2027532"/>
          </a:xfrm>
        </p:grpSpPr>
        <p:pic>
          <p:nvPicPr>
            <p:cNvPr id="13" name="Picture 12">
              <a:extLst>
                <a:ext uri="{FF2B5EF4-FFF2-40B4-BE49-F238E27FC236}">
                  <a16:creationId xmlns:a16="http://schemas.microsoft.com/office/drawing/2014/main" id="{8EAD67A3-6628-1DB4-B7D4-096E943B6BFB}"/>
                </a:ext>
              </a:extLst>
            </p:cNvPr>
            <p:cNvPicPr>
              <a:picLocks noChangeAspect="1"/>
            </p:cNvPicPr>
            <p:nvPr/>
          </p:nvPicPr>
          <p:blipFill>
            <a:blip r:embed="rId5"/>
            <a:stretch>
              <a:fillRect/>
            </a:stretch>
          </p:blipFill>
          <p:spPr>
            <a:xfrm>
              <a:off x="5349873" y="857214"/>
              <a:ext cx="5796898" cy="2027532"/>
            </a:xfrm>
            <a:prstGeom prst="rect">
              <a:avLst/>
            </a:prstGeom>
          </p:spPr>
        </p:pic>
        <p:grpSp>
          <p:nvGrpSpPr>
            <p:cNvPr id="15" name="Group 14">
              <a:extLst>
                <a:ext uri="{FF2B5EF4-FFF2-40B4-BE49-F238E27FC236}">
                  <a16:creationId xmlns:a16="http://schemas.microsoft.com/office/drawing/2014/main" id="{016D109F-88CE-9826-08CD-D6E48E31B894}"/>
                </a:ext>
              </a:extLst>
            </p:cNvPr>
            <p:cNvGrpSpPr/>
            <p:nvPr/>
          </p:nvGrpSpPr>
          <p:grpSpPr>
            <a:xfrm>
              <a:off x="5456813" y="1753175"/>
              <a:ext cx="1476337" cy="333375"/>
              <a:chOff x="0" y="0"/>
              <a:chExt cx="1476374" cy="333375"/>
            </a:xfrm>
          </p:grpSpPr>
          <p:sp>
            <p:nvSpPr>
              <p:cNvPr id="16" name="Rectangle 15">
                <a:extLst>
                  <a:ext uri="{FF2B5EF4-FFF2-40B4-BE49-F238E27FC236}">
                    <a16:creationId xmlns:a16="http://schemas.microsoft.com/office/drawing/2014/main" id="{33FE5901-61AD-65CF-1984-20AF69754E31}"/>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2916BFD1-EED1-9197-6A23-218C3588A4E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 Box 1265">
                <a:extLst>
                  <a:ext uri="{FF2B5EF4-FFF2-40B4-BE49-F238E27FC236}">
                    <a16:creationId xmlns:a16="http://schemas.microsoft.com/office/drawing/2014/main" id="{C46604A0-2405-BB59-30AA-3054764BB45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spTree>
    <p:extLst>
      <p:ext uri="{BB962C8B-B14F-4D97-AF65-F5344CB8AC3E}">
        <p14:creationId xmlns:p14="http://schemas.microsoft.com/office/powerpoint/2010/main" val="8079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1053690"/>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13" name="Text Box 1294">
            <a:extLst>
              <a:ext uri="{FF2B5EF4-FFF2-40B4-BE49-F238E27FC236}">
                <a16:creationId xmlns:a16="http://schemas.microsoft.com/office/drawing/2014/main" id="{DDD4D16F-99A7-A220-B785-6EEF1E7FA204}"/>
              </a:ext>
            </a:extLst>
          </p:cNvPr>
          <p:cNvSpPr txBox="1"/>
          <p:nvPr/>
        </p:nvSpPr>
        <p:spPr>
          <a:xfrm>
            <a:off x="805110" y="1611683"/>
            <a:ext cx="3887062" cy="1981262"/>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Accounts Payable Setup – main form will be minimize and the other information will be displayed as shown in the photo below.</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PH"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1294">
            <a:extLst>
              <a:ext uri="{FF2B5EF4-FFF2-40B4-BE49-F238E27FC236}">
                <a16:creationId xmlns:a16="http://schemas.microsoft.com/office/drawing/2014/main" id="{26B9107D-7145-9C78-35B4-9812063BB3B6}"/>
              </a:ext>
            </a:extLst>
          </p:cNvPr>
          <p:cNvSpPr txBox="1"/>
          <p:nvPr/>
        </p:nvSpPr>
        <p:spPr>
          <a:xfrm>
            <a:off x="5277940" y="1898148"/>
            <a:ext cx="6186805" cy="737235"/>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7000"/>
              </a:lnSpc>
              <a:spcBef>
                <a:spcPts val="0"/>
              </a:spcBef>
              <a:spcAft>
                <a:spcPts val="800"/>
              </a:spcAft>
              <a:buClrTx/>
              <a:buSzTx/>
              <a:buFontTx/>
              <a:buNone/>
              <a:tabLst>
                <a:tab pos="1752600" algn="l"/>
              </a:tabLst>
              <a:defRPr/>
            </a:pPr>
            <a:r>
              <a:rPr kumimoji="0" lang="en-PH" sz="12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If you want to upload file attachment in image form, click the attachment and upload the file.</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22B4859C-C8DC-7A01-B785-DE22D1AFC5EE}"/>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TextBox 1">
            <a:extLst>
              <a:ext uri="{FF2B5EF4-FFF2-40B4-BE49-F238E27FC236}">
                <a16:creationId xmlns:a16="http://schemas.microsoft.com/office/drawing/2014/main" id="{A80F8A8F-41EE-08D3-5188-D2453A268D69}"/>
              </a:ext>
            </a:extLst>
          </p:cNvPr>
          <p:cNvSpPr txBox="1"/>
          <p:nvPr/>
        </p:nvSpPr>
        <p:spPr>
          <a:xfrm>
            <a:off x="240145" y="123167"/>
            <a:ext cx="4866762"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Accounts Payable Setup</a:t>
            </a:r>
            <a:r>
              <a:rPr kumimoji="0" lang="en-US" sz="2000" b="0" i="0" u="none" strike="noStrike" kern="1200" cap="none" spc="0" normalizeH="0" baseline="0" noProof="0" dirty="0">
                <a:ln>
                  <a:noFill/>
                </a:ln>
                <a:solidFill>
                  <a:srgbClr val="70AD47">
                    <a:lumMod val="20000"/>
                    <a:lumOff val="80000"/>
                  </a:srgbClr>
                </a:solidFill>
                <a:effectLst/>
                <a:uLnTx/>
                <a:uFillTx/>
                <a:latin typeface="Bahnschrift Condensed" panose="020B0502040204020203" pitchFamily="34" charset="0"/>
                <a:ea typeface="+mn-ea"/>
                <a:cs typeface="+mn-cs"/>
              </a:rPr>
              <a:t>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3" name="Slide Number Placeholder 9">
            <a:extLst>
              <a:ext uri="{FF2B5EF4-FFF2-40B4-BE49-F238E27FC236}">
                <a16:creationId xmlns:a16="http://schemas.microsoft.com/office/drawing/2014/main" id="{44896A8F-EB21-52B9-2BBE-E0C04BFEDE3D}"/>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FBF96E2D-FC78-E05E-2BAA-812E3E022678}"/>
              </a:ext>
            </a:extLst>
          </p:cNvPr>
          <p:cNvGrpSpPr/>
          <p:nvPr/>
        </p:nvGrpSpPr>
        <p:grpSpPr>
          <a:xfrm>
            <a:off x="5277941" y="1053690"/>
            <a:ext cx="6186805" cy="737235"/>
            <a:chOff x="5277941" y="1053690"/>
            <a:chExt cx="6186805" cy="737235"/>
          </a:xfrm>
        </p:grpSpPr>
        <p:pic>
          <p:nvPicPr>
            <p:cNvPr id="15" name="Picture 14">
              <a:extLst>
                <a:ext uri="{FF2B5EF4-FFF2-40B4-BE49-F238E27FC236}">
                  <a16:creationId xmlns:a16="http://schemas.microsoft.com/office/drawing/2014/main" id="{920978F4-F6A9-947F-1457-2E9A80D2E3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7941" y="1053690"/>
              <a:ext cx="6186805" cy="737235"/>
            </a:xfrm>
            <a:prstGeom prst="rect">
              <a:avLst/>
            </a:prstGeom>
          </p:spPr>
        </p:pic>
        <p:pic>
          <p:nvPicPr>
            <p:cNvPr id="8" name="Picture 7">
              <a:extLst>
                <a:ext uri="{FF2B5EF4-FFF2-40B4-BE49-F238E27FC236}">
                  <a16:creationId xmlns:a16="http://schemas.microsoft.com/office/drawing/2014/main" id="{E97882DF-ED73-95A7-D7D2-1CB43C3FA142}"/>
                </a:ext>
              </a:extLst>
            </p:cNvPr>
            <p:cNvPicPr>
              <a:picLocks noChangeAspect="1"/>
            </p:cNvPicPr>
            <p:nvPr/>
          </p:nvPicPr>
          <p:blipFill>
            <a:blip r:embed="rId4"/>
            <a:stretch>
              <a:fillRect/>
            </a:stretch>
          </p:blipFill>
          <p:spPr>
            <a:xfrm>
              <a:off x="5494791" y="1053690"/>
              <a:ext cx="1958953" cy="211145"/>
            </a:xfrm>
            <a:prstGeom prst="rect">
              <a:avLst/>
            </a:prstGeom>
          </p:spPr>
        </p:pic>
      </p:grpSp>
      <p:pic>
        <p:nvPicPr>
          <p:cNvPr id="4" name="Picture 3">
            <a:extLst>
              <a:ext uri="{FF2B5EF4-FFF2-40B4-BE49-F238E27FC236}">
                <a16:creationId xmlns:a16="http://schemas.microsoft.com/office/drawing/2014/main" id="{0F93B4E7-4C22-3EBB-6768-CD6ADF1F8D4B}"/>
              </a:ext>
            </a:extLst>
          </p:cNvPr>
          <p:cNvPicPr>
            <a:picLocks noChangeAspect="1"/>
          </p:cNvPicPr>
          <p:nvPr/>
        </p:nvPicPr>
        <p:blipFill>
          <a:blip r:embed="rId5"/>
          <a:stretch>
            <a:fillRect/>
          </a:stretch>
        </p:blipFill>
        <p:spPr>
          <a:xfrm>
            <a:off x="5277940" y="2991957"/>
            <a:ext cx="6408334" cy="2812353"/>
          </a:xfrm>
          <a:prstGeom prst="rect">
            <a:avLst/>
          </a:prstGeom>
        </p:spPr>
      </p:pic>
    </p:spTree>
    <p:extLst>
      <p:ext uri="{BB962C8B-B14F-4D97-AF65-F5344CB8AC3E}">
        <p14:creationId xmlns:p14="http://schemas.microsoft.com/office/powerpoint/2010/main" val="26884768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1174</Words>
  <Application>Microsoft Office PowerPoint</Application>
  <PresentationFormat>Widescreen</PresentationFormat>
  <Paragraphs>155</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Animosa Extra Bold</vt:lpstr>
      <vt:lpstr>Arial</vt:lpstr>
      <vt:lpstr>Bahnschrift Condensed</vt:lpstr>
      <vt:lpstr>Bodoni MT Condensed</vt:lpstr>
      <vt:lpstr>Calibri</vt:lpstr>
      <vt:lpstr>Calibri Light</vt:lpstr>
      <vt:lpstr>Century Gothic</vt:lpstr>
      <vt:lpstr>Chivo Light</vt:lpstr>
      <vt:lpstr>Verdana</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2023-01-12T07:15:20Z</dcterms:created>
  <dcterms:modified xsi:type="dcterms:W3CDTF">2023-01-12T07:16:02Z</dcterms:modified>
</cp:coreProperties>
</file>