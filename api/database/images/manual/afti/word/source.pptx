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
  </p:notesMasterIdLst>
  <p:sldIdLst>
    <p:sldId id="412" r:id="rId2"/>
    <p:sldId id="413" r:id="rId3"/>
    <p:sldId id="414" r:id="rId4"/>
    <p:sldId id="416" r:id="rId5"/>
    <p:sldId id="419" r:id="rId6"/>
    <p:sldId id="418"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1" d="100"/>
          <a:sy n="111" d="100"/>
        </p:scale>
        <p:origin x="4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8D4C6A-326B-4D56-9B15-FF5FACBE1060}" type="datetimeFigureOut">
              <a:rPr lang="en-PH" smtClean="0"/>
              <a:t>01/10/2023</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C7588C-8E00-41D7-885A-8F11AEE562C7}" type="slidenum">
              <a:rPr lang="en-PH" smtClean="0"/>
              <a:t>‹#›</a:t>
            </a:fld>
            <a:endParaRPr lang="en-PH"/>
          </a:p>
        </p:txBody>
      </p:sp>
    </p:spTree>
    <p:extLst>
      <p:ext uri="{BB962C8B-B14F-4D97-AF65-F5344CB8AC3E}">
        <p14:creationId xmlns:p14="http://schemas.microsoft.com/office/powerpoint/2010/main" val="272986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2F21F4-0DD8-4E57-96CC-71F82AA39AD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12048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1EB4A-3408-1B97-1B34-05AE5640F8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24CE41D-ED3A-FB15-B2CB-48AE9AE258A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72DF44-2CFE-99D1-62FB-C419C359577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BC42A000-96DA-5E5F-9A77-6569656A31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EFD326-4FC0-72EB-DF56-0FD78B9EE4C3}"/>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691956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F9D75-E04D-B634-D919-617757394C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56432A-85F7-6833-67C8-01C4E72164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C57A2C-3294-4947-A3DE-F536E8B16E5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2215DCA-9125-891E-96C8-87AF8FF5A0C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F9F385-A188-DB80-34AE-99BFE377262E}"/>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428639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34D8-AC3A-C1B6-226A-B0342CC953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40A1E8B-24DF-615A-8729-9497B6EA1E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7F1F83F-6442-4F8D-A89C-5E43D432409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1E5243A9-4120-4241-6DD2-BB67522C9E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C42F45-390E-7F61-65CB-09F84E0C7E2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1654254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6E399-2560-08C2-7560-8CDD4F0BE6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AC3219-FB0A-90C1-5347-5D8D63A15A9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16AE50-4292-C9EB-8B25-09DE0EA0284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0B747A3-5AAE-74E5-58AC-112C24B4D162}"/>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17245C81-CA6F-521E-53EF-EEB98F96FD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2839E4-86AD-5375-DD4F-F846EF92506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996285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C6130-117C-998F-E56B-57FCF1096B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C6E80B8-EA33-707F-EC6C-EBC7B135276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8F28F7F-ECE8-BAAD-7338-2D78A59EE1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ADAF716-F429-44D0-6E93-815FF3C4FD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2A37D0-605C-BB9A-385B-6A85770C86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E3F5C74-EA7F-FDB3-FB93-77C9E914F0FA}"/>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8" name="Footer Placeholder 7">
            <a:extLst>
              <a:ext uri="{FF2B5EF4-FFF2-40B4-BE49-F238E27FC236}">
                <a16:creationId xmlns:a16="http://schemas.microsoft.com/office/drawing/2014/main" id="{F4E1775E-89CF-943A-9CDA-597023CE8F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5E9C5D8-2060-0E24-EC81-3C64B264C76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8413326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B700E-1F64-71E3-B8E2-5003EE14F25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D92E4C6-4425-4600-DADA-0FAA915F0C36}"/>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4" name="Footer Placeholder 3">
            <a:extLst>
              <a:ext uri="{FF2B5EF4-FFF2-40B4-BE49-F238E27FC236}">
                <a16:creationId xmlns:a16="http://schemas.microsoft.com/office/drawing/2014/main" id="{19525CC1-1CF0-5FE6-B23F-FC06408151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4A12A78-3142-4A2A-6A14-2861FE0556F0}"/>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316907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18CDC6-AE80-3C7C-7A54-83C4F8A35515}"/>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3" name="Footer Placeholder 2">
            <a:extLst>
              <a:ext uri="{FF2B5EF4-FFF2-40B4-BE49-F238E27FC236}">
                <a16:creationId xmlns:a16="http://schemas.microsoft.com/office/drawing/2014/main" id="{E3C87A10-784A-0882-62A6-ACF915286A8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95B3EFA-8AAD-4032-2084-C183504C0548}"/>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071227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06DDE-4887-BBF0-A054-1795A60261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EAA9F60-2E86-61FF-D6C4-8EEFEF4FBB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B7C98BF-6198-66C9-1808-3E0DE1D9B5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FA3C433-2EF0-6879-AA30-D7F23FA1DE7E}"/>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E5DB4456-36C8-9DCF-5C14-8BA06584B5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CFA8EE-1367-107D-033E-8A0158C5E42D}"/>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1206156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698BA-7366-CA58-0AE4-D2030C175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A964958-D645-44EB-2EDC-93CCA39A19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02D1894-31E7-5B16-FAA4-8794FE1039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CEEAB6-A5F9-0B9E-BFB9-37D999F612AF}"/>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6" name="Footer Placeholder 5">
            <a:extLst>
              <a:ext uri="{FF2B5EF4-FFF2-40B4-BE49-F238E27FC236}">
                <a16:creationId xmlns:a16="http://schemas.microsoft.com/office/drawing/2014/main" id="{07F57A55-6F18-17DA-8716-BC16F3F9CC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9847226-21F6-2D27-6044-9FC188E6705B}"/>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5217706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426E2-26EB-63EF-501D-68A4434E77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DC8B2B9-8CC9-2B50-B062-946D7E785A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42974C-952F-86C3-A75E-105A3A2EFC9B}"/>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787495DF-D0C7-812E-EDA8-AEA85D8757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4DC9A3-8AF0-8B35-01FB-6FDA728B4F0C}"/>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52494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59C450-90ED-272A-E463-AAA21A2E5F6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5DA328-475F-1FE7-6643-FADC6BE1FD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E27D1A-7BFF-DDEC-3AEE-1846C4553D33}"/>
              </a:ext>
            </a:extLst>
          </p:cNvPr>
          <p:cNvSpPr>
            <a:spLocks noGrp="1"/>
          </p:cNvSpPr>
          <p:nvPr>
            <p:ph type="dt" sz="half" idx="10"/>
          </p:nvPr>
        </p:nvSpPr>
        <p:spPr/>
        <p:txBody>
          <a:body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AC9493FD-135D-1E5D-ED17-848900B651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AE65E1-7A80-1403-F41E-7FDEAAED11C4}"/>
              </a:ext>
            </a:extLst>
          </p:cNvPr>
          <p:cNvSpPr>
            <a:spLocks noGrp="1"/>
          </p:cNvSpPr>
          <p:nvPr>
            <p:ph type="sldNum" sz="quarter" idx="12"/>
          </p:nvPr>
        </p:nvSpPr>
        <p:spPr/>
        <p:txBody>
          <a:bodyPr/>
          <a:lstStyle/>
          <a:p>
            <a:fld id="{116086AB-602C-49A8-AF1B-7C398AACFC06}" type="slidenum">
              <a:rPr lang="en-US" smtClean="0"/>
              <a:t>‹#›</a:t>
            </a:fld>
            <a:endParaRPr lang="en-US"/>
          </a:p>
        </p:txBody>
      </p:sp>
    </p:spTree>
    <p:extLst>
      <p:ext uri="{BB962C8B-B14F-4D97-AF65-F5344CB8AC3E}">
        <p14:creationId xmlns:p14="http://schemas.microsoft.com/office/powerpoint/2010/main" val="346288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DF1DB1-AAB5-C0D6-F8F5-5C3D1F05C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E64012-DD5E-82B0-E0A6-F22247B5BC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1C52C1-D777-85DB-34DD-7DB776F29A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6C0FA6-4BE5-4630-BD3F-BA92F18B1BA2}" type="datetimeFigureOut">
              <a:rPr lang="en-US" smtClean="0"/>
              <a:t>1/10/2023</a:t>
            </a:fld>
            <a:endParaRPr lang="en-US"/>
          </a:p>
        </p:txBody>
      </p:sp>
      <p:sp>
        <p:nvSpPr>
          <p:cNvPr id="5" name="Footer Placeholder 4">
            <a:extLst>
              <a:ext uri="{FF2B5EF4-FFF2-40B4-BE49-F238E27FC236}">
                <a16:creationId xmlns:a16="http://schemas.microsoft.com/office/drawing/2014/main" id="{D2BBF4A8-E610-C555-2196-67DC47368D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E477A19-A289-6A34-54CB-69755ED143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6086AB-602C-49A8-AF1B-7C398AACFC06}" type="slidenum">
              <a:rPr lang="en-US" smtClean="0"/>
              <a:t>‹#›</a:t>
            </a:fld>
            <a:endParaRPr lang="en-US"/>
          </a:p>
        </p:txBody>
      </p:sp>
    </p:spTree>
    <p:extLst>
      <p:ext uri="{BB962C8B-B14F-4D97-AF65-F5344CB8AC3E}">
        <p14:creationId xmlns:p14="http://schemas.microsoft.com/office/powerpoint/2010/main" val="312432177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C7E240B-5C00-D259-7CC9-8482319B9C8B}"/>
              </a:ext>
            </a:extLst>
          </p:cNvPr>
          <p:cNvSpPr txBox="1"/>
          <p:nvPr/>
        </p:nvSpPr>
        <p:spPr>
          <a:xfrm>
            <a:off x="2539407" y="2055283"/>
            <a:ext cx="7113183" cy="1569660"/>
          </a:xfrm>
          <a:prstGeom prst="rect">
            <a:avLst/>
          </a:prstGeom>
          <a:no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600" b="1"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rPr>
              <a:t>Source</a:t>
            </a:r>
            <a:endParaRPr kumimoji="0" lang="en-US" sz="9600" b="0" i="0" u="none" strike="noStrike" kern="1200" cap="none" spc="0" normalizeH="0" baseline="0" noProof="0" dirty="0">
              <a:ln>
                <a:noFill/>
              </a:ln>
              <a:solidFill>
                <a:srgbClr val="00B050"/>
              </a:solidFill>
              <a:effectLst/>
              <a:uLnTx/>
              <a:uFillTx/>
              <a:latin typeface="Bodoni MT Condensed" panose="02070606080606020203" pitchFamily="18" charset="0"/>
              <a:ea typeface="+mn-ea"/>
              <a:cs typeface="+mn-cs"/>
            </a:endParaRPr>
          </a:p>
        </p:txBody>
      </p:sp>
      <p:sp>
        <p:nvSpPr>
          <p:cNvPr id="8" name="Text Box 6">
            <a:extLst>
              <a:ext uri="{FF2B5EF4-FFF2-40B4-BE49-F238E27FC236}">
                <a16:creationId xmlns:a16="http://schemas.microsoft.com/office/drawing/2014/main" id="{F98AB504-F121-820A-CAC3-1E72B851128C}"/>
              </a:ext>
            </a:extLst>
          </p:cNvPr>
          <p:cNvSpPr txBox="1"/>
          <p:nvPr/>
        </p:nvSpPr>
        <p:spPr>
          <a:xfrm>
            <a:off x="0" y="5769429"/>
            <a:ext cx="12191999" cy="1088572"/>
          </a:xfrm>
          <a:prstGeom prst="rect">
            <a:avLst/>
          </a:prstGeom>
          <a:solidFill>
            <a:srgbClr val="00863D"/>
          </a:solid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endParaRPr>
          </a:p>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Calibri" panose="020F0502020204030204"/>
                <a:ea typeface="Open Sans" panose="020B0606030504020204" pitchFamily="34" charset="0"/>
                <a:cs typeface="Times New Roman" panose="02020603050405020304" pitchFamily="18" charset="0"/>
              </a:rPr>
              <a:t>Source  is a module where list of source are setup</a:t>
            </a: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Tree>
    <p:extLst>
      <p:ext uri="{BB962C8B-B14F-4D97-AF65-F5344CB8AC3E}">
        <p14:creationId xmlns:p14="http://schemas.microsoft.com/office/powerpoint/2010/main" val="466631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3C7E240B-5C00-D259-7CC9-8482319B9C8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sp>
        <p:nvSpPr>
          <p:cNvPr id="6" name="TextBox 5">
            <a:extLst>
              <a:ext uri="{FF2B5EF4-FFF2-40B4-BE49-F238E27FC236}">
                <a16:creationId xmlns:a16="http://schemas.microsoft.com/office/drawing/2014/main" id="{56801940-C472-2128-749A-74F3CCB5F124}"/>
              </a:ext>
            </a:extLst>
          </p:cNvPr>
          <p:cNvSpPr txBox="1"/>
          <p:nvPr/>
        </p:nvSpPr>
        <p:spPr>
          <a:xfrm>
            <a:off x="805110" y="2106925"/>
            <a:ext cx="3887062" cy="338554"/>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Main Window</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0" name="Text Box 15">
            <a:extLst>
              <a:ext uri="{FF2B5EF4-FFF2-40B4-BE49-F238E27FC236}">
                <a16:creationId xmlns:a16="http://schemas.microsoft.com/office/drawing/2014/main" id="{E1DF78E5-41B8-4843-8426-68AD1D115D04}"/>
              </a:ext>
            </a:extLst>
          </p:cNvPr>
          <p:cNvSpPr txBox="1"/>
          <p:nvPr/>
        </p:nvSpPr>
        <p:spPr>
          <a:xfrm>
            <a:off x="832872" y="2579626"/>
            <a:ext cx="3887062" cy="1271768"/>
          </a:xfrm>
          <a:prstGeom prst="rect">
            <a:avLst/>
          </a:prstGeom>
          <a:noFill/>
          <a:ln w="6350">
            <a:solidFill>
              <a:schemeClr val="bg2"/>
            </a:solid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227330" lvl="2" indent="0" algn="l" defTabSz="914400" rtl="0" eaLnBrk="1" fontAlgn="auto" latinLnBrk="0" hangingPunct="1">
              <a:lnSpc>
                <a:spcPct val="107000"/>
              </a:lnSpc>
              <a:spcBef>
                <a:spcPts val="190"/>
              </a:spcBef>
              <a:spcAft>
                <a:spcPts val="80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When you click the source module under CRM, source main window will display</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2"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55" name="TextBox 54">
            <a:extLst>
              <a:ext uri="{FF2B5EF4-FFF2-40B4-BE49-F238E27FC236}">
                <a16:creationId xmlns:a16="http://schemas.microsoft.com/office/drawing/2014/main" id="{438989E4-F23C-F4AC-684B-2BE81114D33A}"/>
              </a:ext>
            </a:extLst>
          </p:cNvPr>
          <p:cNvSpPr txBox="1"/>
          <p:nvPr/>
        </p:nvSpPr>
        <p:spPr>
          <a:xfrm>
            <a:off x="7681741" y="3604357"/>
            <a:ext cx="2552700" cy="281231"/>
          </a:xfrm>
          <a:prstGeom prst="rect">
            <a:avLst/>
          </a:prstGeom>
          <a:noFill/>
        </p:spPr>
        <p:txBody>
          <a:bodyPr wrap="square">
            <a:sp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PH"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Source  – Main Window</a:t>
            </a:r>
            <a:endParaRPr kumimoji="0" lang="en-US" sz="12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2" name="Slide Number Placeholder 9">
            <a:extLst>
              <a:ext uri="{FF2B5EF4-FFF2-40B4-BE49-F238E27FC236}">
                <a16:creationId xmlns:a16="http://schemas.microsoft.com/office/drawing/2014/main" id="{5604AD2D-C9EF-A4FB-EAE8-D0079B2FE9DB}"/>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grpSp>
        <p:nvGrpSpPr>
          <p:cNvPr id="15" name="Group 14">
            <a:extLst>
              <a:ext uri="{FF2B5EF4-FFF2-40B4-BE49-F238E27FC236}">
                <a16:creationId xmlns:a16="http://schemas.microsoft.com/office/drawing/2014/main" id="{193378E4-32AD-EBC2-566B-D5CE881D09EA}"/>
              </a:ext>
            </a:extLst>
          </p:cNvPr>
          <p:cNvGrpSpPr/>
          <p:nvPr/>
        </p:nvGrpSpPr>
        <p:grpSpPr>
          <a:xfrm>
            <a:off x="5603132" y="1554894"/>
            <a:ext cx="12192000" cy="2049463"/>
            <a:chOff x="0" y="0"/>
            <a:chExt cx="12192000" cy="2049463"/>
          </a:xfrm>
        </p:grpSpPr>
        <p:pic>
          <p:nvPicPr>
            <p:cNvPr id="31745" name="Picture 1">
              <a:extLst>
                <a:ext uri="{FF2B5EF4-FFF2-40B4-BE49-F238E27FC236}">
                  <a16:creationId xmlns:a16="http://schemas.microsoft.com/office/drawing/2014/main" id="{5DAEC4C4-6618-0E64-3E7E-10D20EDE58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7200"/>
              <a:ext cx="5981700" cy="1570038"/>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4">
              <a:extLst>
                <a:ext uri="{FF2B5EF4-FFF2-40B4-BE49-F238E27FC236}">
                  <a16:creationId xmlns:a16="http://schemas.microsoft.com/office/drawing/2014/main" id="{123342F7-D989-7215-3730-2341D069A5DE}"/>
                </a:ext>
              </a:extLst>
            </p:cNvPr>
            <p:cNvSpPr>
              <a:spLocks noChangeArrowheads="1"/>
            </p:cNvSpPr>
            <p:nvPr/>
          </p:nvSpPr>
          <p:spPr bwMode="auto">
            <a:xfrm>
              <a:off x="6350" y="1647825"/>
              <a:ext cx="884238" cy="196850"/>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3">
              <a:extLst>
                <a:ext uri="{FF2B5EF4-FFF2-40B4-BE49-F238E27FC236}">
                  <a16:creationId xmlns:a16="http://schemas.microsoft.com/office/drawing/2014/main" id="{6EE2222D-A3BA-2695-EB01-AD771F6880A5}"/>
                </a:ext>
              </a:extLst>
            </p:cNvPr>
            <p:cNvSpPr>
              <a:spLocks noChangeArrowheads="1"/>
            </p:cNvSpPr>
            <p:nvPr/>
          </p:nvSpPr>
          <p:spPr bwMode="auto">
            <a:xfrm>
              <a:off x="976313" y="936625"/>
              <a:ext cx="4960937" cy="1112838"/>
            </a:xfrm>
            <a:prstGeom prst="rect">
              <a:avLst/>
            </a:prstGeom>
            <a:noFill/>
            <a:ln w="127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AutoShape 2">
              <a:extLst>
                <a:ext uri="{FF2B5EF4-FFF2-40B4-BE49-F238E27FC236}">
                  <a16:creationId xmlns:a16="http://schemas.microsoft.com/office/drawing/2014/main" id="{938D664E-EE2A-7B37-36F3-4B77360F1AA8}"/>
                </a:ext>
              </a:extLst>
            </p:cNvPr>
            <p:cNvSpPr>
              <a:spLocks noChangeShapeType="1"/>
            </p:cNvSpPr>
            <p:nvPr/>
          </p:nvSpPr>
          <p:spPr bwMode="auto">
            <a:xfrm flipV="1">
              <a:off x="892175" y="1635125"/>
              <a:ext cx="85725" cy="12541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Rectangle 5">
              <a:extLst>
                <a:ext uri="{FF2B5EF4-FFF2-40B4-BE49-F238E27FC236}">
                  <a16:creationId xmlns:a16="http://schemas.microsoft.com/office/drawing/2014/main" id="{00B31721-B0BF-E12A-80DC-E6114A81514F}"/>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Rectangle 6">
              <a:extLst>
                <a:ext uri="{FF2B5EF4-FFF2-40B4-BE49-F238E27FC236}">
                  <a16:creationId xmlns:a16="http://schemas.microsoft.com/office/drawing/2014/main" id="{B6739F80-71A4-D323-7ABE-BFDB743780C4}"/>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070095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Setup Source Masterfile?</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In Source– Main Window, you will notice an add button in the upper right parallel to other buttons. Click add button and you will be provided a field where you can add new source.</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2.  </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You may now type the details of new source.</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3.</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 If done filing the necessary information, click save button under action column to save that specific source or you may click save all button parallel to other buttons in the upper side of the main window.</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863D"/>
                </a:solidFill>
                <a:effectLst/>
                <a:uLnTx/>
                <a:uFillTx/>
                <a:latin typeface="Chivo Light" panose="020B0303030202020804" pitchFamily="34" charset="0"/>
                <a:ea typeface="Calibri" panose="020F0502020204030204" pitchFamily="34" charset="0"/>
                <a:cs typeface="Times New Roman" panose="02020603050405020304" pitchFamily="18" charset="0"/>
              </a:rPr>
              <a:t>4.</a:t>
            </a:r>
            <a:r>
              <a:rPr kumimoji="0" lang="en-US" sz="1100" b="0" i="0" u="none" strike="noStrike" kern="1200" cap="none" spc="0" normalizeH="0" baseline="0" noProof="0" dirty="0">
                <a:ln>
                  <a:noFill/>
                </a:ln>
                <a:solidFill>
                  <a:prstClr val="black"/>
                </a:solidFill>
                <a:effectLst/>
                <a:uLnTx/>
                <a:uFillTx/>
                <a:latin typeface="Chivo Light" panose="020B0303030202020804" pitchFamily="34" charset="0"/>
                <a:ea typeface="Calibri" panose="020F0502020204030204" pitchFamily="34" charset="0"/>
                <a:cs typeface="Times New Roman" panose="02020603050405020304" pitchFamily="18" charset="0"/>
              </a:rPr>
              <a:t> If you want to add more, repeat step 1 and 2 before doing step 3.</a:t>
            </a:r>
            <a:endParaRPr kumimoji="0" lang="en-US" sz="105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CC621BE-7ABC-77DC-FB52-8AFD7CF78B57}"/>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52" name="Group 51">
            <a:extLst>
              <a:ext uri="{FF2B5EF4-FFF2-40B4-BE49-F238E27FC236}">
                <a16:creationId xmlns:a16="http://schemas.microsoft.com/office/drawing/2014/main" id="{1F24AF7B-D7B1-388C-EEAE-8A8BBDAB01B6}"/>
              </a:ext>
            </a:extLst>
          </p:cNvPr>
          <p:cNvGrpSpPr/>
          <p:nvPr/>
        </p:nvGrpSpPr>
        <p:grpSpPr>
          <a:xfrm>
            <a:off x="5290890" y="625609"/>
            <a:ext cx="12192000" cy="2384425"/>
            <a:chOff x="0" y="0"/>
            <a:chExt cx="12192000" cy="2384425"/>
          </a:xfrm>
        </p:grpSpPr>
        <p:pic>
          <p:nvPicPr>
            <p:cNvPr id="30737" name="Picture 1297">
              <a:extLst>
                <a:ext uri="{FF2B5EF4-FFF2-40B4-BE49-F238E27FC236}">
                  <a16:creationId xmlns:a16="http://schemas.microsoft.com/office/drawing/2014/main" id="{F3893BF2-6D8B-558C-4202-6C76BEAD87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613" y="619125"/>
              <a:ext cx="5927725" cy="1765300"/>
            </a:xfrm>
            <a:prstGeom prst="rect">
              <a:avLst/>
            </a:prstGeom>
            <a:noFill/>
            <a:extLst>
              <a:ext uri="{909E8E84-426E-40DD-AFC4-6F175D3DCCD1}">
                <a14:hiddenFill xmlns:a14="http://schemas.microsoft.com/office/drawing/2010/main">
                  <a:solidFill>
                    <a:srgbClr val="FFFFFF"/>
                  </a:solidFill>
                </a14:hiddenFill>
              </a:ext>
            </a:extLst>
          </p:spPr>
        </p:pic>
        <p:sp>
          <p:nvSpPr>
            <p:cNvPr id="22" name="Rectangle 27">
              <a:extLst>
                <a:ext uri="{FF2B5EF4-FFF2-40B4-BE49-F238E27FC236}">
                  <a16:creationId xmlns:a16="http://schemas.microsoft.com/office/drawing/2014/main" id="{4115A023-8730-8A0B-2483-C4E0130F7FA5}"/>
                </a:ext>
              </a:extLst>
            </p:cNvPr>
            <p:cNvSpPr>
              <a:spLocks noChangeArrowheads="1"/>
            </p:cNvSpPr>
            <p:nvPr/>
          </p:nvSpPr>
          <p:spPr bwMode="auto">
            <a:xfrm>
              <a:off x="3825875" y="1198563"/>
              <a:ext cx="442913"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Box 26">
              <a:extLst>
                <a:ext uri="{FF2B5EF4-FFF2-40B4-BE49-F238E27FC236}">
                  <a16:creationId xmlns:a16="http://schemas.microsoft.com/office/drawing/2014/main" id="{16152F0A-4B71-B621-EE66-DF5DE53590E3}"/>
                </a:ext>
              </a:extLst>
            </p:cNvPr>
            <p:cNvSpPr txBox="1">
              <a:spLocks noChangeArrowheads="1"/>
            </p:cNvSpPr>
            <p:nvPr/>
          </p:nvSpPr>
          <p:spPr bwMode="auto">
            <a:xfrm>
              <a:off x="4068763" y="8858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5" name="AutoShape 25">
              <a:extLst>
                <a:ext uri="{FF2B5EF4-FFF2-40B4-BE49-F238E27FC236}">
                  <a16:creationId xmlns:a16="http://schemas.microsoft.com/office/drawing/2014/main" id="{E4964730-8D1E-B262-1FD3-8968FAF0E45D}"/>
                </a:ext>
              </a:extLst>
            </p:cNvPr>
            <p:cNvSpPr>
              <a:spLocks noChangeShapeType="1"/>
            </p:cNvSpPr>
            <p:nvPr/>
          </p:nvSpPr>
          <p:spPr bwMode="auto">
            <a:xfrm flipV="1">
              <a:off x="3892550" y="1049338"/>
              <a:ext cx="176213"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D1455056-7710-CD4E-E3B0-1AA9C84F9FD4}"/>
                </a:ext>
              </a:extLst>
            </p:cNvPr>
            <p:cNvPicPr>
              <a:picLocks noChangeAspect="1"/>
            </p:cNvPicPr>
            <p:nvPr/>
          </p:nvPicPr>
          <p:blipFill>
            <a:blip r:embed="rId4"/>
            <a:stretch>
              <a:fillRect/>
            </a:stretch>
          </p:blipFill>
          <p:spPr bwMode="auto">
            <a:xfrm>
              <a:off x="394478" y="1570220"/>
              <a:ext cx="5758180" cy="272415"/>
            </a:xfrm>
            <a:prstGeom prst="rect">
              <a:avLst/>
            </a:prstGeom>
            <a:ln>
              <a:noFill/>
            </a:ln>
            <a:effectLst>
              <a:outerShdw blurRad="292100" dist="139700" dir="2700000" algn="tl" rotWithShape="0">
                <a:srgbClr val="333333">
                  <a:alpha val="65000"/>
                </a:srgbClr>
              </a:outerShdw>
            </a:effectLst>
          </p:spPr>
        </p:pic>
        <p:sp>
          <p:nvSpPr>
            <p:cNvPr id="27" name="AutoShape 23">
              <a:extLst>
                <a:ext uri="{FF2B5EF4-FFF2-40B4-BE49-F238E27FC236}">
                  <a16:creationId xmlns:a16="http://schemas.microsoft.com/office/drawing/2014/main" id="{9A7D2963-FB9B-CE12-11BD-D3D6B6C47F83}"/>
                </a:ext>
              </a:extLst>
            </p:cNvPr>
            <p:cNvSpPr>
              <a:spLocks noChangeArrowheads="1"/>
            </p:cNvSpPr>
            <p:nvPr/>
          </p:nvSpPr>
          <p:spPr bwMode="auto">
            <a:xfrm>
              <a:off x="3452813" y="1217613"/>
              <a:ext cx="395287" cy="485775"/>
            </a:xfrm>
            <a:prstGeom prst="curvedRightArrow">
              <a:avLst>
                <a:gd name="adj1" fmla="val 24578"/>
                <a:gd name="adj2" fmla="val 49157"/>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Rectangle 22">
              <a:extLst>
                <a:ext uri="{FF2B5EF4-FFF2-40B4-BE49-F238E27FC236}">
                  <a16:creationId xmlns:a16="http://schemas.microsoft.com/office/drawing/2014/main" id="{D0F433AE-5DE4-32B4-D44D-7B2D4027E4AC}"/>
                </a:ext>
              </a:extLst>
            </p:cNvPr>
            <p:cNvSpPr>
              <a:spLocks noChangeArrowheads="1"/>
            </p:cNvSpPr>
            <p:nvPr/>
          </p:nvSpPr>
          <p:spPr bwMode="auto">
            <a:xfrm>
              <a:off x="4333875" y="1189038"/>
              <a:ext cx="506413"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Box 21">
              <a:extLst>
                <a:ext uri="{FF2B5EF4-FFF2-40B4-BE49-F238E27FC236}">
                  <a16:creationId xmlns:a16="http://schemas.microsoft.com/office/drawing/2014/main" id="{6331C013-CDE7-B7E3-BED7-62222D18CC65}"/>
                </a:ext>
              </a:extLst>
            </p:cNvPr>
            <p:cNvSpPr txBox="1">
              <a:spLocks noChangeArrowheads="1"/>
            </p:cNvSpPr>
            <p:nvPr/>
          </p:nvSpPr>
          <p:spPr bwMode="auto">
            <a:xfrm>
              <a:off x="4641850" y="876300"/>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31" name="AutoShape 20">
              <a:extLst>
                <a:ext uri="{FF2B5EF4-FFF2-40B4-BE49-F238E27FC236}">
                  <a16:creationId xmlns:a16="http://schemas.microsoft.com/office/drawing/2014/main" id="{9B014D97-8A6C-ED7B-B3A3-29285848FBCA}"/>
                </a:ext>
              </a:extLst>
            </p:cNvPr>
            <p:cNvSpPr>
              <a:spLocks noChangeShapeType="1"/>
            </p:cNvSpPr>
            <p:nvPr/>
          </p:nvSpPr>
          <p:spPr bwMode="auto">
            <a:xfrm flipV="1">
              <a:off x="4464050" y="1039813"/>
              <a:ext cx="176213"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Rectangle 19">
              <a:extLst>
                <a:ext uri="{FF2B5EF4-FFF2-40B4-BE49-F238E27FC236}">
                  <a16:creationId xmlns:a16="http://schemas.microsoft.com/office/drawing/2014/main" id="{F24D58B4-23B6-28A4-A441-553BA1A81A8C}"/>
                </a:ext>
              </a:extLst>
            </p:cNvPr>
            <p:cNvSpPr>
              <a:spLocks noChangeArrowheads="1"/>
            </p:cNvSpPr>
            <p:nvPr/>
          </p:nvSpPr>
          <p:spPr bwMode="auto">
            <a:xfrm>
              <a:off x="433388" y="1598613"/>
              <a:ext cx="200025"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Text Box 18">
              <a:extLst>
                <a:ext uri="{FF2B5EF4-FFF2-40B4-BE49-F238E27FC236}">
                  <a16:creationId xmlns:a16="http://schemas.microsoft.com/office/drawing/2014/main" id="{9A705F63-9379-B1AB-335D-5C1C2C919C3E}"/>
                </a:ext>
              </a:extLst>
            </p:cNvPr>
            <p:cNvSpPr txBox="1">
              <a:spLocks noChangeArrowheads="1"/>
            </p:cNvSpPr>
            <p:nvPr/>
          </p:nvSpPr>
          <p:spPr bwMode="auto">
            <a:xfrm>
              <a:off x="454025" y="12922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3</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0" name="Rectangle 28">
              <a:extLst>
                <a:ext uri="{FF2B5EF4-FFF2-40B4-BE49-F238E27FC236}">
                  <a16:creationId xmlns:a16="http://schemas.microsoft.com/office/drawing/2014/main" id="{D407A3BC-2CAC-5CC6-EF65-176D8D27C5C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Rectangle 32">
              <a:extLst>
                <a:ext uri="{FF2B5EF4-FFF2-40B4-BE49-F238E27FC236}">
                  <a16:creationId xmlns:a16="http://schemas.microsoft.com/office/drawing/2014/main" id="{C3423C1F-5594-6FB8-C699-E222B34F49A4}"/>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661995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Edit Source? </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you wish to edit the source, edit right away the details you want to change and you will notice that after you change the details, the line you edited will be highlighted into blue. </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If done, click save all button in the upper right side of the main window parallel to other buttons</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A91FA45-DFE1-CBC2-7136-912CBAE4CA8E}"/>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10" name="Group 9">
            <a:extLst>
              <a:ext uri="{FF2B5EF4-FFF2-40B4-BE49-F238E27FC236}">
                <a16:creationId xmlns:a16="http://schemas.microsoft.com/office/drawing/2014/main" id="{93A1831C-3FC7-A90F-0488-6FA8EC91B8A2}"/>
              </a:ext>
            </a:extLst>
          </p:cNvPr>
          <p:cNvGrpSpPr/>
          <p:nvPr/>
        </p:nvGrpSpPr>
        <p:grpSpPr>
          <a:xfrm>
            <a:off x="4987047" y="606250"/>
            <a:ext cx="12192000" cy="2409825"/>
            <a:chOff x="0" y="0"/>
            <a:chExt cx="12192000" cy="2409825"/>
          </a:xfrm>
        </p:grpSpPr>
        <p:pic>
          <p:nvPicPr>
            <p:cNvPr id="28673" name="Picture 11">
              <a:extLst>
                <a:ext uri="{FF2B5EF4-FFF2-40B4-BE49-F238E27FC236}">
                  <a16:creationId xmlns:a16="http://schemas.microsoft.com/office/drawing/2014/main" id="{6495A17F-7368-10F8-1D30-7F2352482F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3" y="630238"/>
              <a:ext cx="5857875" cy="177958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4">
              <a:extLst>
                <a:ext uri="{FF2B5EF4-FFF2-40B4-BE49-F238E27FC236}">
                  <a16:creationId xmlns:a16="http://schemas.microsoft.com/office/drawing/2014/main" id="{0BD6E205-4424-B938-2F9E-3C406056ACB1}"/>
                </a:ext>
              </a:extLst>
            </p:cNvPr>
            <p:cNvSpPr>
              <a:spLocks noChangeArrowheads="1"/>
            </p:cNvSpPr>
            <p:nvPr/>
          </p:nvSpPr>
          <p:spPr bwMode="auto">
            <a:xfrm>
              <a:off x="4243388" y="950913"/>
              <a:ext cx="579437" cy="212725"/>
            </a:xfrm>
            <a:prstGeom prst="rect">
              <a:avLst/>
            </a:prstGeom>
            <a:noFill/>
            <a:ln w="190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Box 3">
              <a:extLst>
                <a:ext uri="{FF2B5EF4-FFF2-40B4-BE49-F238E27FC236}">
                  <a16:creationId xmlns:a16="http://schemas.microsoft.com/office/drawing/2014/main" id="{3403FB2B-78F7-3958-BF65-1A5F69EFA3F0}"/>
                </a:ext>
              </a:extLst>
            </p:cNvPr>
            <p:cNvSpPr txBox="1">
              <a:spLocks noChangeArrowheads="1"/>
            </p:cNvSpPr>
            <p:nvPr/>
          </p:nvSpPr>
          <p:spPr bwMode="auto">
            <a:xfrm>
              <a:off x="4603750" y="64452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 name="AutoShape 2">
              <a:extLst>
                <a:ext uri="{FF2B5EF4-FFF2-40B4-BE49-F238E27FC236}">
                  <a16:creationId xmlns:a16="http://schemas.microsoft.com/office/drawing/2014/main" id="{D9955AC0-05EC-17D0-BA4B-368F788C1402}"/>
                </a:ext>
              </a:extLst>
            </p:cNvPr>
            <p:cNvSpPr>
              <a:spLocks noChangeShapeType="1"/>
            </p:cNvSpPr>
            <p:nvPr/>
          </p:nvSpPr>
          <p:spPr bwMode="auto">
            <a:xfrm flipV="1">
              <a:off x="4427538" y="801688"/>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Rectangle 5">
              <a:extLst>
                <a:ext uri="{FF2B5EF4-FFF2-40B4-BE49-F238E27FC236}">
                  <a16:creationId xmlns:a16="http://schemas.microsoft.com/office/drawing/2014/main" id="{EAF8571A-59DB-A7B1-39F2-3F738A40FB9A}"/>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Rectangle 7">
              <a:extLst>
                <a:ext uri="{FF2B5EF4-FFF2-40B4-BE49-F238E27FC236}">
                  <a16:creationId xmlns:a16="http://schemas.microsoft.com/office/drawing/2014/main" id="{1EA4A66F-6B82-9B76-4182-33A228136E1A}"/>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1634737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Box 6">
            <a:extLst>
              <a:ext uri="{FF2B5EF4-FFF2-40B4-BE49-F238E27FC236}">
                <a16:creationId xmlns:a16="http://schemas.microsoft.com/office/drawing/2014/main" id="{54861942-378E-F979-6642-00E02D67C1A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pic>
        <p:nvPicPr>
          <p:cNvPr id="28" name="Picture 27">
            <a:extLst>
              <a:ext uri="{FF2B5EF4-FFF2-40B4-BE49-F238E27FC236}">
                <a16:creationId xmlns:a16="http://schemas.microsoft.com/office/drawing/2014/main" id="{CB5C160F-C04C-EA95-C39F-2B967C6BCB56}"/>
              </a:ext>
            </a:extLst>
          </p:cNvPr>
          <p:cNvPicPr>
            <a:picLocks noChangeAspect="1"/>
          </p:cNvPicPr>
          <p:nvPr/>
        </p:nvPicPr>
        <p:blipFill>
          <a:blip r:embed="rId2"/>
          <a:stretch>
            <a:fillRect/>
          </a:stretch>
        </p:blipFill>
        <p:spPr>
          <a:xfrm>
            <a:off x="10780479" y="6391410"/>
            <a:ext cx="1047454" cy="267619"/>
          </a:xfrm>
          <a:prstGeom prst="rect">
            <a:avLst/>
          </a:prstGeom>
          <a:effectLst/>
        </p:spPr>
      </p:pic>
      <p:sp>
        <p:nvSpPr>
          <p:cNvPr id="23" name="TextBox 22">
            <a:extLst>
              <a:ext uri="{FF2B5EF4-FFF2-40B4-BE49-F238E27FC236}">
                <a16:creationId xmlns:a16="http://schemas.microsoft.com/office/drawing/2014/main" id="{2384804B-EE2E-A346-8D83-E2034F24A0DC}"/>
              </a:ext>
            </a:extLst>
          </p:cNvPr>
          <p:cNvSpPr txBox="1"/>
          <p:nvPr/>
        </p:nvSpPr>
        <p:spPr>
          <a:xfrm>
            <a:off x="867115" y="1222309"/>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How To Delete Source? </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39" name="Text Box 18">
            <a:extLst>
              <a:ext uri="{FF2B5EF4-FFF2-40B4-BE49-F238E27FC236}">
                <a16:creationId xmlns:a16="http://schemas.microsoft.com/office/drawing/2014/main" id="{1DB220CB-D872-DAB2-E8E7-77055D4F00CA}"/>
              </a:ext>
            </a:extLst>
          </p:cNvPr>
          <p:cNvSpPr txBox="1"/>
          <p:nvPr/>
        </p:nvSpPr>
        <p:spPr>
          <a:xfrm>
            <a:off x="805110" y="1817822"/>
            <a:ext cx="3914824" cy="4102754"/>
          </a:xfrm>
          <a:prstGeom prst="rect">
            <a:avLst/>
          </a:prstGeom>
          <a:noFill/>
          <a:ln w="6350">
            <a:noFill/>
          </a:ln>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a:t>
            </a: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1.</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You may select the source in the search bar to filter the list</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863D"/>
                </a:solidFill>
                <a:effectLst/>
                <a:uLnTx/>
                <a:uFillTx/>
                <a:latin typeface="Chivo Light" panose="020B0303030202020804" pitchFamily="34" charset="0"/>
                <a:ea typeface="Times New Roman" panose="02020603050405020304" pitchFamily="18" charset="0"/>
                <a:cs typeface="Times New Roman" panose="02020603050405020304" pitchFamily="18" charset="0"/>
              </a:rPr>
              <a:t>2.</a:t>
            </a:r>
            <a:r>
              <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rPr>
              <a:t> Once it filtered out, click delete button parallel to source you want to  delete</a:t>
            </a: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0" marR="0" lvl="0" indent="0" algn="just" defTabSz="914400" rtl="0" eaLnBrk="1" fontAlgn="auto" latinLnBrk="0" hangingPunct="1">
              <a:lnSpc>
                <a:spcPct val="115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Chivo Light" panose="020B0303030202020804" pitchFamily="34" charset="0"/>
              <a:ea typeface="Times New Roman" panose="02020603050405020304" pitchFamily="18" charset="0"/>
              <a:cs typeface="Times New Roman" panose="02020603050405020304" pitchFamily="18" charset="0"/>
            </a:endParaRPr>
          </a:p>
          <a:p>
            <a:pPr marL="457200" marR="0" lvl="0" indent="-228600" algn="l" defTabSz="914400" rtl="0" eaLnBrk="1" fontAlgn="auto" latinLnBrk="0" hangingPunct="1">
              <a:lnSpc>
                <a:spcPct val="115000"/>
              </a:lnSpc>
              <a:spcBef>
                <a:spcPts val="0"/>
              </a:spcBef>
              <a:spcAft>
                <a:spcPts val="0"/>
              </a:spcAft>
              <a:buClrTx/>
              <a:buSzTx/>
              <a:buFontTx/>
              <a:buAutoNum type="arabicPeriod"/>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7000"/>
              </a:lnSpc>
              <a:spcBef>
                <a:spcPts val="0"/>
              </a:spcBef>
              <a:spcAft>
                <a:spcPts val="800"/>
              </a:spcAft>
              <a:buClrTx/>
              <a:buSzTx/>
              <a:buFontTx/>
              <a:buNone/>
              <a:tabLst/>
              <a:defRPr/>
            </a:pPr>
            <a:r>
              <a:rPr kumimoji="0" lang="en-PH" sz="1300" b="0" i="0" u="none" strike="noStrike" kern="1200" cap="all" spc="0" normalizeH="0" baseline="0" noProof="0" dirty="0">
                <a:ln>
                  <a:noFill/>
                </a:ln>
                <a:solidFill>
                  <a:srgbClr val="4472C4"/>
                </a:solidFill>
                <a:effectLst/>
                <a:uLnTx/>
                <a:uFillTx/>
                <a:latin typeface="Calibri" panose="020F0502020204030204" pitchFamily="34" charset="0"/>
                <a:ea typeface="Calibri" panose="020F0502020204030204" pitchFamily="34" charset="0"/>
                <a:cs typeface="Times New Roman" panose="02020603050405020304" pitchFamily="18" charset="0"/>
              </a:rPr>
              <a:t> </a:t>
            </a:r>
            <a:endPar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endParaRPr>
          </a:p>
        </p:txBody>
      </p:sp>
      <p:sp>
        <p:nvSpPr>
          <p:cNvPr id="3" name="Slide Number Placeholder 9">
            <a:extLst>
              <a:ext uri="{FF2B5EF4-FFF2-40B4-BE49-F238E27FC236}">
                <a16:creationId xmlns:a16="http://schemas.microsoft.com/office/drawing/2014/main" id="{8C775271-D51F-AE1E-A7FB-210C633F2932}"/>
              </a:ext>
            </a:extLst>
          </p:cNvPr>
          <p:cNvSpPr>
            <a:spLocks noGrp="1"/>
          </p:cNvSpPr>
          <p:nvPr/>
        </p:nvSpPr>
        <p:spPr>
          <a:xfrm>
            <a:off x="93608" y="6391410"/>
            <a:ext cx="540917"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116086AB-602C-49A8-AF1B-7C398AACFC06}" type="slidenum">
              <a:rPr kumimoji="0" lang="en-US" sz="1600" b="0" i="0" u="none" strike="noStrike" kern="1200" cap="none" spc="0" normalizeH="0" baseline="0" noProof="0" smtClean="0">
                <a:ln>
                  <a:noFill/>
                </a:ln>
                <a:solidFill>
                  <a:srgbClr val="00863D"/>
                </a:solidFill>
                <a:effectLst/>
                <a:uLnTx/>
                <a:uFillTx/>
                <a:latin typeface="Animosa Extra Bold" panose="00000900000000000000" pitchFamily="50"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600" b="0" i="0" u="none" strike="noStrike" kern="1200" cap="none" spc="0" normalizeH="0" baseline="0" noProof="0" dirty="0">
              <a:ln>
                <a:noFill/>
              </a:ln>
              <a:solidFill>
                <a:srgbClr val="00863D"/>
              </a:solidFill>
              <a:effectLst/>
              <a:uLnTx/>
              <a:uFillTx/>
              <a:latin typeface="Animosa Extra Bold" panose="00000900000000000000" pitchFamily="50" charset="0"/>
              <a:ea typeface="+mn-ea"/>
              <a:cs typeface="+mn-cs"/>
            </a:endParaRPr>
          </a:p>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5A91FA45-DFE1-CBC2-7136-912CBAE4CA8E}"/>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grpSp>
        <p:nvGrpSpPr>
          <p:cNvPr id="19" name="Group 18">
            <a:extLst>
              <a:ext uri="{FF2B5EF4-FFF2-40B4-BE49-F238E27FC236}">
                <a16:creationId xmlns:a16="http://schemas.microsoft.com/office/drawing/2014/main" id="{CE5EB1DB-FE65-CE06-0CE0-F291D9F4FA3B}"/>
              </a:ext>
            </a:extLst>
          </p:cNvPr>
          <p:cNvGrpSpPr/>
          <p:nvPr/>
        </p:nvGrpSpPr>
        <p:grpSpPr>
          <a:xfrm>
            <a:off x="5051898" y="557719"/>
            <a:ext cx="12192000" cy="2505234"/>
            <a:chOff x="0" y="0"/>
            <a:chExt cx="12192000" cy="2505234"/>
          </a:xfrm>
        </p:grpSpPr>
        <p:pic>
          <p:nvPicPr>
            <p:cNvPr id="32769" name="Picture 18">
              <a:extLst>
                <a:ext uri="{FF2B5EF4-FFF2-40B4-BE49-F238E27FC236}">
                  <a16:creationId xmlns:a16="http://schemas.microsoft.com/office/drawing/2014/main" id="{8260A955-F642-41B3-C03A-0945A81538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888" y="661988"/>
              <a:ext cx="5911850" cy="112077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38DB9F7-11F2-248C-6477-0BCDB031151B}"/>
                </a:ext>
              </a:extLst>
            </p:cNvPr>
            <p:cNvPicPr>
              <a:picLocks noChangeAspect="1"/>
            </p:cNvPicPr>
            <p:nvPr/>
          </p:nvPicPr>
          <p:blipFill>
            <a:blip r:embed="rId4"/>
            <a:stretch>
              <a:fillRect/>
            </a:stretch>
          </p:blipFill>
          <p:spPr bwMode="auto">
            <a:xfrm>
              <a:off x="1044102" y="1899444"/>
              <a:ext cx="2380615" cy="605790"/>
            </a:xfrm>
            <a:prstGeom prst="rect">
              <a:avLst/>
            </a:prstGeom>
            <a:ln>
              <a:noFill/>
            </a:ln>
            <a:effectLst>
              <a:outerShdw blurRad="292100" dist="139700" dir="2700000" algn="tl" rotWithShape="0">
                <a:srgbClr val="333333">
                  <a:alpha val="65000"/>
                </a:srgbClr>
              </a:outerShdw>
            </a:effectLst>
          </p:spPr>
        </p:pic>
        <p:sp>
          <p:nvSpPr>
            <p:cNvPr id="11" name="Rectangle 7">
              <a:extLst>
                <a:ext uri="{FF2B5EF4-FFF2-40B4-BE49-F238E27FC236}">
                  <a16:creationId xmlns:a16="http://schemas.microsoft.com/office/drawing/2014/main" id="{2B8C11B1-0A2D-E352-1E1C-F7B28757DE30}"/>
                </a:ext>
              </a:extLst>
            </p:cNvPr>
            <p:cNvSpPr>
              <a:spLocks noChangeArrowheads="1"/>
            </p:cNvSpPr>
            <p:nvPr/>
          </p:nvSpPr>
          <p:spPr bwMode="auto">
            <a:xfrm>
              <a:off x="1022350" y="1619250"/>
              <a:ext cx="161925" cy="2159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AutoShape 6">
              <a:extLst>
                <a:ext uri="{FF2B5EF4-FFF2-40B4-BE49-F238E27FC236}">
                  <a16:creationId xmlns:a16="http://schemas.microsoft.com/office/drawing/2014/main" id="{DD934C42-C528-B520-6861-A13258D4B394}"/>
                </a:ext>
              </a:extLst>
            </p:cNvPr>
            <p:cNvSpPr>
              <a:spLocks noChangeArrowheads="1"/>
            </p:cNvSpPr>
            <p:nvPr/>
          </p:nvSpPr>
          <p:spPr bwMode="auto">
            <a:xfrm rot="-923308">
              <a:off x="850900" y="1755775"/>
              <a:ext cx="250825" cy="287338"/>
            </a:xfrm>
            <a:prstGeom prst="curvedRightArrow">
              <a:avLst>
                <a:gd name="adj1" fmla="val 22911"/>
                <a:gd name="adj2" fmla="val 45823"/>
                <a:gd name="adj3" fmla="val 33333"/>
              </a:avLst>
            </a:prstGeom>
            <a:solidFill>
              <a:srgbClr val="000000"/>
            </a:solid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Rectangle 5">
              <a:extLst>
                <a:ext uri="{FF2B5EF4-FFF2-40B4-BE49-F238E27FC236}">
                  <a16:creationId xmlns:a16="http://schemas.microsoft.com/office/drawing/2014/main" id="{BDCC92CC-BF2E-60D7-6DE0-26DEEB31F5BC}"/>
                </a:ext>
              </a:extLst>
            </p:cNvPr>
            <p:cNvSpPr>
              <a:spLocks noChangeArrowheads="1"/>
            </p:cNvSpPr>
            <p:nvPr/>
          </p:nvSpPr>
          <p:spPr bwMode="auto">
            <a:xfrm>
              <a:off x="176213" y="996950"/>
              <a:ext cx="5824537" cy="296863"/>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Box 3">
              <a:extLst>
                <a:ext uri="{FF2B5EF4-FFF2-40B4-BE49-F238E27FC236}">
                  <a16:creationId xmlns:a16="http://schemas.microsoft.com/office/drawing/2014/main" id="{0FDC96C7-1168-1F5D-070B-88042220F40C}"/>
                </a:ext>
              </a:extLst>
            </p:cNvPr>
            <p:cNvSpPr txBox="1">
              <a:spLocks noChangeArrowheads="1"/>
            </p:cNvSpPr>
            <p:nvPr/>
          </p:nvSpPr>
          <p:spPr bwMode="auto">
            <a:xfrm>
              <a:off x="5800725" y="676275"/>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1</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5" name="AutoShape 2">
              <a:extLst>
                <a:ext uri="{FF2B5EF4-FFF2-40B4-BE49-F238E27FC236}">
                  <a16:creationId xmlns:a16="http://schemas.microsoft.com/office/drawing/2014/main" id="{3B814C22-97AD-233A-8AE1-02A658F712CA}"/>
                </a:ext>
              </a:extLst>
            </p:cNvPr>
            <p:cNvSpPr>
              <a:spLocks noChangeShapeType="1"/>
            </p:cNvSpPr>
            <p:nvPr/>
          </p:nvSpPr>
          <p:spPr bwMode="auto">
            <a:xfrm flipV="1">
              <a:off x="5624513" y="835025"/>
              <a:ext cx="176212" cy="14922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Box 4">
              <a:extLst>
                <a:ext uri="{FF2B5EF4-FFF2-40B4-BE49-F238E27FC236}">
                  <a16:creationId xmlns:a16="http://schemas.microsoft.com/office/drawing/2014/main" id="{8E6712F8-EA86-1969-EEAD-EF59B8EB1286}"/>
                </a:ext>
              </a:extLst>
            </p:cNvPr>
            <p:cNvSpPr txBox="1">
              <a:spLocks noChangeArrowheads="1"/>
            </p:cNvSpPr>
            <p:nvPr/>
          </p:nvSpPr>
          <p:spPr bwMode="auto">
            <a:xfrm>
              <a:off x="1022350" y="1301750"/>
              <a:ext cx="200025" cy="247650"/>
            </a:xfrm>
            <a:prstGeom prst="rect">
              <a:avLst/>
            </a:prstGeom>
            <a:solidFill>
              <a:srgbClr val="FFFF00"/>
            </a:solidFill>
            <a:ln w="6350">
              <a:solidFill>
                <a:srgbClr val="00000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n-US" altLang="en-US"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7" name="Rectangle 9">
              <a:extLst>
                <a:ext uri="{FF2B5EF4-FFF2-40B4-BE49-F238E27FC236}">
                  <a16:creationId xmlns:a16="http://schemas.microsoft.com/office/drawing/2014/main" id="{394E19EC-30CA-7FE3-8C71-CA38C9D6D61C}"/>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Rectangle 12">
              <a:extLst>
                <a:ext uri="{FF2B5EF4-FFF2-40B4-BE49-F238E27FC236}">
                  <a16:creationId xmlns:a16="http://schemas.microsoft.com/office/drawing/2014/main" id="{AE9764F9-A527-DA62-A1A1-7800099B728C}"/>
                </a:ext>
              </a:extLst>
            </p:cNvPr>
            <p:cNvSpPr>
              <a:spLocks noChangeArrowheads="1"/>
            </p:cNvSpPr>
            <p:nvPr/>
          </p:nvSpPr>
          <p:spPr bwMode="auto">
            <a:xfrm>
              <a:off x="0" y="4572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4237755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2C13FD5-5EA9-094F-0EB1-BD7D4E3ADBBE}"/>
              </a:ext>
            </a:extLst>
          </p:cNvPr>
          <p:cNvSpPr txBox="1"/>
          <p:nvPr/>
        </p:nvSpPr>
        <p:spPr>
          <a:xfrm>
            <a:off x="2972451" y="1705882"/>
            <a:ext cx="3852819" cy="337392"/>
          </a:xfrm>
          <a:prstGeom prst="rect">
            <a:avLst/>
          </a:prstGeom>
          <a:solidFill>
            <a:srgbClr val="00B050"/>
          </a:solidFill>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Light" panose="020F0302020204030204" pitchFamily="34" charset="0"/>
                <a:ea typeface="+mn-ea"/>
                <a:cs typeface="Calibri Light" panose="020F0302020204030204" pitchFamily="34" charset="0"/>
              </a:rPr>
              <a:t>Other Buttons</a:t>
            </a:r>
            <a:endParaRPr kumimoji="0" lang="en-US" sz="2000" b="0" i="0" u="none" strike="noStrike" kern="1200" cap="none" spc="0" normalizeH="0" baseline="0" noProof="0" dirty="0">
              <a:ln>
                <a:noFill/>
              </a:ln>
              <a:solidFill>
                <a:srgbClr val="007434"/>
              </a:solidFill>
              <a:effectLst/>
              <a:uLnTx/>
              <a:uFillTx/>
              <a:latin typeface="Calibri Light" panose="020F0302020204030204" pitchFamily="34" charset="0"/>
              <a:ea typeface="+mn-ea"/>
              <a:cs typeface="Calibri Light" panose="020F0302020204030204" pitchFamily="34" charset="0"/>
            </a:endParaRPr>
          </a:p>
        </p:txBody>
      </p:sp>
      <p:sp>
        <p:nvSpPr>
          <p:cNvPr id="2" name="Text Box 6">
            <a:extLst>
              <a:ext uri="{FF2B5EF4-FFF2-40B4-BE49-F238E27FC236}">
                <a16:creationId xmlns:a16="http://schemas.microsoft.com/office/drawing/2014/main" id="{64347769-1046-4EE1-BA85-D11BEFAEFE04}"/>
              </a:ext>
            </a:extLst>
          </p:cNvPr>
          <p:cNvSpPr txBox="1"/>
          <p:nvPr/>
        </p:nvSpPr>
        <p:spPr>
          <a:xfrm>
            <a:off x="0" y="-11307"/>
            <a:ext cx="5106907" cy="653359"/>
          </a:xfrm>
          <a:prstGeom prst="rect">
            <a:avLst/>
          </a:prstGeom>
          <a:solidFill>
            <a:srgbClr val="00863D"/>
          </a:solidFill>
          <a:ln w="6350">
            <a:noFill/>
          </a:ln>
          <a:effectLst>
            <a:outerShdw blurRad="50800" dist="38100" dir="2700000" sx="73000" sy="73000" algn="tl" rotWithShape="0">
              <a:prstClr val="black">
                <a:alpha val="5000"/>
              </a:prstClr>
            </a:outerShdw>
          </a:effectLst>
        </p:spPr>
        <p:txBody>
          <a:bodyPr rot="0" spcFirstLastPara="0" vert="horz" wrap="square" lIns="91440" tIns="91440" rIns="91440" bIns="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endParaRPr kumimoji="0" lang="en-US" sz="1400" b="0" i="0" u="none" strike="noStrike" kern="1200" cap="none" spc="0" normalizeH="0" baseline="0" noProof="0" dirty="0">
              <a:ln>
                <a:noFill/>
              </a:ln>
              <a:solidFill>
                <a:srgbClr val="007434"/>
              </a:solidFill>
              <a:effectLst/>
              <a:uLnTx/>
              <a:uFillTx/>
              <a:latin typeface="Calibri" panose="020F0502020204030204"/>
              <a:ea typeface="Open Sans" panose="020B0606030504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00102524-F938-4923-3B7F-69CC6F7FB47B}"/>
              </a:ext>
            </a:extLst>
          </p:cNvPr>
          <p:cNvSpPr txBox="1"/>
          <p:nvPr/>
        </p:nvSpPr>
        <p:spPr>
          <a:xfrm>
            <a:off x="805110" y="123167"/>
            <a:ext cx="4045186" cy="707886"/>
          </a:xfrm>
          <a:prstGeom prst="rect">
            <a:avLst/>
          </a:prstGeom>
          <a:noFill/>
          <a:effectLst>
            <a:glow rad="228600">
              <a:schemeClr val="accent6">
                <a:lumMod val="20000"/>
                <a:lumOff val="80000"/>
                <a:alpha val="40000"/>
              </a:schemeClr>
            </a:glow>
            <a:outerShdw blurRad="50800" dist="38100" dir="2700000" algn="tl" rotWithShape="0">
              <a:srgbClr val="00863D">
                <a:alpha val="10000"/>
              </a:srgb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Accounting </a:t>
            </a:r>
            <a:r>
              <a:rPr kumimoji="0" lang="en-US" sz="2000" b="0" i="0" u="none" strike="noStrike" kern="1200" cap="none" spc="0" normalizeH="0" baseline="0" noProof="0" dirty="0">
                <a:ln>
                  <a:noFill/>
                </a:ln>
                <a:solidFill>
                  <a:srgbClr val="70AD47">
                    <a:lumMod val="20000"/>
                    <a:lumOff val="80000"/>
                  </a:srgbClr>
                </a:solidFill>
                <a:effectLst/>
                <a:uLnTx/>
                <a:uFillTx/>
                <a:latin typeface="Calibri Light" panose="020F0302020204030204" pitchFamily="34" charset="0"/>
                <a:ea typeface="+mn-ea"/>
                <a:cs typeface="Calibri Light" panose="020F0302020204030204" pitchFamily="34" charset="0"/>
              </a:rPr>
              <a:t>/ Source </a:t>
            </a:r>
            <a:r>
              <a:rPr kumimoji="0" lang="en-US" sz="1900" b="0" i="0" u="none" strike="noStrike" kern="1200" cap="none" spc="0" normalizeH="0" baseline="0" noProof="0" dirty="0">
                <a:ln>
                  <a:noFill/>
                </a:ln>
                <a:solidFill>
                  <a:srgbClr val="70AD47">
                    <a:lumMod val="20000"/>
                    <a:lumOff val="80000"/>
                  </a:srgbClr>
                </a:solidFill>
                <a:effectLst/>
                <a:uLnTx/>
                <a:uFillTx/>
                <a:latin typeface="Calibri Light" panose="020F0302020204030204"/>
                <a:ea typeface="+mn-ea"/>
                <a:cs typeface="+mn-cs"/>
              </a:rPr>
              <a:t>- Module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7434"/>
              </a:solidFill>
              <a:effectLst/>
              <a:uLnTx/>
              <a:uFillTx/>
              <a:latin typeface="Century Gothic" panose="020B0502020202020204" pitchFamily="34" charset="0"/>
              <a:ea typeface="+mn-ea"/>
              <a:cs typeface="+mn-cs"/>
            </a:endParaRPr>
          </a:p>
        </p:txBody>
      </p:sp>
      <p:pic>
        <p:nvPicPr>
          <p:cNvPr id="8" name="Picture 7">
            <a:extLst>
              <a:ext uri="{FF2B5EF4-FFF2-40B4-BE49-F238E27FC236}">
                <a16:creationId xmlns:a16="http://schemas.microsoft.com/office/drawing/2014/main" id="{107893B4-B14F-9DB9-F51C-452F29F6BDC9}"/>
              </a:ext>
            </a:extLst>
          </p:cNvPr>
          <p:cNvPicPr>
            <a:picLocks noChangeAspect="1"/>
          </p:cNvPicPr>
          <p:nvPr/>
        </p:nvPicPr>
        <p:blipFill>
          <a:blip r:embed="rId3"/>
          <a:stretch>
            <a:fillRect/>
          </a:stretch>
        </p:blipFill>
        <p:spPr>
          <a:xfrm>
            <a:off x="2924446" y="2151563"/>
            <a:ext cx="6615145" cy="836937"/>
          </a:xfrm>
          <a:prstGeom prst="rect">
            <a:avLst/>
          </a:prstGeom>
        </p:spPr>
      </p:pic>
    </p:spTree>
    <p:extLst>
      <p:ext uri="{BB962C8B-B14F-4D97-AF65-F5344CB8AC3E}">
        <p14:creationId xmlns:p14="http://schemas.microsoft.com/office/powerpoint/2010/main" val="996561585"/>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301</Words>
  <Application>Microsoft Office PowerPoint</Application>
  <PresentationFormat>Widescreen</PresentationFormat>
  <Paragraphs>57</Paragraphs>
  <Slides>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Animosa Extra Bold</vt:lpstr>
      <vt:lpstr>Arial</vt:lpstr>
      <vt:lpstr>Bodoni MT Condensed</vt:lpstr>
      <vt:lpstr>Calibri</vt:lpstr>
      <vt:lpstr>Calibri Light</vt:lpstr>
      <vt:lpstr>Century Gothic</vt:lpstr>
      <vt:lpstr>Chivo Light</vt:lpstr>
      <vt:lpstr>1_Office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Janine Calawod</dc:creator>
  <cp:lastModifiedBy>Janine Calawod</cp:lastModifiedBy>
  <cp:revision>6</cp:revision>
  <dcterms:created xsi:type="dcterms:W3CDTF">2023-01-10T06:57:48Z</dcterms:created>
  <dcterms:modified xsi:type="dcterms:W3CDTF">2023-01-10T07:00:03Z</dcterms:modified>
</cp:coreProperties>
</file>