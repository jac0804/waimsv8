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8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9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6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7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7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3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2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3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6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321285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Agent Ledger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Agent is a list of agent or salesman of a company.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376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Agent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Agent module under Masterfile, agent list will display in the agent ledger main window.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4CC9E7-43D7-7A2D-4991-DBB6188EBE21}"/>
              </a:ext>
            </a:extLst>
          </p:cNvPr>
          <p:cNvGrpSpPr/>
          <p:nvPr/>
        </p:nvGrpSpPr>
        <p:grpSpPr>
          <a:xfrm>
            <a:off x="5328533" y="2106290"/>
            <a:ext cx="6030595" cy="2548890"/>
            <a:chOff x="3380422" y="1856420"/>
            <a:chExt cx="6030595" cy="254889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9890F8-DAE7-91DF-0AA1-B54911128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0422" y="1856420"/>
              <a:ext cx="6030595" cy="254889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291201-2932-4B13-2958-F91F445465EC}"/>
                </a:ext>
              </a:extLst>
            </p:cNvPr>
            <p:cNvSpPr/>
            <p:nvPr/>
          </p:nvSpPr>
          <p:spPr>
            <a:xfrm>
              <a:off x="3380422" y="3804285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01ECF6B-666A-EBE3-5809-91074E0CD916}"/>
                </a:ext>
              </a:extLst>
            </p:cNvPr>
            <p:cNvSpPr/>
            <p:nvPr/>
          </p:nvSpPr>
          <p:spPr>
            <a:xfrm>
              <a:off x="4639627" y="2702560"/>
              <a:ext cx="4171950" cy="145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1430F50-21F8-96B9-E229-E4FBF841891E}"/>
                </a:ext>
              </a:extLst>
            </p:cNvPr>
            <p:cNvCxnSpPr/>
            <p:nvPr/>
          </p:nvCxnSpPr>
          <p:spPr>
            <a:xfrm>
              <a:off x="4369752" y="3903345"/>
              <a:ext cx="257175" cy="19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7CE92C8-CF60-839A-4ECF-DF745EF14DED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6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Create New Agent?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Agent Ledger – Main Window, you will notice a create button in the upper left of the window. Click the create button and you will be redirect in agent ledger – main form.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agent ledger – main window, you will be redirected in agent ledger – main form where you will encode the agent other information.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20199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0D8E87-70FD-F2B8-FCFC-0353D069DB09}"/>
              </a:ext>
            </a:extLst>
          </p:cNvPr>
          <p:cNvSpPr txBox="1"/>
          <p:nvPr/>
        </p:nvSpPr>
        <p:spPr>
          <a:xfrm>
            <a:off x="7119936" y="195820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1077247-B08B-69A4-37C2-E98071AA2900}"/>
              </a:ext>
            </a:extLst>
          </p:cNvPr>
          <p:cNvGrpSpPr/>
          <p:nvPr/>
        </p:nvGrpSpPr>
        <p:grpSpPr>
          <a:xfrm>
            <a:off x="5197545" y="719321"/>
            <a:ext cx="6189345" cy="1238885"/>
            <a:chOff x="0" y="0"/>
            <a:chExt cx="6189345" cy="1238885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D98E63-F7C8-4B4A-523B-74D5FD377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189345" cy="12388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3F3EE2F-4D94-4B50-03B6-7157C6C30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650" y="12700"/>
              <a:ext cx="1384935" cy="20383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7B96E6-1959-ED61-3FE3-8B4ED657F14B}"/>
              </a:ext>
            </a:extLst>
          </p:cNvPr>
          <p:cNvGrpSpPr/>
          <p:nvPr/>
        </p:nvGrpSpPr>
        <p:grpSpPr>
          <a:xfrm>
            <a:off x="5197545" y="2348993"/>
            <a:ext cx="6428740" cy="3857625"/>
            <a:chOff x="17821" y="0"/>
            <a:chExt cx="6429182" cy="385762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CB3F2B4-D42A-BA7F-CFA2-2747CC43F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1" y="0"/>
              <a:ext cx="6153702" cy="347916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49BBFA1-43AB-C959-5026-D76E7A828C1A}"/>
                </a:ext>
              </a:extLst>
            </p:cNvPr>
            <p:cNvSpPr/>
            <p:nvPr/>
          </p:nvSpPr>
          <p:spPr>
            <a:xfrm>
              <a:off x="57146" y="1078173"/>
              <a:ext cx="5981700" cy="27794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0980291-B6DC-0B61-E380-C89E440F5CD2}"/>
                </a:ext>
              </a:extLst>
            </p:cNvPr>
            <p:cNvCxnSpPr/>
            <p:nvPr/>
          </p:nvCxnSpPr>
          <p:spPr>
            <a:xfrm>
              <a:off x="6046953" y="115153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506">
              <a:extLst>
                <a:ext uri="{FF2B5EF4-FFF2-40B4-BE49-F238E27FC236}">
                  <a16:creationId xmlns:a16="http://schemas.microsoft.com/office/drawing/2014/main" id="{44858CCE-1896-393F-9080-B2F57620ED1B}"/>
                </a:ext>
              </a:extLst>
            </p:cNvPr>
            <p:cNvSpPr txBox="1"/>
            <p:nvPr/>
          </p:nvSpPr>
          <p:spPr>
            <a:xfrm>
              <a:off x="6246978" y="105628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8DC91BA-3649-4A3E-3AC9-39B7C2197124}"/>
                </a:ext>
              </a:extLst>
            </p:cNvPr>
            <p:cNvGrpSpPr/>
            <p:nvPr/>
          </p:nvGrpSpPr>
          <p:grpSpPr>
            <a:xfrm>
              <a:off x="4758377" y="562828"/>
              <a:ext cx="1057276" cy="450092"/>
              <a:chOff x="138752" y="67528"/>
              <a:chExt cx="1057276" cy="450092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D13939A-D339-BDA6-2D3C-590763904A0E}"/>
                  </a:ext>
                </a:extLst>
              </p:cNvPr>
              <p:cNvSpPr/>
              <p:nvPr/>
            </p:nvSpPr>
            <p:spPr>
              <a:xfrm>
                <a:off x="138752" y="231870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02894ED7-4ED4-9A5F-19C4-BA5075F97910}"/>
                  </a:ext>
                </a:extLst>
              </p:cNvPr>
              <p:cNvCxnSpPr/>
              <p:nvPr/>
            </p:nvCxnSpPr>
            <p:spPr>
              <a:xfrm>
                <a:off x="786453" y="2389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Text Box 510">
                <a:extLst>
                  <a:ext uri="{FF2B5EF4-FFF2-40B4-BE49-F238E27FC236}">
                    <a16:creationId xmlns:a16="http://schemas.microsoft.com/office/drawing/2014/main" id="{17ADD0C1-7B07-94B7-013A-A6FB89D72EF1}"/>
                  </a:ext>
                </a:extLst>
              </p:cNvPr>
              <p:cNvSpPr txBox="1"/>
              <p:nvPr/>
            </p:nvSpPr>
            <p:spPr>
              <a:xfrm>
                <a:off x="996003" y="67528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BEBFAD83-EFED-E151-22AE-A09DAD65D4CE}"/>
              </a:ext>
            </a:extLst>
          </p:cNvPr>
          <p:cNvSpPr/>
          <p:nvPr/>
        </p:nvSpPr>
        <p:spPr>
          <a:xfrm>
            <a:off x="5355238" y="1004118"/>
            <a:ext cx="800100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514446-991C-0ECE-5559-FDA86A678EFD}"/>
              </a:ext>
            </a:extLst>
          </p:cNvPr>
          <p:cNvCxnSpPr/>
          <p:nvPr/>
        </p:nvCxnSpPr>
        <p:spPr>
          <a:xfrm>
            <a:off x="6155338" y="1137468"/>
            <a:ext cx="2000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 Box 498">
            <a:extLst>
              <a:ext uri="{FF2B5EF4-FFF2-40B4-BE49-F238E27FC236}">
                <a16:creationId xmlns:a16="http://schemas.microsoft.com/office/drawing/2014/main" id="{CEBB4A63-4D66-7BA7-3FD7-E030BACF4B9F}"/>
              </a:ext>
            </a:extLst>
          </p:cNvPr>
          <p:cNvSpPr txBox="1"/>
          <p:nvPr/>
        </p:nvSpPr>
        <p:spPr>
          <a:xfrm>
            <a:off x="6364888" y="1032693"/>
            <a:ext cx="200025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0DE52-9CB5-D170-1800-0ACDEC187A50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Agent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C7812F1-ED2F-23B3-2F98-A63A75937D8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58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Agent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220101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agent ledger – main window, search the agent name you wish to edit its information in the search bar. Or, edit its information in the search bar. Or,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agent ledger – main form, click the lookup button and select the agent you wish to edit its information by typing its agent name in the search bar.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31157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426977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customer, click edit button in the upper right side of customer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C508F-7124-9660-411F-DB6CCE769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895" y="759621"/>
            <a:ext cx="6189345" cy="15284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4A9447D-72A4-9DAB-532C-E072DBF808EA}"/>
              </a:ext>
            </a:extLst>
          </p:cNvPr>
          <p:cNvGrpSpPr/>
          <p:nvPr/>
        </p:nvGrpSpPr>
        <p:grpSpPr>
          <a:xfrm>
            <a:off x="5358130" y="1395063"/>
            <a:ext cx="1475739" cy="333375"/>
            <a:chOff x="0" y="0"/>
            <a:chExt cx="1476374" cy="3333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84BDC1-A55C-6F80-2309-CB83F06BD313}"/>
                </a:ext>
              </a:extLst>
            </p:cNvPr>
            <p:cNvSpPr/>
            <p:nvPr/>
          </p:nvSpPr>
          <p:spPr>
            <a:xfrm>
              <a:off x="0" y="0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D96ABA9-DA1F-B42B-8C2F-978EC03F4219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 Box 517">
              <a:extLst>
                <a:ext uri="{FF2B5EF4-FFF2-40B4-BE49-F238E27FC236}">
                  <a16:creationId xmlns:a16="http://schemas.microsoft.com/office/drawing/2014/main" id="{D16B9189-6221-0ECD-3DF2-3C4F7DAD6ACB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631CC86-E4C3-B360-F0A1-BB4D34BEEEB8}"/>
              </a:ext>
            </a:extLst>
          </p:cNvPr>
          <p:cNvGrpSpPr/>
          <p:nvPr/>
        </p:nvGrpSpPr>
        <p:grpSpPr>
          <a:xfrm>
            <a:off x="5665544" y="3228815"/>
            <a:ext cx="5725160" cy="2682240"/>
            <a:chOff x="5665544" y="2959042"/>
            <a:chExt cx="5725160" cy="268224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730AFA6-D272-64DA-A1BF-6CFCD5A93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5544" y="2959042"/>
              <a:ext cx="5725160" cy="2682240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8A0B09B-97ED-6F25-0166-43BBB0B77B84}"/>
                </a:ext>
              </a:extLst>
            </p:cNvPr>
            <p:cNvGrpSpPr/>
            <p:nvPr/>
          </p:nvGrpSpPr>
          <p:grpSpPr>
            <a:xfrm>
              <a:off x="6833869" y="3648222"/>
              <a:ext cx="4406266" cy="691515"/>
              <a:chOff x="3892867" y="3083243"/>
              <a:chExt cx="4406266" cy="69151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5D211F4-430D-46A1-8738-323973C04870}"/>
                  </a:ext>
                </a:extLst>
              </p:cNvPr>
              <p:cNvGrpSpPr/>
              <p:nvPr/>
            </p:nvGrpSpPr>
            <p:grpSpPr>
              <a:xfrm>
                <a:off x="3892867" y="3469958"/>
                <a:ext cx="952500" cy="304800"/>
                <a:chOff x="523874" y="28575"/>
                <a:chExt cx="952500" cy="304800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9DECC15-2605-B83D-F157-BB680B847702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C9D8AC15-F171-5731-428B-BD1B43AE1F80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Text Box 528">
                  <a:extLst>
                    <a:ext uri="{FF2B5EF4-FFF2-40B4-BE49-F238E27FC236}">
                      <a16:creationId xmlns:a16="http://schemas.microsoft.com/office/drawing/2014/main" id="{D47E2313-61CB-3846-81A9-62EEECD80FAA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6B4E0C1-9D4C-F54B-DF67-3BC4A8E004F8}"/>
                  </a:ext>
                </a:extLst>
              </p:cNvPr>
              <p:cNvGrpSpPr/>
              <p:nvPr/>
            </p:nvGrpSpPr>
            <p:grpSpPr>
              <a:xfrm>
                <a:off x="7318057" y="3083243"/>
                <a:ext cx="981076" cy="304800"/>
                <a:chOff x="333374" y="28575"/>
                <a:chExt cx="981076" cy="304800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71B23A7-ADB4-D5AC-DB23-D55FB4A28E7E}"/>
                    </a:ext>
                  </a:extLst>
                </p:cNvPr>
                <p:cNvSpPr/>
                <p:nvPr/>
              </p:nvSpPr>
              <p:spPr>
                <a:xfrm>
                  <a:off x="333374" y="28575"/>
                  <a:ext cx="4663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75F6A232-25A6-5E13-73D3-6D9C18F29D88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 Box 524">
                  <a:extLst>
                    <a:ext uri="{FF2B5EF4-FFF2-40B4-BE49-F238E27FC236}">
                      <a16:creationId xmlns:a16="http://schemas.microsoft.com/office/drawing/2014/main" id="{DF9D6E85-2A23-AD35-EFFC-D1C885887FEA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</a:p>
              </p:txBody>
            </p:sp>
          </p:grpSp>
        </p:grpSp>
        <p:sp>
          <p:nvSpPr>
            <p:cNvPr id="51" name="Text Box 241">
              <a:extLst>
                <a:ext uri="{FF2B5EF4-FFF2-40B4-BE49-F238E27FC236}">
                  <a16:creationId xmlns:a16="http://schemas.microsoft.com/office/drawing/2014/main" id="{D5043370-4A3B-D8FB-C356-47B56344E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478" y="4380475"/>
              <a:ext cx="2301875" cy="879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agent?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65760" marR="0" lvl="0" indent="-34290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800"/>
                <a:buFont typeface="+mj-lt"/>
                <a:buAutoNum type="arabicPeriod"/>
                <a:tabLst>
                  <a:tab pos="227330" algn="l"/>
                </a:tabLst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agent name in the search bar.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65760" marR="0" lvl="0" indent="-342900" algn="l" defTabSz="914400" rtl="0" eaLnBrk="1" fontAlgn="auto" latinLnBrk="0" hangingPunct="1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ClrTx/>
                <a:buSzPts val="800"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kumimoji="0" lang="en-US" sz="8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65760" marR="0" lvl="0" indent="-342900" algn="l" defTabSz="914400" rtl="0" eaLnBrk="1" fontAlgn="auto" latinLnBrk="0" hangingPunct="1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ClrTx/>
                <a:buSzPts val="800"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agent code to select the agent.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7E264D-2349-8E03-3FF8-431179D71519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Agent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24D4E78-1C7F-0F64-8138-D86686FF0CB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05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2853139"/>
            <a:ext cx="3914824" cy="91590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2361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9AED4-DFC2-19A4-D86B-D0FC3D23FF70}"/>
              </a:ext>
            </a:extLst>
          </p:cNvPr>
          <p:cNvSpPr txBox="1"/>
          <p:nvPr/>
        </p:nvSpPr>
        <p:spPr>
          <a:xfrm>
            <a:off x="1254088" y="64104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Agent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FE813C-B05D-CE70-F4FF-8247B073F584}"/>
              </a:ext>
            </a:extLst>
          </p:cNvPr>
          <p:cNvGrpSpPr/>
          <p:nvPr/>
        </p:nvGrpSpPr>
        <p:grpSpPr>
          <a:xfrm>
            <a:off x="5162548" y="1380427"/>
            <a:ext cx="6467475" cy="3855720"/>
            <a:chOff x="0" y="-183284"/>
            <a:chExt cx="6467475" cy="38566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D71C87-DACE-51DA-BD9C-A58A6DA5C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83284"/>
              <a:ext cx="6189345" cy="34635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18ABCD-B762-A3DF-7702-CE411F663937}"/>
                </a:ext>
              </a:extLst>
            </p:cNvPr>
            <p:cNvSpPr/>
            <p:nvPr/>
          </p:nvSpPr>
          <p:spPr>
            <a:xfrm>
              <a:off x="63974" y="968969"/>
              <a:ext cx="5981700" cy="2704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66A3D61-0F39-4802-6FA9-B39F801A9500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 Box 537">
              <a:extLst>
                <a:ext uri="{FF2B5EF4-FFF2-40B4-BE49-F238E27FC236}">
                  <a16:creationId xmlns:a16="http://schemas.microsoft.com/office/drawing/2014/main" id="{263C7C38-6462-3211-AA02-8F707B663FE0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CAD188-6557-8781-48FA-ABF0FAB51ED0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22A71FF-E226-E7E0-9BD8-3CE92D4DF3DA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F0AA8EF-9562-1DA9-BE95-671F47AB662D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541">
                <a:extLst>
                  <a:ext uri="{FF2B5EF4-FFF2-40B4-BE49-F238E27FC236}">
                    <a16:creationId xmlns:a16="http://schemas.microsoft.com/office/drawing/2014/main" id="{E7EB08E7-E5FB-EA93-10E9-614572779CB6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07B7FD-F21E-D32A-AA37-7214C03474DD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Agent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B14F431-9A05-F1D4-CE63-89BA0497A756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72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Delete a Agent Ledger?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agent ledger – main window, search the agent you want to delete.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agent ledger – main form, click the lookup button and select the agent you want to delete.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844117" y="3429000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BCFA8-9612-25D2-2B3C-4DB5A47D9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371" y="1202428"/>
            <a:ext cx="6189345" cy="15284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605A60-0394-852A-BD7E-8BEC8647AB47}"/>
              </a:ext>
            </a:extLst>
          </p:cNvPr>
          <p:cNvGrpSpPr/>
          <p:nvPr/>
        </p:nvGrpSpPr>
        <p:grpSpPr>
          <a:xfrm>
            <a:off x="5110961" y="1799962"/>
            <a:ext cx="1475739" cy="333375"/>
            <a:chOff x="0" y="0"/>
            <a:chExt cx="1476374" cy="3333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969512-18B3-3FDF-3333-602EA5D97E18}"/>
                </a:ext>
              </a:extLst>
            </p:cNvPr>
            <p:cNvSpPr/>
            <p:nvPr/>
          </p:nvSpPr>
          <p:spPr>
            <a:xfrm>
              <a:off x="0" y="0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B9D5363-A11E-E230-D104-A222716627DE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 Box 585">
              <a:extLst>
                <a:ext uri="{FF2B5EF4-FFF2-40B4-BE49-F238E27FC236}">
                  <a16:creationId xmlns:a16="http://schemas.microsoft.com/office/drawing/2014/main" id="{EE68036D-650F-961F-D608-7F1867730B07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FF55DA0-456B-6836-4CD9-66DD689DA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822" y="3328407"/>
            <a:ext cx="5725160" cy="268224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795FB7C-71FD-A4DA-B37E-24590B6D5B6E}"/>
              </a:ext>
            </a:extLst>
          </p:cNvPr>
          <p:cNvGrpSpPr/>
          <p:nvPr/>
        </p:nvGrpSpPr>
        <p:grpSpPr>
          <a:xfrm>
            <a:off x="6450107" y="4000200"/>
            <a:ext cx="3010535" cy="1736725"/>
            <a:chOff x="-635" y="0"/>
            <a:chExt cx="3010535" cy="173672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D71D81A-CD0E-77C4-1E16-188222C5BEE5}"/>
                </a:ext>
              </a:extLst>
            </p:cNvPr>
            <p:cNvGrpSpPr/>
            <p:nvPr/>
          </p:nvGrpSpPr>
          <p:grpSpPr>
            <a:xfrm>
              <a:off x="215900" y="400050"/>
              <a:ext cx="952500" cy="304800"/>
              <a:chOff x="523874" y="28575"/>
              <a:chExt cx="952500" cy="3048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5A24709-AF79-084B-BC50-D2D37B19D587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FDAC334-4D39-EEA8-C059-04324D7EA333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Text Box 559">
                <a:extLst>
                  <a:ext uri="{FF2B5EF4-FFF2-40B4-BE49-F238E27FC236}">
                    <a16:creationId xmlns:a16="http://schemas.microsoft.com/office/drawing/2014/main" id="{41D3CF11-FCEE-C817-0C30-933F1A9C113F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9222A5E-4072-0E57-17D7-C489D4938EA8}"/>
                </a:ext>
              </a:extLst>
            </p:cNvPr>
            <p:cNvGrpSpPr/>
            <p:nvPr/>
          </p:nvGrpSpPr>
          <p:grpSpPr>
            <a:xfrm>
              <a:off x="1924050" y="0"/>
              <a:ext cx="1085850" cy="304800"/>
              <a:chOff x="228600" y="28575"/>
              <a:chExt cx="1085850" cy="3048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D0EFA88-338C-5E45-3C88-BF81076A0EEB}"/>
                  </a:ext>
                </a:extLst>
              </p:cNvPr>
              <p:cNvSpPr/>
              <p:nvPr/>
            </p:nvSpPr>
            <p:spPr>
              <a:xfrm>
                <a:off x="228600" y="28575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829304F-2679-1CA4-1F69-0024939865F5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Text Box 555">
                <a:extLst>
                  <a:ext uri="{FF2B5EF4-FFF2-40B4-BE49-F238E27FC236}">
                    <a16:creationId xmlns:a16="http://schemas.microsoft.com/office/drawing/2014/main" id="{A24C2108-5822-25F8-631D-7E57E9FCE4B7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12F1758-EDCB-BF59-3073-BE2E55B5A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635" y="857250"/>
              <a:ext cx="2378710" cy="879475"/>
              <a:chOff x="6116" y="177"/>
              <a:chExt cx="3746" cy="1385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7D5BD645-0BF1-A3F3-4259-869A3CD1C2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" name="Text Box 241">
                <a:extLst>
                  <a:ext uri="{FF2B5EF4-FFF2-40B4-BE49-F238E27FC236}">
                    <a16:creationId xmlns:a16="http://schemas.microsoft.com/office/drawing/2014/main" id="{7949D389-BFA9-40AD-C1B3-5AAD7BBF3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746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PH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F6128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agent?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2286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2733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agent name in the search bar.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228600" algn="l" defTabSz="914400" rtl="0" eaLnBrk="1" fontAlgn="auto" latinLnBrk="0" hangingPunct="1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kumimoji="0" lang="en-US" sz="8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lvl="0" indent="-228600" algn="l" defTabSz="914400" rtl="0" eaLnBrk="1" fontAlgn="auto" latinLnBrk="0" hangingPunct="1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agent code to select the agent. 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AC45113-2420-D193-08FF-91DC3F20A355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Agent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3FC1425-B657-C209-BD82-9DBA6E5B76B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63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269351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EA8BDC-23E5-5933-CBA1-0E851311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604" y="2261723"/>
            <a:ext cx="4734586" cy="18173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E8EF46-E607-6F3C-15CE-8A2B9C9036C9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Agent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6A16FB9-84D8-C758-8389-B80D2417645C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7087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507</Words>
  <Application>Microsoft Office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4</cp:revision>
  <dcterms:created xsi:type="dcterms:W3CDTF">2023-01-10T03:19:06Z</dcterms:created>
  <dcterms:modified xsi:type="dcterms:W3CDTF">2023-01-10T03:22:54Z</dcterms:modified>
</cp:coreProperties>
</file>