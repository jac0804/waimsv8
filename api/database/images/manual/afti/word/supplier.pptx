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9" r:id="rId4"/>
    <p:sldId id="280" r:id="rId5"/>
    <p:sldId id="281" r:id="rId6"/>
    <p:sldId id="293" r:id="rId7"/>
    <p:sldId id="294" r:id="rId8"/>
    <p:sldId id="295" r:id="rId9"/>
    <p:sldId id="29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23124-4FF8-533D-2737-A323B9261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57410-406B-5A7D-3B3A-064A1E431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51EA0-93F3-2A48-BC73-C092C0105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F81BA-238C-4140-9435-D1F3322B3CDC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0797C-8BD6-4AFB-1972-A56D9B9E9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7FF81-7C12-5150-068D-140BE4A25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DED57-D44E-46EA-BCC2-92BB7F09AC8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8677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5164-3438-9F65-66C3-BB0F8777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90DCA-1630-6999-F408-05EF3C72E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A3195-3D67-4158-7828-868F9CB79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F81BA-238C-4140-9435-D1F3322B3CDC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6AE0D-E81E-D299-755B-4FD3EFDBB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B1098-7518-8D37-31DB-83038DF82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DED57-D44E-46EA-BCC2-92BB7F09AC8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23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BC14-E27E-1FFE-234D-AD0FC234A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B3BD3-3B3F-1351-0D25-0826302B2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ACE71-B15F-3571-E372-AF360DE3F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F81BA-238C-4140-9435-D1F3322B3CDC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9F245-6EE6-E9CC-FE92-2DC6956BB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4FDF2-2DDC-2EDD-11A7-FC94E6281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DED57-D44E-46EA-BCC2-92BB7F09AC8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81021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30C81-D162-CEB4-CACA-03F0E6864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2E869-ABA0-612E-2A92-BA674F96C8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611A7-8E9C-0D99-75F4-DB8285A6B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EF1B0-9CF1-7DB0-13AE-368BA9E5C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F81BA-238C-4140-9435-D1F3322B3CDC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4FDBE-241A-09D1-BC33-AEBFCED3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E1992-5D3D-7E4E-57DD-7C4342F34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DED57-D44E-46EA-BCC2-92BB7F09AC8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36495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1BCD0-D658-ED7D-44EA-4B2609501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E5293-5E8D-5BCA-1A8F-E55B6FF1A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334D7-4580-F3CF-A64C-FF3F56E48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64EB8F-D147-0408-D4DA-1C093A86F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98C4BE-BBAA-F60B-2C17-457979536E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8FFBEB-85C0-9F95-0477-47051C64F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F81BA-238C-4140-9435-D1F3322B3CDC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98D107-E830-9EBD-08DA-CDD7A06D5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A8BFF2-0A85-0B05-4DCC-CBAAF74B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DED57-D44E-46EA-BCC2-92BB7F09AC8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61842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B4C2B-9893-2F3E-408A-C513CF25A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6D2172-B2F7-D6E8-D919-259F54541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F81BA-238C-4140-9435-D1F3322B3CDC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9CFA4D-F8C9-11A3-751D-7BAD1E9E9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FE48C-0923-7CC6-54E3-732277690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DED57-D44E-46EA-BCC2-92BB7F09AC8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10404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496EC4-8331-7EC9-5C47-914BD3176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F81BA-238C-4140-9435-D1F3322B3CDC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5F20C0-7D58-4505-6A5C-C592011EB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D4810-7062-5181-9CC2-FC347025D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DED57-D44E-46EA-BCC2-92BB7F09AC8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4928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A84B6-DB19-42C9-E6B3-0EE3D4AEC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8EE0E-1897-A654-DE32-36C490F7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73F62-E30B-B258-B248-A0A01D435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432FD-2F9F-9B06-9F5A-59E8C0854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F81BA-238C-4140-9435-D1F3322B3CDC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C21EA-604C-57F6-F4B4-EE99A4EA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73AC8-4EF7-478C-C944-CC3919747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DED57-D44E-46EA-BCC2-92BB7F09AC8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8191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1DC34-75C4-803C-1F1B-8075970B3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058C3F-1F28-3724-FB15-B6AF10061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7E34B-FCAD-83F9-0553-414804FB6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B688A-16FA-177D-F8BB-A6983749C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F81BA-238C-4140-9435-D1F3322B3CDC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9E4AF-71AA-744D-78F1-A3CDD861D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432ED-7EF0-BCF2-BECD-995CD1E95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DED57-D44E-46EA-BCC2-92BB7F09AC8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92114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2F6C7-C640-0F74-D605-732A1A522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2510A6-F2CD-AA4F-0631-2290056A7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B346F-AF22-87F0-9D01-9936E63F5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F81BA-238C-4140-9435-D1F3322B3CDC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3027C-A45A-56B9-66D4-A620CE453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B966B-60CD-66B4-319A-A22C2A936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DED57-D44E-46EA-BCC2-92BB7F09AC8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47762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C5BCDA-DBF9-ED26-F903-CAD6A259BC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6069C-377B-1772-57C6-A940F5163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566E4-E754-17AD-9D72-654F7FA9B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F81BA-238C-4140-9435-D1F3322B3CDC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A42C6-491C-F667-2742-17CF71A2A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388C7-F40C-AB8A-2BA9-52C3F571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DED57-D44E-46EA-BCC2-92BB7F09AC8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087177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B4A-3408-1B97-1B34-05AE5640F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CE41D-ED3A-FB15-B2CB-48AE9AE25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DF44-2CFE-99D1-62FB-C419C359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2A000-96DA-5E5F-9A77-6569656A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FD326-4FC0-72EB-DF56-0FD78B9EE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10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9D75-E04D-B634-D919-617757394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6432A-85F7-6833-67C8-01C4E7216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7A2C-3294-4947-A3DE-F536E8B1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5DCA-9125-891E-96C8-87AF8FF5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F385-A188-DB80-34AE-99BFE377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49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34D8-AC3A-C1B6-226A-B0342CC9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1E8B-24DF-615A-8729-9497B6EA1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1F83F-6442-4F8D-A89C-5E43D432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243A9-4120-4241-6DD2-BB67522C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42F45-390E-7F61-65CB-09F84E0C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42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E399-2560-08C2-7560-8CDD4F0B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C3219-FB0A-90C1-5347-5D8D63A15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6AE50-4292-C9EB-8B25-09DE0EA0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747A3-5AAE-74E5-58AC-112C24B4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45C81-CA6F-521E-53EF-EEB98F96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839E4-86AD-5375-DD4F-F846EF92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01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6130-117C-998F-E56B-57FCF109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E80B8-EA33-707F-EC6C-EBC7B1352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28F7F-ECE8-BAAD-7338-2D78A59EE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AF716-F429-44D0-6E93-815FF3C4F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A37D0-605C-BB9A-385B-6A85770C8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F5C74-EA7F-FDB3-FB93-77C9E914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1775E-89CF-943A-9CDA-597023CE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9C5D8-2060-0E24-EC81-3C64B264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538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700E-1F64-71E3-B8E2-5003EE14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2E4C6-4425-4600-DADA-0FAA915F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25CC1-1CF0-5FE6-B23F-FC064081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12A78-3142-4A2A-6A14-2861FE05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9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8CDC6-AE80-3C7C-7A54-83C4F8A3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87A10-784A-0882-62A6-ACF91528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3EFA-8AAD-4032-2084-C183504C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774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6DDE-4887-BBF0-A054-1795A602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9F60-2E86-61FF-D6C4-8EEFEF4F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C98BF-6198-66C9-1808-3E0DE1D9B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C433-2EF0-6879-AA30-D7F23FA1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B4456-36C8-9DCF-5C14-8BA06584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FA8EE-1367-107D-033E-8A0158C5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4163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98BA-7366-CA58-0AE4-D2030C17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64958-D645-44EB-2EDC-93CCA39A1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D1894-31E7-5B16-FAA4-8794FE103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EEAB6-A5F9-0B9E-BFB9-37D999F6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7A55-6F18-17DA-8716-BC16F3F9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7226-21F6-2D27-6044-9FC188E6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281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6E2-26EB-63EF-501D-68A4434E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8B2B9-8CC9-2B50-B062-946D7E785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974C-952F-86C3-A75E-105A3A2E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495DF-D0C7-812E-EDA8-AEA85D87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C9A3-8AF0-8B35-01FB-6FDA728B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2820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9C450-90ED-272A-E463-AAA21A2E5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DA328-475F-1FE7-6643-FADC6BE1F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27D1A-7BFF-DDEC-3AEE-1846C455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493FD-135D-1E5D-ED17-848900B6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65E1-7A80-1403-F41E-7FDEAAED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40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DC36EC-D11B-70F0-053F-F51DAD428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3E226-ED8F-9F7F-798C-70526FB96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FC148-3354-3A42-1693-721E514A8F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F81BA-238C-4140-9435-D1F3322B3CDC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27461-EC02-3A21-0E68-BD6BA7FD0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2E052-100B-085E-D975-019455D27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DED57-D44E-46EA-BCC2-92BB7F09AC8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31430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F1DB1-AAB5-C0D6-F8F5-5C3D1F05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64012-DD5E-82B0-E0A6-F22247B5B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C52C1-D777-85DB-34DD-7DB776F29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C0FA6-4BE5-4630-BD3F-BA92F18B1BA2}" type="datetimeFigureOut">
              <a:rPr lang="en-US" smtClean="0"/>
              <a:t>1/10/2023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F4A8-E610-C555-2196-67DC47368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7A19-A289-6A34-54CB-69755ED14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096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91C61-BA4C-0CC8-5BC4-39F996ECBF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47CD9-2CCA-D993-0CA1-6C4527F41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42861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2539407" y="2055283"/>
            <a:ext cx="7113183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doni MT Condensed" panose="02070606080606020203" pitchFamily="18" charset="0"/>
                <a:ea typeface="+mn-ea"/>
                <a:cs typeface="+mn-cs"/>
              </a:rPr>
              <a:t>Supplier Ledger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doni MT Condensed" panose="02070606080606020203" pitchFamily="18" charset="0"/>
              <a:ea typeface="+mn-ea"/>
              <a:cs typeface="+mn-cs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Times New Roman" panose="02020603050405020304" pitchFamily="18" charset="0"/>
              </a:rPr>
              <a:t>Is a list of suppliers of the company.</a:t>
            </a: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Times New Roman" panose="02020603050405020304" pitchFamily="18" charset="0"/>
              </a:rPr>
              <a:t>It is where all transactions in inventory, payables and payments made by the supplier are all display.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989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Supplier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106925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Main Window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579626"/>
            <a:ext cx="3887062" cy="1271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Supplier module under Masterfile, supplier list will display in the supplier ledger main window.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7119936" y="465518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0C87D5-6F90-37F6-6034-652F38F9F9A2}"/>
              </a:ext>
            </a:extLst>
          </p:cNvPr>
          <p:cNvGrpSpPr/>
          <p:nvPr/>
        </p:nvGrpSpPr>
        <p:grpSpPr>
          <a:xfrm>
            <a:off x="5371535" y="2106925"/>
            <a:ext cx="6015355" cy="2548255"/>
            <a:chOff x="200025" y="0"/>
            <a:chExt cx="6015355" cy="254825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5617F82-E978-4DB1-1FB6-72C65E6F2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673" y="0"/>
              <a:ext cx="6001707" cy="235013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205A507-FBF5-CBBE-14C1-E843FFF727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2" t="4250"/>
            <a:stretch/>
          </p:blipFill>
          <p:spPr>
            <a:xfrm>
              <a:off x="200025" y="2333625"/>
              <a:ext cx="5989320" cy="214630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202F56F-55BB-D78F-4743-C50790057550}"/>
              </a:ext>
            </a:extLst>
          </p:cNvPr>
          <p:cNvSpPr/>
          <p:nvPr/>
        </p:nvSpPr>
        <p:spPr>
          <a:xfrm>
            <a:off x="5476945" y="3089270"/>
            <a:ext cx="990600" cy="171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E7AE43-3CE6-EDA1-1E37-7769D5D681AD}"/>
              </a:ext>
            </a:extLst>
          </p:cNvPr>
          <p:cNvSpPr/>
          <p:nvPr/>
        </p:nvSpPr>
        <p:spPr>
          <a:xfrm>
            <a:off x="6674555" y="2740655"/>
            <a:ext cx="4669790" cy="16903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407A0B-52E6-D58F-0FD7-FBEE93E2C726}"/>
              </a:ext>
            </a:extLst>
          </p:cNvPr>
          <p:cNvCxnSpPr/>
          <p:nvPr/>
        </p:nvCxnSpPr>
        <p:spPr>
          <a:xfrm>
            <a:off x="6437700" y="3157850"/>
            <a:ext cx="257175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61EF400A-CB49-EAE6-7F13-71D3488075D7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0028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How To Create New Supplier?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805110" y="1817821"/>
            <a:ext cx="3914824" cy="434202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Supplier Ledger – Main Window, you will notice a create button in the upper left of the window. Click the create button and you will be redirect in supplier ledger – main form.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click the create button in the supplier ledger – main window, you will be redirected in supplier ledger – main form where you will encode the supplier other information.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above photo, fill in all the necessary details in the provided field.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A6076-C0F3-FE91-11D5-2DC5C6803B51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Supplier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E3E3972-2757-84F5-E879-CBC974657F67}"/>
              </a:ext>
            </a:extLst>
          </p:cNvPr>
          <p:cNvGrpSpPr/>
          <p:nvPr/>
        </p:nvGrpSpPr>
        <p:grpSpPr>
          <a:xfrm>
            <a:off x="5197545" y="869352"/>
            <a:ext cx="6189345" cy="1043305"/>
            <a:chOff x="5197545" y="1178248"/>
            <a:chExt cx="6189345" cy="104330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9A0BFBF-B120-4012-12B8-A4176BC0E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7545" y="1178248"/>
              <a:ext cx="6189345" cy="1043305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B817E0F-F0F0-4A0C-6E28-16A5EB58A94E}"/>
                </a:ext>
              </a:extLst>
            </p:cNvPr>
            <p:cNvGrpSpPr/>
            <p:nvPr/>
          </p:nvGrpSpPr>
          <p:grpSpPr>
            <a:xfrm>
              <a:off x="5369630" y="1463998"/>
              <a:ext cx="1209675" cy="333375"/>
              <a:chOff x="0" y="0"/>
              <a:chExt cx="1209675" cy="33337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041A917-AB6F-120B-CD2C-CAABAB94E54C}"/>
                  </a:ext>
                </a:extLst>
              </p:cNvPr>
              <p:cNvSpPr/>
              <p:nvPr/>
            </p:nvSpPr>
            <p:spPr>
              <a:xfrm>
                <a:off x="0" y="0"/>
                <a:ext cx="800100" cy="3333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47E82E4B-0A79-A55F-C942-B105549EC707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Text Box 118">
                <a:extLst>
                  <a:ext uri="{FF2B5EF4-FFF2-40B4-BE49-F238E27FC236}">
                    <a16:creationId xmlns:a16="http://schemas.microsoft.com/office/drawing/2014/main" id="{2C33031B-C6EE-7EF1-E8F9-F476B8195766}"/>
                  </a:ext>
                </a:extLst>
              </p:cNvPr>
              <p:cNvSpPr txBox="1"/>
              <p:nvPr/>
            </p:nvSpPr>
            <p:spPr>
              <a:xfrm>
                <a:off x="1009650" y="28575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330E7C7-EA89-08BB-9E6A-4CD915C8A6DC}"/>
              </a:ext>
            </a:extLst>
          </p:cNvPr>
          <p:cNvGrpSpPr/>
          <p:nvPr/>
        </p:nvGrpSpPr>
        <p:grpSpPr>
          <a:xfrm>
            <a:off x="5224667" y="2048515"/>
            <a:ext cx="6430644" cy="4018915"/>
            <a:chOff x="0" y="0"/>
            <a:chExt cx="6430856" cy="401926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0E4BC6F-8D06-351A-78D5-0D65D0BBA18F}"/>
                </a:ext>
              </a:extLst>
            </p:cNvPr>
            <p:cNvGrpSpPr/>
            <p:nvPr/>
          </p:nvGrpSpPr>
          <p:grpSpPr>
            <a:xfrm>
              <a:off x="0" y="0"/>
              <a:ext cx="6430856" cy="4019265"/>
              <a:chOff x="8043" y="0"/>
              <a:chExt cx="6430856" cy="4019265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FBB931C9-CB10-4B1D-5EA8-758DBCCCEA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43" y="0"/>
                <a:ext cx="6173258" cy="3479165"/>
              </a:xfrm>
              <a:prstGeom prst="rect">
                <a:avLst/>
              </a:prstGeom>
            </p:spPr>
          </p:pic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D34011A-CB2F-0F7B-0FF2-04D64801080B}"/>
                  </a:ext>
                </a:extLst>
              </p:cNvPr>
              <p:cNvSpPr/>
              <p:nvPr/>
            </p:nvSpPr>
            <p:spPr>
              <a:xfrm>
                <a:off x="57146" y="1084996"/>
                <a:ext cx="5981700" cy="2934269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855F6AD-4941-0B4B-DC08-B9E09A657770}"/>
                  </a:ext>
                </a:extLst>
              </p:cNvPr>
              <p:cNvCxnSpPr/>
              <p:nvPr/>
            </p:nvCxnSpPr>
            <p:spPr>
              <a:xfrm>
                <a:off x="6038849" y="1178285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Text Box 126">
                <a:extLst>
                  <a:ext uri="{FF2B5EF4-FFF2-40B4-BE49-F238E27FC236}">
                    <a16:creationId xmlns:a16="http://schemas.microsoft.com/office/drawing/2014/main" id="{51484750-A205-2952-D928-DE6BF39C0A3B}"/>
                  </a:ext>
                </a:extLst>
              </p:cNvPr>
              <p:cNvSpPr txBox="1"/>
              <p:nvPr/>
            </p:nvSpPr>
            <p:spPr>
              <a:xfrm>
                <a:off x="6238874" y="1083035"/>
                <a:ext cx="200025" cy="272415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8A16E66-69A4-243B-0F94-DBCB2EB99BA6}"/>
                  </a:ext>
                </a:extLst>
              </p:cNvPr>
              <p:cNvGrpSpPr/>
              <p:nvPr/>
            </p:nvGrpSpPr>
            <p:grpSpPr>
              <a:xfrm>
                <a:off x="4840264" y="561975"/>
                <a:ext cx="1057275" cy="447675"/>
                <a:chOff x="220639" y="66675"/>
                <a:chExt cx="1057275" cy="447675"/>
              </a:xfrm>
            </p:grpSpPr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86C00499-D6A5-F6AC-684E-5C86DE14771A}"/>
                    </a:ext>
                  </a:extLst>
                </p:cNvPr>
                <p:cNvSpPr/>
                <p:nvPr/>
              </p:nvSpPr>
              <p:spPr>
                <a:xfrm>
                  <a:off x="220639" y="228600"/>
                  <a:ext cx="647700" cy="28575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A560DB8D-17FB-17E7-1EAB-52716642AC6A}"/>
                    </a:ext>
                  </a:extLst>
                </p:cNvPr>
                <p:cNvCxnSpPr/>
                <p:nvPr/>
              </p:nvCxnSpPr>
              <p:spPr>
                <a:xfrm>
                  <a:off x="868339" y="238125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Text Box 258">
                  <a:extLst>
                    <a:ext uri="{FF2B5EF4-FFF2-40B4-BE49-F238E27FC236}">
                      <a16:creationId xmlns:a16="http://schemas.microsoft.com/office/drawing/2014/main" id="{D6EA8A42-93AE-E96D-3444-1C1D8D8AFD7E}"/>
                    </a:ext>
                  </a:extLst>
                </p:cNvPr>
                <p:cNvSpPr txBox="1"/>
                <p:nvPr/>
              </p:nvSpPr>
              <p:spPr>
                <a:xfrm>
                  <a:off x="1077889" y="66675"/>
                  <a:ext cx="200025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4</a:t>
                  </a:r>
                </a:p>
              </p:txBody>
            </p:sp>
          </p:grpSp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038D44F1-B2A1-88C8-FC01-A83A17D87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477" y="3514299"/>
              <a:ext cx="1446530" cy="42164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4B7604EA-1AB5-071D-1010-CC840105C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3140" y="2941093"/>
              <a:ext cx="1507490" cy="1035050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Supplier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355B4944-11EB-7397-2090-195F2412BBBA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485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How To Edit Supplier Details?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supplier ledger – main window, search the supplier you wish to edit its information in the search bar. Or,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supplier ledger – main form, click the lookup button and select the supplier you wish to edit its information by typing its supplier name in the search bar.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A6076-C0F3-FE91-11D5-2DC5C6803B51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Supplier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E74AC3-BA46-FA09-2973-FB0ABE98E20C}"/>
              </a:ext>
            </a:extLst>
          </p:cNvPr>
          <p:cNvGrpSpPr/>
          <p:nvPr/>
        </p:nvGrpSpPr>
        <p:grpSpPr>
          <a:xfrm>
            <a:off x="5106907" y="1222309"/>
            <a:ext cx="6189345" cy="1548130"/>
            <a:chOff x="5106907" y="1222309"/>
            <a:chExt cx="6189345" cy="154813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C9DA9FE-3569-23A2-B198-C86358E90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6907" y="1222309"/>
              <a:ext cx="6189345" cy="1548130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A2C2A51-5CB3-3FB5-FA5F-C26AF4A6D904}"/>
                </a:ext>
              </a:extLst>
            </p:cNvPr>
            <p:cNvGrpSpPr/>
            <p:nvPr/>
          </p:nvGrpSpPr>
          <p:grpSpPr>
            <a:xfrm>
              <a:off x="5148084" y="1805464"/>
              <a:ext cx="1475739" cy="333375"/>
              <a:chOff x="0" y="0"/>
              <a:chExt cx="1476374" cy="33337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6EA4B7F-7D44-EF40-E3F4-CCFB75B018EB}"/>
                  </a:ext>
                </a:extLst>
              </p:cNvPr>
              <p:cNvSpPr/>
              <p:nvPr/>
            </p:nvSpPr>
            <p:spPr>
              <a:xfrm>
                <a:off x="0" y="0"/>
                <a:ext cx="800100" cy="3333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E0389530-8833-2023-F83C-C5108D0F69FC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" name="Text Box 265">
                <a:extLst>
                  <a:ext uri="{FF2B5EF4-FFF2-40B4-BE49-F238E27FC236}">
                    <a16:creationId xmlns:a16="http://schemas.microsoft.com/office/drawing/2014/main" id="{5D55487E-B5AE-450C-4A61-6AB493085F0E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1.1.</a:t>
                </a:r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77043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5BA1BC0-EF0E-D5D0-B048-D6ABB80EFF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121" y="3599318"/>
            <a:ext cx="6141085" cy="2429510"/>
          </a:xfrm>
          <a:prstGeom prst="rect">
            <a:avLst/>
          </a:prstGeom>
        </p:spPr>
      </p:pic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51760" y="374601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the supplier, click edit button in the upper right side of supplier ledger – main form.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3129E33E-7BA1-7785-5DA8-770BDDAEFE09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4D18C0-9623-1314-A2B6-0A086364F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351" y="4388584"/>
            <a:ext cx="2902590" cy="183583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547EA82B-5E49-8646-125F-6AB2ADD93454}"/>
              </a:ext>
            </a:extLst>
          </p:cNvPr>
          <p:cNvGrpSpPr/>
          <p:nvPr/>
        </p:nvGrpSpPr>
        <p:grpSpPr>
          <a:xfrm>
            <a:off x="6390561" y="4324517"/>
            <a:ext cx="5020780" cy="1700741"/>
            <a:chOff x="3761740" y="2534709"/>
            <a:chExt cx="5020780" cy="1700741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2689608C-3E74-0E27-3EFE-720C52831995}"/>
                </a:ext>
              </a:extLst>
            </p:cNvPr>
            <p:cNvGrpSpPr/>
            <p:nvPr/>
          </p:nvGrpSpPr>
          <p:grpSpPr>
            <a:xfrm>
              <a:off x="3820160" y="2988945"/>
              <a:ext cx="952500" cy="304800"/>
              <a:chOff x="523874" y="28575"/>
              <a:chExt cx="952500" cy="30480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CC37C7C-B025-AAB8-2AFA-3DFCCBC4185E}"/>
                  </a:ext>
                </a:extLst>
              </p:cNvPr>
              <p:cNvSpPr/>
              <p:nvPr/>
            </p:nvSpPr>
            <p:spPr>
              <a:xfrm>
                <a:off x="523874" y="28575"/>
                <a:ext cx="2758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D8CC685C-12ED-BDDC-18D5-DCC6ED123D04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7" name="Text Box 276">
                <a:extLst>
                  <a:ext uri="{FF2B5EF4-FFF2-40B4-BE49-F238E27FC236}">
                    <a16:creationId xmlns:a16="http://schemas.microsoft.com/office/drawing/2014/main" id="{9891C8B0-7153-FBCE-9ADA-6B79902806AA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0297773-007F-DA82-D198-EAB33EF5300A}"/>
                </a:ext>
              </a:extLst>
            </p:cNvPr>
            <p:cNvGrpSpPr/>
            <p:nvPr/>
          </p:nvGrpSpPr>
          <p:grpSpPr>
            <a:xfrm>
              <a:off x="7801444" y="2534709"/>
              <a:ext cx="981076" cy="304800"/>
              <a:chOff x="686268" y="-59266"/>
              <a:chExt cx="981076" cy="304800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5CFA48B7-3C92-7267-B30F-63BF37E9D414}"/>
                  </a:ext>
                </a:extLst>
              </p:cNvPr>
              <p:cNvSpPr/>
              <p:nvPr/>
            </p:nvSpPr>
            <p:spPr>
              <a:xfrm>
                <a:off x="686268" y="-59266"/>
                <a:ext cx="4663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CB8E6BAD-06D4-A8AE-62CE-1B79ECDA62F7}"/>
                  </a:ext>
                </a:extLst>
              </p:cNvPr>
              <p:cNvCxnSpPr/>
              <p:nvPr/>
            </p:nvCxnSpPr>
            <p:spPr>
              <a:xfrm>
                <a:off x="1152994" y="45509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Text Box 272">
                <a:extLst>
                  <a:ext uri="{FF2B5EF4-FFF2-40B4-BE49-F238E27FC236}">
                    <a16:creationId xmlns:a16="http://schemas.microsoft.com/office/drawing/2014/main" id="{C491AD24-135D-0067-906F-F3018D8475B0}"/>
                  </a:ext>
                </a:extLst>
              </p:cNvPr>
              <p:cNvSpPr txBox="1"/>
              <p:nvPr/>
            </p:nvSpPr>
            <p:spPr>
              <a:xfrm>
                <a:off x="1362544" y="-59266"/>
                <a:ext cx="304800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2.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2CACA86-1A4F-62C4-E1B1-4BC87B84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1740" y="3355975"/>
              <a:ext cx="2301875" cy="879475"/>
              <a:chOff x="6116" y="177"/>
              <a:chExt cx="3625" cy="1385"/>
            </a:xfrm>
          </p:grpSpPr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F1E66854-5D62-787B-D08A-9CDB45750E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16" y="177"/>
                <a:ext cx="3625" cy="13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1" name="Text Box 241">
                <a:extLst>
                  <a:ext uri="{FF2B5EF4-FFF2-40B4-BE49-F238E27FC236}">
                    <a16:creationId xmlns:a16="http://schemas.microsoft.com/office/drawing/2014/main" id="{0B3097DE-90B5-6D17-1A62-2A2A4383A4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6" y="177"/>
                <a:ext cx="3625" cy="138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101600" marR="0" lvl="0" indent="0" algn="l" defTabSz="914400" rtl="0" eaLnBrk="1" fontAlgn="auto" latinLnBrk="0" hangingPunct="1">
                  <a:lnSpc>
                    <a:spcPct val="107000"/>
                  </a:lnSpc>
                  <a:spcBef>
                    <a:spcPts val="44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PH" sz="1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F6128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How to search supplier?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22860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>
                    <a:tab pos="227330" algn="l"/>
                  </a:tabLst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Type the supplier name in the search bar.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228600" algn="l" defTabSz="914400" rtl="0" eaLnBrk="1" fontAlgn="auto" latinLnBrk="0" hangingPunct="1">
                  <a:lnSpc>
                    <a:spcPts val="975"/>
                  </a:lnSpc>
                  <a:spcBef>
                    <a:spcPts val="5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>
                    <a:tab pos="203200" algn="l"/>
                  </a:tabLst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Click ‘enter’ in the keyboard to</a:t>
                </a:r>
                <a:r>
                  <a:rPr kumimoji="0" lang="en-US" sz="800" b="0" i="0" u="none" strike="noStrike" kern="1200" cap="none" spc="-4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search.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29565" marR="0" lvl="0" indent="-228600" algn="l" defTabSz="914400" rtl="0" eaLnBrk="1" fontAlgn="auto" latinLnBrk="0" hangingPunct="1">
                  <a:lnSpc>
                    <a:spcPts val="975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>
                    <a:tab pos="203200" algn="l"/>
                  </a:tabLst>
                  <a:defRPr/>
                </a:pPr>
                <a:r>
                  <a:rPr kumimoji="0" lang="en-PH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Click the button before the supplier code to select the supplier.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02565" marR="0" lvl="0" indent="-101600" algn="l" defTabSz="914400" rtl="0" eaLnBrk="1" fontAlgn="auto" latinLnBrk="0" hangingPunct="1">
                  <a:lnSpc>
                    <a:spcPts val="975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203200" algn="l"/>
                  </a:tabLst>
                  <a:defRPr/>
                </a:pPr>
                <a:r>
                  <a:rPr kumimoji="0" lang="en-PH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25804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1254088" y="642052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How To Edit Supplier Details?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A6076-C0F3-FE91-11D5-2DC5C6803B51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Supplier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5887154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659084" y="2795189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Edit the information you want to edit.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F7AFEB-9F40-1FA2-755B-040B7D1644D3}"/>
              </a:ext>
            </a:extLst>
          </p:cNvPr>
          <p:cNvGrpSpPr/>
          <p:nvPr/>
        </p:nvGrpSpPr>
        <p:grpSpPr>
          <a:xfrm>
            <a:off x="5173026" y="1333773"/>
            <a:ext cx="6446520" cy="4420736"/>
            <a:chOff x="0" y="71052"/>
            <a:chExt cx="6447003" cy="442082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D504F02-5BBE-102A-28AF-9ED653354A49}"/>
                </a:ext>
              </a:extLst>
            </p:cNvPr>
            <p:cNvGrpSpPr/>
            <p:nvPr/>
          </p:nvGrpSpPr>
          <p:grpSpPr>
            <a:xfrm>
              <a:off x="0" y="71052"/>
              <a:ext cx="6189345" cy="3949768"/>
              <a:chOff x="0" y="71052"/>
              <a:chExt cx="6189345" cy="3949768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CEE80AB4-0CB9-28F8-88F9-926272DC99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150" y="3381375"/>
                <a:ext cx="1647825" cy="639445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3C58021E-AA01-5135-B1D2-2AE5B20DA3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71052"/>
                <a:ext cx="6189345" cy="3337060"/>
              </a:xfrm>
              <a:prstGeom prst="rect">
                <a:avLst/>
              </a:prstGeom>
            </p:spPr>
          </p:pic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D20FE0-0186-C89A-DFBA-F2D26622C520}"/>
                </a:ext>
              </a:extLst>
            </p:cNvPr>
            <p:cNvSpPr/>
            <p:nvPr/>
          </p:nvSpPr>
          <p:spPr>
            <a:xfrm>
              <a:off x="65253" y="1049745"/>
              <a:ext cx="5981700" cy="344212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1889273-5D06-1AB6-16B3-CF668D3923B2}"/>
                </a:ext>
              </a:extLst>
            </p:cNvPr>
            <p:cNvCxnSpPr/>
            <p:nvPr/>
          </p:nvCxnSpPr>
          <p:spPr>
            <a:xfrm>
              <a:off x="6046953" y="1212949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 Box 285">
              <a:extLst>
                <a:ext uri="{FF2B5EF4-FFF2-40B4-BE49-F238E27FC236}">
                  <a16:creationId xmlns:a16="http://schemas.microsoft.com/office/drawing/2014/main" id="{11378A30-8DC1-5BD3-17CE-B97D4A3F91A5}"/>
                </a:ext>
              </a:extLst>
            </p:cNvPr>
            <p:cNvSpPr txBox="1"/>
            <p:nvPr/>
          </p:nvSpPr>
          <p:spPr>
            <a:xfrm>
              <a:off x="6246978" y="1097227"/>
              <a:ext cx="200025" cy="2724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9358F7C-03F6-2AA3-0D0B-DE50FC0D8BDB}"/>
                </a:ext>
              </a:extLst>
            </p:cNvPr>
            <p:cNvGrpSpPr/>
            <p:nvPr/>
          </p:nvGrpSpPr>
          <p:grpSpPr>
            <a:xfrm>
              <a:off x="4765201" y="592544"/>
              <a:ext cx="1057275" cy="436315"/>
              <a:chOff x="145576" y="97244"/>
              <a:chExt cx="1057275" cy="436315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C2BF7CD-9B52-C96E-11B0-148D00974EBF}"/>
                  </a:ext>
                </a:extLst>
              </p:cNvPr>
              <p:cNvSpPr/>
              <p:nvPr/>
            </p:nvSpPr>
            <p:spPr>
              <a:xfrm>
                <a:off x="145576" y="247809"/>
                <a:ext cx="647700" cy="2857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7A8BFD95-40AC-671A-034D-93365A5AB785}"/>
                  </a:ext>
                </a:extLst>
              </p:cNvPr>
              <p:cNvCxnSpPr/>
              <p:nvPr/>
            </p:nvCxnSpPr>
            <p:spPr>
              <a:xfrm>
                <a:off x="793276" y="268694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 Box 289">
                <a:extLst>
                  <a:ext uri="{FF2B5EF4-FFF2-40B4-BE49-F238E27FC236}">
                    <a16:creationId xmlns:a16="http://schemas.microsoft.com/office/drawing/2014/main" id="{7F66E00E-0785-2FE5-5A24-4C022672E67F}"/>
                  </a:ext>
                </a:extLst>
              </p:cNvPr>
              <p:cNvSpPr txBox="1"/>
              <p:nvPr/>
            </p:nvSpPr>
            <p:spPr>
              <a:xfrm>
                <a:off x="1002826" y="97244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EBEB5D83-1875-82F3-D368-96AA09FB76B2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3838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How To Delete a Supplier Ledger?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9"/>
            <a:ext cx="3914824" cy="131432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supplier ledger – main window, search the customer you want to delete.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supplier ledger – main form, click the lookup button and select the customer you want to delete.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A6076-C0F3-FE91-11D5-2DC5C6803B51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/ Supplier Ledger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77043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Ledger</a:t>
            </a:r>
            <a:r>
              <a:rPr kumimoji="0" lang="en-PH" sz="12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51760" y="374601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Click delete button.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EC4131-82BA-B2F6-58EE-F079678FB0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065" y="1198612"/>
            <a:ext cx="6189345" cy="154813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41F9DC9-B20E-0C53-0AE5-9803F1BE6717}"/>
              </a:ext>
            </a:extLst>
          </p:cNvPr>
          <p:cNvSpPr/>
          <p:nvPr/>
        </p:nvSpPr>
        <p:spPr>
          <a:xfrm>
            <a:off x="5106907" y="1769055"/>
            <a:ext cx="799465" cy="3333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22A5D2-CACB-6BC1-8999-3ACE61E269B1}"/>
              </a:ext>
            </a:extLst>
          </p:cNvPr>
          <p:cNvCxnSpPr/>
          <p:nvPr/>
        </p:nvCxnSpPr>
        <p:spPr>
          <a:xfrm>
            <a:off x="5906372" y="1902405"/>
            <a:ext cx="199390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Box 367">
            <a:extLst>
              <a:ext uri="{FF2B5EF4-FFF2-40B4-BE49-F238E27FC236}">
                <a16:creationId xmlns:a16="http://schemas.microsoft.com/office/drawing/2014/main" id="{F56C846C-6A29-44C1-3FCF-8C3B58432683}"/>
              </a:ext>
            </a:extLst>
          </p:cNvPr>
          <p:cNvSpPr txBox="1"/>
          <p:nvPr/>
        </p:nvSpPr>
        <p:spPr>
          <a:xfrm>
            <a:off x="6115922" y="1797630"/>
            <a:ext cx="466090" cy="247650"/>
          </a:xfrm>
          <a:prstGeom prst="rect">
            <a:avLst/>
          </a:prstGeom>
          <a:solidFill>
            <a:srgbClr val="FFFF00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1.1.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C1C9237-AE4F-F303-FF49-4BA118F2B6D9}"/>
              </a:ext>
            </a:extLst>
          </p:cNvPr>
          <p:cNvGrpSpPr/>
          <p:nvPr/>
        </p:nvGrpSpPr>
        <p:grpSpPr>
          <a:xfrm>
            <a:off x="4976815" y="3570464"/>
            <a:ext cx="6284595" cy="2499995"/>
            <a:chOff x="4976815" y="3570464"/>
            <a:chExt cx="6284595" cy="249999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B82FCC7-0BB3-6DC7-2EA7-69F576A6C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6815" y="3570464"/>
              <a:ext cx="6284595" cy="2499995"/>
            </a:xfrm>
            <a:prstGeom prst="rect">
              <a:avLst/>
            </a:prstGeom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ADB0631-E625-8F5F-AF13-F236F0CACAA3}"/>
                </a:ext>
              </a:extLst>
            </p:cNvPr>
            <p:cNvGrpSpPr/>
            <p:nvPr/>
          </p:nvGrpSpPr>
          <p:grpSpPr>
            <a:xfrm>
              <a:off x="6273989" y="4344459"/>
              <a:ext cx="2967990" cy="713740"/>
              <a:chOff x="4612005" y="3072130"/>
              <a:chExt cx="2967990" cy="71374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5880B84-AF2E-B0EC-EF64-D6F44D07AA54}"/>
                  </a:ext>
                </a:extLst>
              </p:cNvPr>
              <p:cNvGrpSpPr/>
              <p:nvPr/>
            </p:nvGrpSpPr>
            <p:grpSpPr>
              <a:xfrm>
                <a:off x="4612005" y="3481070"/>
                <a:ext cx="952500" cy="304800"/>
                <a:chOff x="523874" y="28575"/>
                <a:chExt cx="952500" cy="304800"/>
              </a:xfrm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5FF93F7A-6093-B26F-D1AC-D4F50B88B27F}"/>
                    </a:ext>
                  </a:extLst>
                </p:cNvPr>
                <p:cNvSpPr/>
                <p:nvPr/>
              </p:nvSpPr>
              <p:spPr>
                <a:xfrm>
                  <a:off x="523874" y="28575"/>
                  <a:ext cx="275881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EB0675E4-1ADA-15E4-A0E3-2BF948FBF8FF}"/>
                    </a:ext>
                  </a:extLst>
                </p:cNvPr>
                <p:cNvCxnSpPr/>
                <p:nvPr/>
              </p:nvCxnSpPr>
              <p:spPr>
                <a:xfrm>
                  <a:off x="800100" y="133350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2" name="Text Box 310">
                  <a:extLst>
                    <a:ext uri="{FF2B5EF4-FFF2-40B4-BE49-F238E27FC236}">
                      <a16:creationId xmlns:a16="http://schemas.microsoft.com/office/drawing/2014/main" id="{500EB092-4843-CE10-FDF3-A8141B2B7B2C}"/>
                    </a:ext>
                  </a:extLst>
                </p:cNvPr>
                <p:cNvSpPr txBox="1"/>
                <p:nvPr/>
              </p:nvSpPr>
              <p:spPr>
                <a:xfrm>
                  <a:off x="1009649" y="28575"/>
                  <a:ext cx="466725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1.2.</a:t>
                  </a:r>
                </a:p>
              </p:txBody>
            </p: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140B9861-F4E1-471D-E9D0-2187EA29AE57}"/>
                  </a:ext>
                </a:extLst>
              </p:cNvPr>
              <p:cNvGrpSpPr/>
              <p:nvPr/>
            </p:nvGrpSpPr>
            <p:grpSpPr>
              <a:xfrm>
                <a:off x="6494145" y="3072130"/>
                <a:ext cx="1085850" cy="304800"/>
                <a:chOff x="228600" y="28575"/>
                <a:chExt cx="1085850" cy="304800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44300EF-D8BB-CA38-B4B6-BD8EF7C2D4CB}"/>
                    </a:ext>
                  </a:extLst>
                </p:cNvPr>
                <p:cNvSpPr/>
                <p:nvPr/>
              </p:nvSpPr>
              <p:spPr>
                <a:xfrm>
                  <a:off x="228600" y="28575"/>
                  <a:ext cx="571156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DC73845B-7225-887A-3A8D-85996B5200CB}"/>
                    </a:ext>
                  </a:extLst>
                </p:cNvPr>
                <p:cNvCxnSpPr/>
                <p:nvPr/>
              </p:nvCxnSpPr>
              <p:spPr>
                <a:xfrm>
                  <a:off x="800100" y="133350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9" name="Text Box 306">
                  <a:extLst>
                    <a:ext uri="{FF2B5EF4-FFF2-40B4-BE49-F238E27FC236}">
                      <a16:creationId xmlns:a16="http://schemas.microsoft.com/office/drawing/2014/main" id="{D90DF803-36B4-AB88-F156-DE429DBF8423}"/>
                    </a:ext>
                  </a:extLst>
                </p:cNvPr>
                <p:cNvSpPr txBox="1"/>
                <p:nvPr/>
              </p:nvSpPr>
              <p:spPr>
                <a:xfrm>
                  <a:off x="1009650" y="28575"/>
                  <a:ext cx="304800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2.</a:t>
                  </a:r>
                </a:p>
              </p:txBody>
            </p:sp>
          </p:grpSp>
        </p:grpSp>
      </p:grp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4A6547B9-1D56-5C83-EF3A-6BDD2FBAF363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5427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187020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Masterfile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/ Supplier Ledger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13CC3-0EBB-4997-FCE7-B09A824D1CEB}"/>
              </a:ext>
            </a:extLst>
          </p:cNvPr>
          <p:cNvSpPr txBox="1"/>
          <p:nvPr/>
        </p:nvSpPr>
        <p:spPr>
          <a:xfrm>
            <a:off x="805110" y="1053547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Other Information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805109" y="4516141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Other Buttons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Box 102">
            <a:extLst>
              <a:ext uri="{FF2B5EF4-FFF2-40B4-BE49-F238E27FC236}">
                <a16:creationId xmlns:a16="http://schemas.microsoft.com/office/drawing/2014/main" id="{9C27B11D-33B2-DB7D-A894-E01425B3F550}"/>
              </a:ext>
            </a:extLst>
          </p:cNvPr>
          <p:cNvSpPr txBox="1"/>
          <p:nvPr/>
        </p:nvSpPr>
        <p:spPr>
          <a:xfrm>
            <a:off x="805109" y="1589414"/>
            <a:ext cx="3852820" cy="1913613"/>
          </a:xfrm>
          <a:prstGeom prst="rect">
            <a:avLst/>
          </a:prstGeom>
          <a:noFill/>
          <a:ln w="6350">
            <a:solidFill>
              <a:srgbClr val="E7E6E6">
                <a:lumMod val="90000"/>
              </a:srgbClr>
            </a:solidFill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0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arrow parallel to the main form on the upper right, the supplier ledger – main form will minimize and the other information will be displayed as shown in the photo below.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Click the arrow parallel to what information you want to open and provide the necessary filter to generate the data you want to display.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227330" lvl="0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A6E795-A8E7-8B40-C067-8F8DE35F49ED}"/>
              </a:ext>
            </a:extLst>
          </p:cNvPr>
          <p:cNvSpPr txBox="1"/>
          <p:nvPr/>
        </p:nvSpPr>
        <p:spPr>
          <a:xfrm>
            <a:off x="7256349" y="241006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Supplier Ledger 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A69045-F104-05F4-3505-4E69B7CED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633" y="1053547"/>
            <a:ext cx="6189345" cy="13214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907169-2430-46B1-EF81-2B3F5B2615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50"/>
          <a:stretch/>
        </p:blipFill>
        <p:spPr>
          <a:xfrm>
            <a:off x="5237895" y="3262184"/>
            <a:ext cx="6148996" cy="2300714"/>
          </a:xfrm>
          <a:prstGeom prst="rect">
            <a:avLst/>
          </a:prstGeom>
        </p:spPr>
      </p:pic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5A6BD76C-8536-CAD4-2B74-9D7E4976BA0F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2226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Office PowerPoint</Application>
  <PresentationFormat>Widescreen</PresentationFormat>
  <Paragraphs>130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Animosa Extra Bold</vt:lpstr>
      <vt:lpstr>Arial</vt:lpstr>
      <vt:lpstr>Bahnschrift Condensed</vt:lpstr>
      <vt:lpstr>Bodoni MT Condensed</vt:lpstr>
      <vt:lpstr>Calibri</vt:lpstr>
      <vt:lpstr>Calibri Light</vt:lpstr>
      <vt:lpstr>Century Gothic</vt:lpstr>
      <vt:lpstr>Chivo Light</vt:lpstr>
      <vt:lpstr>Verdana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1</cp:revision>
  <dcterms:created xsi:type="dcterms:W3CDTF">2023-01-10T03:18:28Z</dcterms:created>
  <dcterms:modified xsi:type="dcterms:W3CDTF">2023-01-10T03:18:34Z</dcterms:modified>
</cp:coreProperties>
</file>