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89" r:id="rId2"/>
    <p:sldId id="490" r:id="rId3"/>
    <p:sldId id="491" r:id="rId4"/>
    <p:sldId id="492" r:id="rId5"/>
    <p:sldId id="493" r:id="rId6"/>
    <p:sldId id="494" r:id="rId7"/>
    <p:sldId id="495" r:id="rId8"/>
    <p:sldId id="49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2408427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53610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967023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3029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065176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6369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18573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29218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80951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469953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563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227690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Void Service Sales Order</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200" dirty="0">
                <a:solidFill>
                  <a:schemeClr val="bg1"/>
                </a:solidFill>
                <a:ea typeface="Open Sans" panose="020B0606030504020204" pitchFamily="34" charset="0"/>
                <a:cs typeface="Times New Roman" panose="02020603050405020304" pitchFamily="18" charset="0"/>
              </a:rPr>
              <a:t>Void Service Sales Order is where voiding of Service Sales Order transaction is recorded. </a:t>
            </a:r>
          </a:p>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200" dirty="0">
                <a:solidFill>
                  <a:schemeClr val="bg1"/>
                </a:solidFill>
                <a:ea typeface="Open Sans" panose="020B0606030504020204" pitchFamily="34" charset="0"/>
                <a:cs typeface="Times New Roman" panose="02020603050405020304" pitchFamily="18" charset="0"/>
              </a:rPr>
              <a:t> </a:t>
            </a:r>
          </a:p>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63A7496-1034-196F-6300-3534FAADFD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413633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Main Window</a:t>
            </a:r>
            <a:endParaRPr lang="en-US" sz="2000" dirty="0">
              <a:solidFill>
                <a:srgbClr val="007434"/>
              </a:solidFill>
              <a:latin typeface="+mj-lt"/>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Void Service Sales Order module under Sales, Void Service SO transactions list will display based on filtered date and status in the Void Service SO main window.</a:t>
            </a:r>
          </a:p>
          <a:p>
            <a:pPr marL="0" marR="227330" lvl="2">
              <a:lnSpc>
                <a:spcPct val="107000"/>
              </a:lnSpc>
              <a:spcBef>
                <a:spcPts val="190"/>
              </a:spcBef>
              <a:spcAft>
                <a:spcPts val="80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lvl="2">
              <a:lnSpc>
                <a:spcPct val="107000"/>
              </a:lnSpc>
              <a:spcBef>
                <a:spcPts val="190"/>
              </a:spcBef>
              <a:spcAft>
                <a:spcPts val="80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lvl="2">
              <a:lnSpc>
                <a:spcPct val="107000"/>
              </a:lnSpc>
              <a:spcBef>
                <a:spcPts val="190"/>
              </a:spcBef>
              <a:spcAft>
                <a:spcPts val="80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6680919" y="4119502"/>
            <a:ext cx="399288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Void Service Sales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B3AF19C-814C-4975-A22C-FCF6AC461B6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Void Service  Sales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9" name="Slide Number Placeholder 8">
            <a:extLst>
              <a:ext uri="{FF2B5EF4-FFF2-40B4-BE49-F238E27FC236}">
                <a16:creationId xmlns:a16="http://schemas.microsoft.com/office/drawing/2014/main" id="{3D372DE2-59DB-B986-5463-F32324D2B9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7" name="Group 6">
            <a:extLst>
              <a:ext uri="{FF2B5EF4-FFF2-40B4-BE49-F238E27FC236}">
                <a16:creationId xmlns:a16="http://schemas.microsoft.com/office/drawing/2014/main" id="{3E96CB2E-B15F-D935-D42D-C23A48C5B543}"/>
              </a:ext>
            </a:extLst>
          </p:cNvPr>
          <p:cNvGrpSpPr/>
          <p:nvPr/>
        </p:nvGrpSpPr>
        <p:grpSpPr>
          <a:xfrm>
            <a:off x="5494020" y="1758996"/>
            <a:ext cx="12192000" cy="2425700"/>
            <a:chOff x="0" y="0"/>
            <a:chExt cx="12192000" cy="2425700"/>
          </a:xfrm>
        </p:grpSpPr>
        <p:pic>
          <p:nvPicPr>
            <p:cNvPr id="48129" name="Picture 780">
              <a:extLst>
                <a:ext uri="{FF2B5EF4-FFF2-40B4-BE49-F238E27FC236}">
                  <a16:creationId xmlns:a16="http://schemas.microsoft.com/office/drawing/2014/main" id="{923AC09B-FC29-4A34-86B3-3EE3BFBE00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5" y="511175"/>
              <a:ext cx="5886450" cy="19145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7541F738-D49A-103E-7662-5C1BA1C6BE7F}"/>
                </a:ext>
              </a:extLst>
            </p:cNvPr>
            <p:cNvSpPr>
              <a:spLocks noChangeArrowheads="1"/>
            </p:cNvSpPr>
            <p:nvPr/>
          </p:nvSpPr>
          <p:spPr bwMode="auto">
            <a:xfrm>
              <a:off x="92075" y="1560513"/>
              <a:ext cx="5892800" cy="7556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 name="Rectangle 3">
              <a:extLst>
                <a:ext uri="{FF2B5EF4-FFF2-40B4-BE49-F238E27FC236}">
                  <a16:creationId xmlns:a16="http://schemas.microsoft.com/office/drawing/2014/main" id="{F533A3CA-7A4B-5A2F-88D9-FBC58E2A5A9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a:extLst>
                <a:ext uri="{FF2B5EF4-FFF2-40B4-BE49-F238E27FC236}">
                  <a16:creationId xmlns:a16="http://schemas.microsoft.com/office/drawing/2014/main" id="{5501D38A-F5C0-BAE6-BF3B-D36BA5FD25B4}"/>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3131844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678873" y="1032424"/>
            <a:ext cx="4133461"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Void Service SO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71320"/>
            <a:ext cx="4179346" cy="426371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Void Service Sales Order – Main Window, you will notice a create button in the upper left of the window. Click the create button and you will be redirect in void service sales order – main form.</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Search and select a customer or Service SO transaction number.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F4F49DEC-339C-45EE-3FAD-E06A215F3E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8" name="Rectangle 11">
            <a:extLst>
              <a:ext uri="{FF2B5EF4-FFF2-40B4-BE49-F238E27FC236}">
                <a16:creationId xmlns:a16="http://schemas.microsoft.com/office/drawing/2014/main" id="{F644067F-F87C-A06A-6AD8-45DD5C6D65A6}"/>
              </a:ext>
            </a:extLst>
          </p:cNvPr>
          <p:cNvSpPr>
            <a:spLocks noChangeArrowheads="1"/>
          </p:cNvSpPr>
          <p:nvPr/>
        </p:nvSpPr>
        <p:spPr bwMode="auto">
          <a:xfrm>
            <a:off x="5574462" y="151368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Rectangle 12">
            <a:extLst>
              <a:ext uri="{FF2B5EF4-FFF2-40B4-BE49-F238E27FC236}">
                <a16:creationId xmlns:a16="http://schemas.microsoft.com/office/drawing/2014/main" id="{AB27D2C1-3726-6CDE-F74B-C97C5DEDC700}"/>
              </a:ext>
            </a:extLst>
          </p:cNvPr>
          <p:cNvSpPr>
            <a:spLocks noChangeArrowheads="1"/>
          </p:cNvSpPr>
          <p:nvPr/>
        </p:nvSpPr>
        <p:spPr bwMode="auto">
          <a:xfrm>
            <a:off x="5574462" y="19708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AE436522-3DE4-D00E-B3EB-2DF52892E6CE}"/>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Void Service Sales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21" name="Group 20">
            <a:extLst>
              <a:ext uri="{FF2B5EF4-FFF2-40B4-BE49-F238E27FC236}">
                <a16:creationId xmlns:a16="http://schemas.microsoft.com/office/drawing/2014/main" id="{2413AF05-5284-2C9F-04DE-2167BA26BBF4}"/>
              </a:ext>
            </a:extLst>
          </p:cNvPr>
          <p:cNvGrpSpPr/>
          <p:nvPr/>
        </p:nvGrpSpPr>
        <p:grpSpPr>
          <a:xfrm>
            <a:off x="5666862" y="477110"/>
            <a:ext cx="12192000" cy="1417638"/>
            <a:chOff x="0" y="0"/>
            <a:chExt cx="12192000" cy="1417638"/>
          </a:xfrm>
        </p:grpSpPr>
        <p:pic>
          <p:nvPicPr>
            <p:cNvPr id="47105" name="Picture 781">
              <a:extLst>
                <a:ext uri="{FF2B5EF4-FFF2-40B4-BE49-F238E27FC236}">
                  <a16:creationId xmlns:a16="http://schemas.microsoft.com/office/drawing/2014/main" id="{9CF1581C-FA99-A23D-66D9-091918A22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5" y="555625"/>
              <a:ext cx="5837238" cy="86201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a:extLst>
                <a:ext uri="{FF2B5EF4-FFF2-40B4-BE49-F238E27FC236}">
                  <a16:creationId xmlns:a16="http://schemas.microsoft.com/office/drawing/2014/main" id="{79F522B6-85D9-D62C-7355-9B981649C66F}"/>
                </a:ext>
              </a:extLst>
            </p:cNvPr>
            <p:cNvSpPr>
              <a:spLocks noChangeArrowheads="1"/>
            </p:cNvSpPr>
            <p:nvPr/>
          </p:nvSpPr>
          <p:spPr bwMode="auto">
            <a:xfrm>
              <a:off x="184150" y="593725"/>
              <a:ext cx="1857375" cy="2000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9" name="Straight Arrow Connector 354">
              <a:extLst>
                <a:ext uri="{FF2B5EF4-FFF2-40B4-BE49-F238E27FC236}">
                  <a16:creationId xmlns:a16="http://schemas.microsoft.com/office/drawing/2014/main" id="{B9FD2191-52EC-2712-8C69-AF6F7946B10B}"/>
                </a:ext>
              </a:extLst>
            </p:cNvPr>
            <p:cNvSpPr>
              <a:spLocks noChangeShapeType="1"/>
            </p:cNvSpPr>
            <p:nvPr/>
          </p:nvSpPr>
          <p:spPr bwMode="auto">
            <a:xfrm>
              <a:off x="2041525" y="593725"/>
              <a:ext cx="200025" cy="95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 Box 355">
              <a:extLst>
                <a:ext uri="{FF2B5EF4-FFF2-40B4-BE49-F238E27FC236}">
                  <a16:creationId xmlns:a16="http://schemas.microsoft.com/office/drawing/2014/main" id="{A4019424-6BBC-D805-80F1-DF77C06BD744}"/>
                </a:ext>
              </a:extLst>
            </p:cNvPr>
            <p:cNvSpPr txBox="1">
              <a:spLocks noChangeArrowheads="1"/>
            </p:cNvSpPr>
            <p:nvPr/>
          </p:nvSpPr>
          <p:spPr bwMode="auto">
            <a:xfrm>
              <a:off x="2251075" y="488950"/>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C161B295-95B5-5167-A2C3-0FB2147AA2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7">
              <a:extLst>
                <a:ext uri="{FF2B5EF4-FFF2-40B4-BE49-F238E27FC236}">
                  <a16:creationId xmlns:a16="http://schemas.microsoft.com/office/drawing/2014/main" id="{68714722-4167-7AD2-60BA-E4E48E8BE701}"/>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grpSp>
        <p:nvGrpSpPr>
          <p:cNvPr id="25" name="Group 24">
            <a:extLst>
              <a:ext uri="{FF2B5EF4-FFF2-40B4-BE49-F238E27FC236}">
                <a16:creationId xmlns:a16="http://schemas.microsoft.com/office/drawing/2014/main" id="{BFF4FC06-B76C-A471-97F5-A0D2C81226C3}"/>
              </a:ext>
            </a:extLst>
          </p:cNvPr>
          <p:cNvGrpSpPr/>
          <p:nvPr/>
        </p:nvGrpSpPr>
        <p:grpSpPr>
          <a:xfrm>
            <a:off x="5574462" y="2551840"/>
            <a:ext cx="12192000" cy="3371850"/>
            <a:chOff x="0" y="0"/>
            <a:chExt cx="12192000" cy="3371850"/>
          </a:xfrm>
        </p:grpSpPr>
        <p:pic>
          <p:nvPicPr>
            <p:cNvPr id="47112" name="Picture 69">
              <a:extLst>
                <a:ext uri="{FF2B5EF4-FFF2-40B4-BE49-F238E27FC236}">
                  <a16:creationId xmlns:a16="http://schemas.microsoft.com/office/drawing/2014/main" id="{D397C6B0-4145-E2F2-17DD-ED98CC4A3C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325" y="701675"/>
              <a:ext cx="5889625" cy="2670175"/>
            </a:xfrm>
            <a:prstGeom prst="rect">
              <a:avLst/>
            </a:prstGeom>
            <a:noFill/>
            <a:extLst>
              <a:ext uri="{909E8E84-426E-40DD-AFC4-6F175D3DCCD1}">
                <a14:hiddenFill xmlns:a14="http://schemas.microsoft.com/office/drawing/2010/main">
                  <a:solidFill>
                    <a:srgbClr val="FFFFFF"/>
                  </a:solidFill>
                </a14:hiddenFill>
              </a:ext>
            </a:extLst>
          </p:spPr>
        </p:pic>
        <p:pic>
          <p:nvPicPr>
            <p:cNvPr id="47113" name="Picture 164">
              <a:extLst>
                <a:ext uri="{FF2B5EF4-FFF2-40B4-BE49-F238E27FC236}">
                  <a16:creationId xmlns:a16="http://schemas.microsoft.com/office/drawing/2014/main" id="{0417ABA0-5023-BE07-C16B-1464F710CA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0800" y="698500"/>
              <a:ext cx="2414588" cy="214313"/>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10">
              <a:extLst>
                <a:ext uri="{FF2B5EF4-FFF2-40B4-BE49-F238E27FC236}">
                  <a16:creationId xmlns:a16="http://schemas.microsoft.com/office/drawing/2014/main" id="{CAB3B1FA-6F2A-DAC8-FB75-EA7518A67AC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Rectangle 11">
              <a:extLst>
                <a:ext uri="{FF2B5EF4-FFF2-40B4-BE49-F238E27FC236}">
                  <a16:creationId xmlns:a16="http://schemas.microsoft.com/office/drawing/2014/main" id="{E305EE72-321D-37C8-1DFC-96E0DFE9405E}"/>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1828172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241427" y="635808"/>
            <a:ext cx="4133461"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Void Service SO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71320"/>
            <a:ext cx="4179346" cy="426371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customer, click customer PO lookup to select QTN transaction for reference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save button to save details from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Click SO button and a dialog box of list of pending service sales order details will appear.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F4F49DEC-339C-45EE-3FAD-E06A215F3E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8" name="Rectangle 11">
            <a:extLst>
              <a:ext uri="{FF2B5EF4-FFF2-40B4-BE49-F238E27FC236}">
                <a16:creationId xmlns:a16="http://schemas.microsoft.com/office/drawing/2014/main" id="{F644067F-F87C-A06A-6AD8-45DD5C6D65A6}"/>
              </a:ext>
            </a:extLst>
          </p:cNvPr>
          <p:cNvSpPr>
            <a:spLocks noChangeArrowheads="1"/>
          </p:cNvSpPr>
          <p:nvPr/>
        </p:nvSpPr>
        <p:spPr bwMode="auto">
          <a:xfrm>
            <a:off x="5574462" y="151368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Rectangle 12">
            <a:extLst>
              <a:ext uri="{FF2B5EF4-FFF2-40B4-BE49-F238E27FC236}">
                <a16:creationId xmlns:a16="http://schemas.microsoft.com/office/drawing/2014/main" id="{AB27D2C1-3726-6CDE-F74B-C97C5DEDC700}"/>
              </a:ext>
            </a:extLst>
          </p:cNvPr>
          <p:cNvSpPr>
            <a:spLocks noChangeArrowheads="1"/>
          </p:cNvSpPr>
          <p:nvPr/>
        </p:nvSpPr>
        <p:spPr bwMode="auto">
          <a:xfrm>
            <a:off x="5574462" y="19708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AE436522-3DE4-D00E-B3EB-2DF52892E6CE}"/>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Void Service Sales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30" name="Group 29">
            <a:extLst>
              <a:ext uri="{FF2B5EF4-FFF2-40B4-BE49-F238E27FC236}">
                <a16:creationId xmlns:a16="http://schemas.microsoft.com/office/drawing/2014/main" id="{6A6DCC28-7239-BE90-34E2-A46C3CB22427}"/>
              </a:ext>
            </a:extLst>
          </p:cNvPr>
          <p:cNvGrpSpPr/>
          <p:nvPr/>
        </p:nvGrpSpPr>
        <p:grpSpPr>
          <a:xfrm>
            <a:off x="4949349" y="1970884"/>
            <a:ext cx="12480131" cy="1907806"/>
            <a:chOff x="-135731" y="67044"/>
            <a:chExt cx="12480131" cy="1907806"/>
          </a:xfrm>
        </p:grpSpPr>
        <p:pic>
          <p:nvPicPr>
            <p:cNvPr id="50177" name="Picture 149">
              <a:extLst>
                <a:ext uri="{FF2B5EF4-FFF2-40B4-BE49-F238E27FC236}">
                  <a16:creationId xmlns:a16="http://schemas.microsoft.com/office/drawing/2014/main" id="{BB615329-6A39-C2BA-A0B4-2E1BBD930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795" y="147637"/>
              <a:ext cx="6188075" cy="177165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a:extLst>
                <a:ext uri="{FF2B5EF4-FFF2-40B4-BE49-F238E27FC236}">
                  <a16:creationId xmlns:a16="http://schemas.microsoft.com/office/drawing/2014/main" id="{3A9E0187-C12E-6991-9C5B-84C2C0697EF6}"/>
                </a:ext>
              </a:extLst>
            </p:cNvPr>
            <p:cNvSpPr>
              <a:spLocks noChangeArrowheads="1"/>
            </p:cNvSpPr>
            <p:nvPr/>
          </p:nvSpPr>
          <p:spPr bwMode="auto">
            <a:xfrm>
              <a:off x="3000375" y="1258888"/>
              <a:ext cx="219075" cy="238125"/>
            </a:xfrm>
            <a:prstGeom prst="flowChartProcess">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3">
              <a:extLst>
                <a:ext uri="{FF2B5EF4-FFF2-40B4-BE49-F238E27FC236}">
                  <a16:creationId xmlns:a16="http://schemas.microsoft.com/office/drawing/2014/main" id="{2CDCE442-55ED-D673-C5FE-6BEF351BA694}"/>
                </a:ext>
              </a:extLst>
            </p:cNvPr>
            <p:cNvSpPr>
              <a:spLocks noChangeArrowheads="1"/>
            </p:cNvSpPr>
            <p:nvPr/>
          </p:nvSpPr>
          <p:spPr bwMode="auto">
            <a:xfrm>
              <a:off x="5305425" y="573088"/>
              <a:ext cx="450850" cy="238125"/>
            </a:xfrm>
            <a:prstGeom prst="flowChartProcess">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a:extLst>
                <a:ext uri="{FF2B5EF4-FFF2-40B4-BE49-F238E27FC236}">
                  <a16:creationId xmlns:a16="http://schemas.microsoft.com/office/drawing/2014/main" id="{C6702709-4742-28C1-A96A-E49454EE59FB}"/>
                </a:ext>
              </a:extLst>
            </p:cNvPr>
            <p:cNvSpPr>
              <a:spLocks noChangeArrowheads="1"/>
            </p:cNvSpPr>
            <p:nvPr/>
          </p:nvSpPr>
          <p:spPr bwMode="auto">
            <a:xfrm>
              <a:off x="3265488" y="1258888"/>
              <a:ext cx="368300" cy="238125"/>
            </a:xfrm>
            <a:prstGeom prst="flowChartProcess">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13" name="AutoShape 5">
              <a:extLst>
                <a:ext uri="{FF2B5EF4-FFF2-40B4-BE49-F238E27FC236}">
                  <a16:creationId xmlns:a16="http://schemas.microsoft.com/office/drawing/2014/main" id="{A0403BB7-8935-0497-9C52-2E35D3CCB239}"/>
                </a:ext>
              </a:extLst>
            </p:cNvPr>
            <p:cNvSpPr>
              <a:spLocks noChangeArrowheads="1"/>
            </p:cNvSpPr>
            <p:nvPr/>
          </p:nvSpPr>
          <p:spPr bwMode="auto">
            <a:xfrm>
              <a:off x="5783263" y="546100"/>
              <a:ext cx="368300" cy="238125"/>
            </a:xfrm>
            <a:prstGeom prst="flowChartProcess">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14" name="AutoShape 10">
              <a:extLst>
                <a:ext uri="{FF2B5EF4-FFF2-40B4-BE49-F238E27FC236}">
                  <a16:creationId xmlns:a16="http://schemas.microsoft.com/office/drawing/2014/main" id="{1DB814FD-A876-81B8-C271-D0FFD76B5C87}"/>
                </a:ext>
              </a:extLst>
            </p:cNvPr>
            <p:cNvSpPr>
              <a:spLocks noChangeArrowheads="1"/>
            </p:cNvSpPr>
            <p:nvPr/>
          </p:nvSpPr>
          <p:spPr bwMode="auto">
            <a:xfrm>
              <a:off x="-135731" y="67044"/>
              <a:ext cx="1055688" cy="295275"/>
            </a:xfrm>
            <a:prstGeom prst="flowChartProcess">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2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PH" altLang="en-US" sz="1800" b="0" i="0" u="none" strike="noStrike" cap="none" normalizeH="0" baseline="0">
                <a:ln>
                  <a:noFill/>
                </a:ln>
                <a:solidFill>
                  <a:schemeClr val="tx1"/>
                </a:solidFill>
                <a:effectLst/>
                <a:latin typeface="Arial" panose="020B0604020202020204" pitchFamily="34" charset="0"/>
              </a:endParaRPr>
            </a:p>
          </p:txBody>
        </p:sp>
        <p:pic>
          <p:nvPicPr>
            <p:cNvPr id="50183" name="Picture 10">
              <a:extLst>
                <a:ext uri="{FF2B5EF4-FFF2-40B4-BE49-F238E27FC236}">
                  <a16:creationId xmlns:a16="http://schemas.microsoft.com/office/drawing/2014/main" id="{649D04CA-47B9-5FBC-31C2-1AAD61E627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625" y="1774825"/>
              <a:ext cx="6194425" cy="200025"/>
            </a:xfrm>
            <a:prstGeom prst="rect">
              <a:avLst/>
            </a:prstGeom>
            <a:noFill/>
            <a:extLst>
              <a:ext uri="{909E8E84-426E-40DD-AFC4-6F175D3DCCD1}">
                <a14:hiddenFill xmlns:a14="http://schemas.microsoft.com/office/drawing/2010/main">
                  <a:solidFill>
                    <a:srgbClr val="FFFFFF"/>
                  </a:solidFill>
                </a14:hiddenFill>
              </a:ext>
            </a:extLst>
          </p:spPr>
        </p:pic>
        <p:sp>
          <p:nvSpPr>
            <p:cNvPr id="16" name="AutoShape 9">
              <a:extLst>
                <a:ext uri="{FF2B5EF4-FFF2-40B4-BE49-F238E27FC236}">
                  <a16:creationId xmlns:a16="http://schemas.microsoft.com/office/drawing/2014/main" id="{7268DABD-B2BA-3480-182B-FD360B919D03}"/>
                </a:ext>
              </a:extLst>
            </p:cNvPr>
            <p:cNvSpPr>
              <a:spLocks noChangeArrowheads="1"/>
            </p:cNvSpPr>
            <p:nvPr/>
          </p:nvSpPr>
          <p:spPr bwMode="auto">
            <a:xfrm>
              <a:off x="5992813" y="1727200"/>
              <a:ext cx="355600" cy="238125"/>
            </a:xfrm>
            <a:prstGeom prst="flowChartProcess">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8">
              <a:extLst>
                <a:ext uri="{FF2B5EF4-FFF2-40B4-BE49-F238E27FC236}">
                  <a16:creationId xmlns:a16="http://schemas.microsoft.com/office/drawing/2014/main" id="{7C28E066-FAC6-9E66-B4D3-9D7044B2646F}"/>
                </a:ext>
              </a:extLst>
            </p:cNvPr>
            <p:cNvSpPr>
              <a:spLocks noChangeArrowheads="1"/>
            </p:cNvSpPr>
            <p:nvPr/>
          </p:nvSpPr>
          <p:spPr bwMode="auto">
            <a:xfrm>
              <a:off x="6392863" y="1727200"/>
              <a:ext cx="368300" cy="238125"/>
            </a:xfrm>
            <a:prstGeom prst="flowChartProcess">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11">
              <a:extLst>
                <a:ext uri="{FF2B5EF4-FFF2-40B4-BE49-F238E27FC236}">
                  <a16:creationId xmlns:a16="http://schemas.microsoft.com/office/drawing/2014/main" id="{9E0FFA45-7FE1-EE81-EB4C-3D6A1AF8ED22}"/>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7" name="Rectangle 13">
              <a:extLst>
                <a:ext uri="{FF2B5EF4-FFF2-40B4-BE49-F238E27FC236}">
                  <a16:creationId xmlns:a16="http://schemas.microsoft.com/office/drawing/2014/main" id="{C32621D2-00AB-33BC-2B71-AFE321628AEE}"/>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14">
              <a:extLst>
                <a:ext uri="{FF2B5EF4-FFF2-40B4-BE49-F238E27FC236}">
                  <a16:creationId xmlns:a16="http://schemas.microsoft.com/office/drawing/2014/main" id="{B6EB52B9-8D50-61DF-5BF3-68F7978D382B}"/>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9" name="Rectangle 19">
              <a:extLst>
                <a:ext uri="{FF2B5EF4-FFF2-40B4-BE49-F238E27FC236}">
                  <a16:creationId xmlns:a16="http://schemas.microsoft.com/office/drawing/2014/main" id="{73199B35-625A-D4C1-C710-65BF8082E548}"/>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2613807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241427" y="635808"/>
            <a:ext cx="4133461"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Void Service SO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59717" y="2443864"/>
            <a:ext cx="4179346" cy="426371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Select the item you want to void by ticking the check box </a:t>
            </a: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8.</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selecting, click accept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F4F49DEC-339C-45EE-3FAD-E06A215F3E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8" name="Rectangle 11">
            <a:extLst>
              <a:ext uri="{FF2B5EF4-FFF2-40B4-BE49-F238E27FC236}">
                <a16:creationId xmlns:a16="http://schemas.microsoft.com/office/drawing/2014/main" id="{F644067F-F87C-A06A-6AD8-45DD5C6D65A6}"/>
              </a:ext>
            </a:extLst>
          </p:cNvPr>
          <p:cNvSpPr>
            <a:spLocks noChangeArrowheads="1"/>
          </p:cNvSpPr>
          <p:nvPr/>
        </p:nvSpPr>
        <p:spPr bwMode="auto">
          <a:xfrm>
            <a:off x="5574462" y="151368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Rectangle 12">
            <a:extLst>
              <a:ext uri="{FF2B5EF4-FFF2-40B4-BE49-F238E27FC236}">
                <a16:creationId xmlns:a16="http://schemas.microsoft.com/office/drawing/2014/main" id="{AB27D2C1-3726-6CDE-F74B-C97C5DEDC700}"/>
              </a:ext>
            </a:extLst>
          </p:cNvPr>
          <p:cNvSpPr>
            <a:spLocks noChangeArrowheads="1"/>
          </p:cNvSpPr>
          <p:nvPr/>
        </p:nvSpPr>
        <p:spPr bwMode="auto">
          <a:xfrm>
            <a:off x="5574462" y="19708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AE436522-3DE4-D00E-B3EB-2DF52892E6CE}"/>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Void Service Sales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24" name="Group 23">
            <a:extLst>
              <a:ext uri="{FF2B5EF4-FFF2-40B4-BE49-F238E27FC236}">
                <a16:creationId xmlns:a16="http://schemas.microsoft.com/office/drawing/2014/main" id="{9E49EF75-4D6B-B6E8-02FB-45B1F7C17B04}"/>
              </a:ext>
            </a:extLst>
          </p:cNvPr>
          <p:cNvGrpSpPr/>
          <p:nvPr/>
        </p:nvGrpSpPr>
        <p:grpSpPr>
          <a:xfrm>
            <a:off x="5374888" y="1628841"/>
            <a:ext cx="12192000" cy="3336925"/>
            <a:chOff x="0" y="0"/>
            <a:chExt cx="12192000" cy="3336925"/>
          </a:xfrm>
        </p:grpSpPr>
        <p:pic>
          <p:nvPicPr>
            <p:cNvPr id="51201" name="Picture 155">
              <a:extLst>
                <a:ext uri="{FF2B5EF4-FFF2-40B4-BE49-F238E27FC236}">
                  <a16:creationId xmlns:a16="http://schemas.microsoft.com/office/drawing/2014/main" id="{A574F4FB-70AC-3809-E0C6-F5A88F89F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7200"/>
              <a:ext cx="6191250" cy="2879725"/>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a:extLst>
                <a:ext uri="{FF2B5EF4-FFF2-40B4-BE49-F238E27FC236}">
                  <a16:creationId xmlns:a16="http://schemas.microsoft.com/office/drawing/2014/main" id="{93BE9F1C-07DB-61F5-AA4D-0C64337C3464}"/>
                </a:ext>
              </a:extLst>
            </p:cNvPr>
            <p:cNvSpPr>
              <a:spLocks noChangeArrowheads="1"/>
            </p:cNvSpPr>
            <p:nvPr/>
          </p:nvSpPr>
          <p:spPr bwMode="auto">
            <a:xfrm>
              <a:off x="19050" y="1547813"/>
              <a:ext cx="288925" cy="263525"/>
            </a:xfrm>
            <a:prstGeom prst="flowChartProcess">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
              <a:extLst>
                <a:ext uri="{FF2B5EF4-FFF2-40B4-BE49-F238E27FC236}">
                  <a16:creationId xmlns:a16="http://schemas.microsoft.com/office/drawing/2014/main" id="{27BA9F1E-F6D6-3890-69CC-E0829DE10821}"/>
                </a:ext>
              </a:extLst>
            </p:cNvPr>
            <p:cNvSpPr>
              <a:spLocks noChangeArrowheads="1"/>
            </p:cNvSpPr>
            <p:nvPr/>
          </p:nvSpPr>
          <p:spPr bwMode="auto">
            <a:xfrm>
              <a:off x="4687888" y="3011488"/>
              <a:ext cx="614362" cy="290512"/>
            </a:xfrm>
            <a:prstGeom prst="flowChartProcess">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a:extLst>
                <a:ext uri="{FF2B5EF4-FFF2-40B4-BE49-F238E27FC236}">
                  <a16:creationId xmlns:a16="http://schemas.microsoft.com/office/drawing/2014/main" id="{7B7F447F-290A-A701-E4D4-1BF6A15A5BDD}"/>
                </a:ext>
              </a:extLst>
            </p:cNvPr>
            <p:cNvSpPr>
              <a:spLocks noChangeArrowheads="1"/>
            </p:cNvSpPr>
            <p:nvPr/>
          </p:nvSpPr>
          <p:spPr bwMode="auto">
            <a:xfrm>
              <a:off x="5362575" y="3011488"/>
              <a:ext cx="414338" cy="290512"/>
            </a:xfrm>
            <a:prstGeom prst="flowChartProcess">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15" name="AutoShape 5">
              <a:extLst>
                <a:ext uri="{FF2B5EF4-FFF2-40B4-BE49-F238E27FC236}">
                  <a16:creationId xmlns:a16="http://schemas.microsoft.com/office/drawing/2014/main" id="{61FE9766-5684-5817-435D-69724D9A0568}"/>
                </a:ext>
              </a:extLst>
            </p:cNvPr>
            <p:cNvSpPr>
              <a:spLocks noChangeArrowheads="1"/>
            </p:cNvSpPr>
            <p:nvPr/>
          </p:nvSpPr>
          <p:spPr bwMode="auto">
            <a:xfrm>
              <a:off x="320675" y="1547813"/>
              <a:ext cx="333375" cy="263525"/>
            </a:xfrm>
            <a:prstGeom prst="flowChartProcess">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7">
              <a:extLst>
                <a:ext uri="{FF2B5EF4-FFF2-40B4-BE49-F238E27FC236}">
                  <a16:creationId xmlns:a16="http://schemas.microsoft.com/office/drawing/2014/main" id="{0B350B9E-C7D3-3549-1C18-4388F1F81C3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1">
              <a:extLst>
                <a:ext uri="{FF2B5EF4-FFF2-40B4-BE49-F238E27FC236}">
                  <a16:creationId xmlns:a16="http://schemas.microsoft.com/office/drawing/2014/main" id="{017F4A1B-01FC-0109-9D9A-DE9B0454318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2">
              <a:extLst>
                <a:ext uri="{FF2B5EF4-FFF2-40B4-BE49-F238E27FC236}">
                  <a16:creationId xmlns:a16="http://schemas.microsoft.com/office/drawing/2014/main" id="{0883861D-4950-D26A-34A7-71B3102474FE}"/>
                </a:ext>
              </a:extLst>
            </p:cNvPr>
            <p:cNvSpPr>
              <a:spLocks noChangeArrowheads="1"/>
            </p:cNvSpPr>
            <p:nvPr/>
          </p:nvSpPr>
          <p:spPr bwMode="auto">
            <a:xfrm>
              <a:off x="0" y="3336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4170167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241427" y="635808"/>
            <a:ext cx="4133461"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Void Service SO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59717" y="1394043"/>
            <a:ext cx="4179346" cy="426371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9.</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done in main form. Click the arrow parallel to main window to minimize the main form tab.</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10.</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Add comments if there’s any by clicking the arrow parallel to comments tab</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For viewing of shipping/ billing address and instruction tab, click also the arrow parallel to the tab</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you want to upload file attachment, click the attachment and upload the file</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13.</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To finalized the transaction, click post button in main form</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F4F49DEC-339C-45EE-3FAD-E06A215F3E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9" name="Rectangle 12">
            <a:extLst>
              <a:ext uri="{FF2B5EF4-FFF2-40B4-BE49-F238E27FC236}">
                <a16:creationId xmlns:a16="http://schemas.microsoft.com/office/drawing/2014/main" id="{AB27D2C1-3726-6CDE-F74B-C97C5DEDC700}"/>
              </a:ext>
            </a:extLst>
          </p:cNvPr>
          <p:cNvSpPr>
            <a:spLocks noChangeArrowheads="1"/>
          </p:cNvSpPr>
          <p:nvPr/>
        </p:nvSpPr>
        <p:spPr bwMode="auto">
          <a:xfrm>
            <a:off x="5574462" y="19708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AE436522-3DE4-D00E-B3EB-2DF52892E6CE}"/>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Void Service Sales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13" name="Group 12">
            <a:extLst>
              <a:ext uri="{FF2B5EF4-FFF2-40B4-BE49-F238E27FC236}">
                <a16:creationId xmlns:a16="http://schemas.microsoft.com/office/drawing/2014/main" id="{892BA256-0598-3638-6EB4-C3461A555C74}"/>
              </a:ext>
            </a:extLst>
          </p:cNvPr>
          <p:cNvGrpSpPr/>
          <p:nvPr/>
        </p:nvGrpSpPr>
        <p:grpSpPr>
          <a:xfrm>
            <a:off x="5052060" y="776526"/>
            <a:ext cx="17667402" cy="1970884"/>
            <a:chOff x="0" y="0"/>
            <a:chExt cx="17667402" cy="1970884"/>
          </a:xfrm>
        </p:grpSpPr>
        <p:sp>
          <p:nvSpPr>
            <p:cNvPr id="18" name="Rectangle 11">
              <a:extLst>
                <a:ext uri="{FF2B5EF4-FFF2-40B4-BE49-F238E27FC236}">
                  <a16:creationId xmlns:a16="http://schemas.microsoft.com/office/drawing/2014/main" id="{F644067F-F87C-A06A-6AD8-45DD5C6D65A6}"/>
                </a:ext>
              </a:extLst>
            </p:cNvPr>
            <p:cNvSpPr>
              <a:spLocks noChangeArrowheads="1"/>
            </p:cNvSpPr>
            <p:nvPr/>
          </p:nvSpPr>
          <p:spPr bwMode="auto">
            <a:xfrm>
              <a:off x="5475402" y="151368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2227" name="Picture 84">
              <a:extLst>
                <a:ext uri="{FF2B5EF4-FFF2-40B4-BE49-F238E27FC236}">
                  <a16:creationId xmlns:a16="http://schemas.microsoft.com/office/drawing/2014/main" id="{F1005131-D9BF-8F9C-A5DB-6A3EFCD9D0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 y="620713"/>
              <a:ext cx="6399213" cy="13176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D3BA8C03-EA8C-5C74-CE5A-C282E7413EE5}"/>
                </a:ext>
              </a:extLst>
            </p:cNvPr>
            <p:cNvSpPr>
              <a:spLocks noChangeArrowheads="1"/>
            </p:cNvSpPr>
            <p:nvPr/>
          </p:nvSpPr>
          <p:spPr bwMode="auto">
            <a:xfrm>
              <a:off x="39688" y="1239838"/>
              <a:ext cx="1544637" cy="2174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 name="Rectangle 1">
              <a:extLst>
                <a:ext uri="{FF2B5EF4-FFF2-40B4-BE49-F238E27FC236}">
                  <a16:creationId xmlns:a16="http://schemas.microsoft.com/office/drawing/2014/main" id="{C720FA92-F2F2-886B-99EF-13BB908245E0}"/>
                </a:ext>
              </a:extLst>
            </p:cNvPr>
            <p:cNvSpPr>
              <a:spLocks noChangeArrowheads="1"/>
            </p:cNvSpPr>
            <p:nvPr/>
          </p:nvSpPr>
          <p:spPr bwMode="auto">
            <a:xfrm>
              <a:off x="39688" y="1457325"/>
              <a:ext cx="1544637" cy="21748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7" name="Rectangle 4">
              <a:extLst>
                <a:ext uri="{FF2B5EF4-FFF2-40B4-BE49-F238E27FC236}">
                  <a16:creationId xmlns:a16="http://schemas.microsoft.com/office/drawing/2014/main" id="{1CC34340-6A73-9279-362F-4355F1A15AC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5">
              <a:extLst>
                <a:ext uri="{FF2B5EF4-FFF2-40B4-BE49-F238E27FC236}">
                  <a16:creationId xmlns:a16="http://schemas.microsoft.com/office/drawing/2014/main" id="{129DB91C-C057-9609-10D1-B17146F3BB11}"/>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grpSp>
        <p:nvGrpSpPr>
          <p:cNvPr id="41" name="Group 40">
            <a:extLst>
              <a:ext uri="{FF2B5EF4-FFF2-40B4-BE49-F238E27FC236}">
                <a16:creationId xmlns:a16="http://schemas.microsoft.com/office/drawing/2014/main" id="{7D431450-6A7D-B187-4137-877ED3C1ACC5}"/>
              </a:ext>
            </a:extLst>
          </p:cNvPr>
          <p:cNvGrpSpPr/>
          <p:nvPr/>
        </p:nvGrpSpPr>
        <p:grpSpPr>
          <a:xfrm>
            <a:off x="5208206" y="2852100"/>
            <a:ext cx="12192000" cy="2516981"/>
            <a:chOff x="152400" y="152400"/>
            <a:chExt cx="12192000" cy="2516981"/>
          </a:xfrm>
        </p:grpSpPr>
        <p:pic>
          <p:nvPicPr>
            <p:cNvPr id="52248" name="Picture 107">
              <a:extLst>
                <a:ext uri="{FF2B5EF4-FFF2-40B4-BE49-F238E27FC236}">
                  <a16:creationId xmlns:a16="http://schemas.microsoft.com/office/drawing/2014/main" id="{8B67CA85-11AD-68DF-9B4F-AD07914D7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863" y="609600"/>
              <a:ext cx="6188075" cy="1384300"/>
            </a:xfrm>
            <a:prstGeom prst="rect">
              <a:avLst/>
            </a:prstGeom>
            <a:noFill/>
            <a:extLst>
              <a:ext uri="{909E8E84-426E-40DD-AFC4-6F175D3DCCD1}">
                <a14:hiddenFill xmlns:a14="http://schemas.microsoft.com/office/drawing/2010/main">
                  <a:solidFill>
                    <a:srgbClr val="FFFFFF"/>
                  </a:solidFill>
                </a14:hiddenFill>
              </a:ext>
            </a:extLst>
          </p:spPr>
        </p:pic>
        <p:pic>
          <p:nvPicPr>
            <p:cNvPr id="52247" name="Picture 110">
              <a:extLst>
                <a:ext uri="{FF2B5EF4-FFF2-40B4-BE49-F238E27FC236}">
                  <a16:creationId xmlns:a16="http://schemas.microsoft.com/office/drawing/2014/main" id="{C574CAA9-40CC-E5B8-FAB2-A52807E260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4152" y="1445418"/>
              <a:ext cx="1760537" cy="1223963"/>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2">
              <a:extLst>
                <a:ext uri="{FF2B5EF4-FFF2-40B4-BE49-F238E27FC236}">
                  <a16:creationId xmlns:a16="http://schemas.microsoft.com/office/drawing/2014/main" id="{2446132B-5F05-729C-8F90-2A22A5C0E98C}"/>
                </a:ext>
              </a:extLst>
            </p:cNvPr>
            <p:cNvSpPr>
              <a:spLocks noChangeArrowheads="1"/>
            </p:cNvSpPr>
            <p:nvPr/>
          </p:nvSpPr>
          <p:spPr bwMode="auto">
            <a:xfrm>
              <a:off x="5259388" y="1276350"/>
              <a:ext cx="962025"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3" name="AutoShape 31">
              <a:extLst>
                <a:ext uri="{FF2B5EF4-FFF2-40B4-BE49-F238E27FC236}">
                  <a16:creationId xmlns:a16="http://schemas.microsoft.com/office/drawing/2014/main" id="{DC930B4E-03EC-15C5-3C80-3CCBDA795784}"/>
                </a:ext>
              </a:extLst>
            </p:cNvPr>
            <p:cNvSpPr>
              <a:spLocks noChangeArrowheads="1"/>
            </p:cNvSpPr>
            <p:nvPr/>
          </p:nvSpPr>
          <p:spPr bwMode="auto">
            <a:xfrm rot="20250796" flipH="1">
              <a:off x="5259388" y="1473200"/>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34" name="Rectangle 33">
              <a:extLst>
                <a:ext uri="{FF2B5EF4-FFF2-40B4-BE49-F238E27FC236}">
                  <a16:creationId xmlns:a16="http://schemas.microsoft.com/office/drawing/2014/main" id="{21AAEAC2-543E-47A5-F94D-D5E5F095351C}"/>
                </a:ext>
              </a:extLst>
            </p:cNvPr>
            <p:cNvSpPr>
              <a:spLocks noChangeArrowheads="1"/>
            </p:cNvSpPr>
            <p:nvPr/>
          </p:nvSpPr>
          <p:spPr bwMode="auto">
            <a:xfrm>
              <a:off x="3524250" y="1884363"/>
              <a:ext cx="1644650" cy="155575"/>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5" name="Text Box 25">
              <a:extLst>
                <a:ext uri="{FF2B5EF4-FFF2-40B4-BE49-F238E27FC236}">
                  <a16:creationId xmlns:a16="http://schemas.microsoft.com/office/drawing/2014/main" id="{1558BBA6-8323-A58E-DB78-05E75686A03D}"/>
                </a:ext>
              </a:extLst>
            </p:cNvPr>
            <p:cNvSpPr txBox="1">
              <a:spLocks noChangeArrowheads="1"/>
            </p:cNvSpPr>
            <p:nvPr/>
          </p:nvSpPr>
          <p:spPr bwMode="auto">
            <a:xfrm>
              <a:off x="365125" y="1393825"/>
              <a:ext cx="3035300" cy="10572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84138" marR="0" lvl="0" algn="l" defTabSz="914400" rtl="0" eaLnBrk="0" fontAlgn="base" latinLnBrk="0" hangingPunct="0">
                <a:lnSpc>
                  <a:spcPct val="100000"/>
                </a:lnSpc>
                <a:spcBef>
                  <a:spcPct val="0"/>
                </a:spcBef>
                <a:spcAft>
                  <a:spcPct val="0"/>
                </a:spcAft>
                <a:buClrTx/>
                <a:buSzTx/>
                <a:buFontTx/>
                <a:buNone/>
                <a:tabLst>
                  <a:tab pos="203200" algn="l"/>
                </a:tabLst>
              </a:pPr>
              <a:r>
                <a:rPr kumimoji="0" lang="en-PH" altLang="en-US" sz="1000" b="0"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upload document?</a:t>
              </a:r>
              <a:endParaRPr kumimoji="0" lang="en-PH" altLang="en-US" sz="400" b="0" i="0" u="none" strike="noStrike" cap="none" normalizeH="0" baseline="0" dirty="0">
                <a:ln>
                  <a:noFill/>
                </a:ln>
                <a:solidFill>
                  <a:schemeClr val="tx1"/>
                </a:solidFill>
                <a:effectLst/>
              </a:endParaRPr>
            </a:p>
            <a:p>
              <a:pPr marL="450850" marR="0" lvl="0"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Type the title of the document.</a:t>
              </a:r>
              <a:endParaRPr kumimoji="0" lang="en-PH" altLang="en-US" sz="400" b="0" i="0" u="none" strike="noStrike" cap="none" normalizeH="0" baseline="0" dirty="0">
                <a:ln>
                  <a:noFill/>
                </a:ln>
                <a:solidFill>
                  <a:schemeClr val="tx1"/>
                </a:solidFill>
                <a:effectLst/>
              </a:endParaRPr>
            </a:p>
            <a:p>
              <a:pPr marL="450850" marR="0" lvl="0"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Click add button to add the chosen document to upload</a:t>
              </a:r>
              <a:endParaRPr kumimoji="0" lang="en-PH" altLang="en-US" sz="400" b="0" i="0" u="none" strike="noStrike" cap="none" normalizeH="0" baseline="0" dirty="0">
                <a:ln>
                  <a:noFill/>
                </a:ln>
                <a:solidFill>
                  <a:schemeClr val="tx1"/>
                </a:solidFill>
                <a:effectLst/>
              </a:endParaRPr>
            </a:p>
            <a:p>
              <a:pPr marL="450850" marR="0" lvl="0"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Then click upload button.</a:t>
              </a:r>
              <a:endParaRPr kumimoji="0" lang="en-PH" altLang="en-US" sz="400" b="0" i="0" u="none" strike="noStrike" cap="none" normalizeH="0" baseline="0" dirty="0">
                <a:ln>
                  <a:noFill/>
                </a:ln>
                <a:solidFill>
                  <a:schemeClr val="tx1"/>
                </a:solidFill>
                <a:effectLst/>
              </a:endParaRPr>
            </a:p>
            <a:p>
              <a:pPr marL="450850" marR="0" lvl="0"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If you want to add more document, click add document button and repeat steps #1 to 3.</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36" name="Text Box 30">
              <a:extLst>
                <a:ext uri="{FF2B5EF4-FFF2-40B4-BE49-F238E27FC236}">
                  <a16:creationId xmlns:a16="http://schemas.microsoft.com/office/drawing/2014/main" id="{86F0BD32-D230-8BFE-1481-C95A5B54ADA0}"/>
                </a:ext>
              </a:extLst>
            </p:cNvPr>
            <p:cNvSpPr txBox="1">
              <a:spLocks noChangeArrowheads="1"/>
            </p:cNvSpPr>
            <p:nvPr/>
          </p:nvSpPr>
          <p:spPr bwMode="auto">
            <a:xfrm>
              <a:off x="5329238" y="1727200"/>
              <a:ext cx="5588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Text Box 26">
              <a:extLst>
                <a:ext uri="{FF2B5EF4-FFF2-40B4-BE49-F238E27FC236}">
                  <a16:creationId xmlns:a16="http://schemas.microsoft.com/office/drawing/2014/main" id="{1CAFD065-ED96-69EF-FAA4-EFF5CE98D0BF}"/>
                </a:ext>
              </a:extLst>
            </p:cNvPr>
            <p:cNvSpPr txBox="1">
              <a:spLocks noChangeArrowheads="1"/>
            </p:cNvSpPr>
            <p:nvPr/>
          </p:nvSpPr>
          <p:spPr bwMode="auto">
            <a:xfrm>
              <a:off x="5329238" y="2057400"/>
              <a:ext cx="5461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4">
              <a:extLst>
                <a:ext uri="{FF2B5EF4-FFF2-40B4-BE49-F238E27FC236}">
                  <a16:creationId xmlns:a16="http://schemas.microsoft.com/office/drawing/2014/main" id="{ABEBECB9-793B-1A56-EB4C-0CDB8FAF37BB}"/>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9" name="Rectangle 38">
              <a:extLst>
                <a:ext uri="{FF2B5EF4-FFF2-40B4-BE49-F238E27FC236}">
                  <a16:creationId xmlns:a16="http://schemas.microsoft.com/office/drawing/2014/main" id="{2C4AC17A-E0C2-93E7-22F7-4CBAD0D71AA3}"/>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9">
              <a:extLst>
                <a:ext uri="{FF2B5EF4-FFF2-40B4-BE49-F238E27FC236}">
                  <a16:creationId xmlns:a16="http://schemas.microsoft.com/office/drawing/2014/main" id="{5C355CEF-AB01-2975-37B0-91532D6C180D}"/>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676525" algn="l"/>
                </a:tabLst>
                <a:defRPr>
                  <a:solidFill>
                    <a:schemeClr val="tx1"/>
                  </a:solidFill>
                  <a:latin typeface="Arial" panose="020B0604020202020204" pitchFamily="34" charset="0"/>
                </a:defRPr>
              </a:lvl1pPr>
              <a:lvl2pPr eaLnBrk="0" fontAlgn="base" hangingPunct="0">
                <a:spcBef>
                  <a:spcPct val="0"/>
                </a:spcBef>
                <a:spcAft>
                  <a:spcPct val="0"/>
                </a:spcAft>
                <a:tabLst>
                  <a:tab pos="2676525" algn="l"/>
                </a:tabLst>
                <a:defRPr>
                  <a:solidFill>
                    <a:schemeClr val="tx1"/>
                  </a:solidFill>
                  <a:latin typeface="Arial" panose="020B0604020202020204" pitchFamily="34" charset="0"/>
                </a:defRPr>
              </a:lvl2pPr>
              <a:lvl3pPr eaLnBrk="0" fontAlgn="base" hangingPunct="0">
                <a:spcBef>
                  <a:spcPct val="0"/>
                </a:spcBef>
                <a:spcAft>
                  <a:spcPct val="0"/>
                </a:spcAft>
                <a:tabLst>
                  <a:tab pos="2676525" algn="l"/>
                </a:tabLst>
                <a:defRPr>
                  <a:solidFill>
                    <a:schemeClr val="tx1"/>
                  </a:solidFill>
                  <a:latin typeface="Arial" panose="020B0604020202020204" pitchFamily="34" charset="0"/>
                </a:defRPr>
              </a:lvl3pPr>
              <a:lvl4pPr eaLnBrk="0" fontAlgn="base" hangingPunct="0">
                <a:spcBef>
                  <a:spcPct val="0"/>
                </a:spcBef>
                <a:spcAft>
                  <a:spcPct val="0"/>
                </a:spcAft>
                <a:tabLst>
                  <a:tab pos="2676525" algn="l"/>
                </a:tabLst>
                <a:defRPr>
                  <a:solidFill>
                    <a:schemeClr val="tx1"/>
                  </a:solidFill>
                  <a:latin typeface="Arial" panose="020B0604020202020204" pitchFamily="34" charset="0"/>
                </a:defRPr>
              </a:lvl4pPr>
              <a:lvl5pPr eaLnBrk="0" fontAlgn="base" hangingPunct="0">
                <a:spcBef>
                  <a:spcPct val="0"/>
                </a:spcBef>
                <a:spcAft>
                  <a:spcPct val="0"/>
                </a:spcAft>
                <a:tabLst>
                  <a:tab pos="2676525" algn="l"/>
                </a:tabLst>
                <a:defRPr>
                  <a:solidFill>
                    <a:schemeClr val="tx1"/>
                  </a:solidFill>
                  <a:latin typeface="Arial" panose="020B0604020202020204" pitchFamily="34" charset="0"/>
                </a:defRPr>
              </a:lvl5pPr>
              <a:lvl6pPr eaLnBrk="0" fontAlgn="base" hangingPunct="0">
                <a:spcBef>
                  <a:spcPct val="0"/>
                </a:spcBef>
                <a:spcAft>
                  <a:spcPct val="0"/>
                </a:spcAft>
                <a:tabLst>
                  <a:tab pos="2676525" algn="l"/>
                </a:tabLst>
                <a:defRPr>
                  <a:solidFill>
                    <a:schemeClr val="tx1"/>
                  </a:solidFill>
                  <a:latin typeface="Arial" panose="020B0604020202020204" pitchFamily="34" charset="0"/>
                </a:defRPr>
              </a:lvl6pPr>
              <a:lvl7pPr eaLnBrk="0" fontAlgn="base" hangingPunct="0">
                <a:spcBef>
                  <a:spcPct val="0"/>
                </a:spcBef>
                <a:spcAft>
                  <a:spcPct val="0"/>
                </a:spcAft>
                <a:tabLst>
                  <a:tab pos="2676525" algn="l"/>
                </a:tabLst>
                <a:defRPr>
                  <a:solidFill>
                    <a:schemeClr val="tx1"/>
                  </a:solidFill>
                  <a:latin typeface="Arial" panose="020B0604020202020204" pitchFamily="34" charset="0"/>
                </a:defRPr>
              </a:lvl7pPr>
              <a:lvl8pPr eaLnBrk="0" fontAlgn="base" hangingPunct="0">
                <a:spcBef>
                  <a:spcPct val="0"/>
                </a:spcBef>
                <a:spcAft>
                  <a:spcPct val="0"/>
                </a:spcAft>
                <a:tabLst>
                  <a:tab pos="2676525" algn="l"/>
                </a:tabLst>
                <a:defRPr>
                  <a:solidFill>
                    <a:schemeClr val="tx1"/>
                  </a:solidFill>
                  <a:latin typeface="Arial" panose="020B0604020202020204" pitchFamily="34" charset="0"/>
                </a:defRPr>
              </a:lvl8pPr>
              <a:lvl9pPr eaLnBrk="0" fontAlgn="base" hangingPunct="0">
                <a:spcBef>
                  <a:spcPct val="0"/>
                </a:spcBef>
                <a:spcAft>
                  <a:spcPct val="0"/>
                </a:spcAft>
                <a:tabLst>
                  <a:tab pos="26765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676525"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676525"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pic>
        <p:nvPicPr>
          <p:cNvPr id="42" name="Picture 41">
            <a:extLst>
              <a:ext uri="{FF2B5EF4-FFF2-40B4-BE49-F238E27FC236}">
                <a16:creationId xmlns:a16="http://schemas.microsoft.com/office/drawing/2014/main" id="{432E42A4-6EE3-1D62-1284-56742F6B48EA}"/>
              </a:ext>
            </a:extLst>
          </p:cNvPr>
          <p:cNvPicPr>
            <a:picLocks noChangeAspect="1"/>
          </p:cNvPicPr>
          <p:nvPr/>
        </p:nvPicPr>
        <p:blipFill>
          <a:blip r:embed="rId6"/>
          <a:stretch>
            <a:fillRect/>
          </a:stretch>
        </p:blipFill>
        <p:spPr>
          <a:xfrm>
            <a:off x="9831250" y="4513945"/>
            <a:ext cx="248412" cy="440436"/>
          </a:xfrm>
          <a:prstGeom prst="rect">
            <a:avLst/>
          </a:prstGeom>
        </p:spPr>
      </p:pic>
    </p:spTree>
    <p:extLst>
      <p:ext uri="{BB962C8B-B14F-4D97-AF65-F5344CB8AC3E}">
        <p14:creationId xmlns:p14="http://schemas.microsoft.com/office/powerpoint/2010/main" val="658241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678873" y="1032424"/>
            <a:ext cx="4133461"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Delete Void Service SO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71320"/>
            <a:ext cx="4179346" cy="426371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indent="-228600">
              <a:lnSpc>
                <a:spcPct val="115000"/>
              </a:lnSpc>
              <a:spcBef>
                <a:spcPts val="0"/>
              </a:spcBef>
              <a:spcAft>
                <a:spcPts val="0"/>
              </a:spcAft>
              <a:buAutoNum type="arabicPeriod"/>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void Service Sales Order – main window, search the transaction you want to delete.</a:t>
            </a: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void Service Sales Order– main form, click the lookup button and select the transaction you want to delete.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done, click delete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F4F49DEC-339C-45EE-3FAD-E06A215F3E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8" name="Rectangle 11">
            <a:extLst>
              <a:ext uri="{FF2B5EF4-FFF2-40B4-BE49-F238E27FC236}">
                <a16:creationId xmlns:a16="http://schemas.microsoft.com/office/drawing/2014/main" id="{F644067F-F87C-A06A-6AD8-45DD5C6D65A6}"/>
              </a:ext>
            </a:extLst>
          </p:cNvPr>
          <p:cNvSpPr>
            <a:spLocks noChangeArrowheads="1"/>
          </p:cNvSpPr>
          <p:nvPr/>
        </p:nvSpPr>
        <p:spPr bwMode="auto">
          <a:xfrm>
            <a:off x="5574462" y="151368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Rectangle 12">
            <a:extLst>
              <a:ext uri="{FF2B5EF4-FFF2-40B4-BE49-F238E27FC236}">
                <a16:creationId xmlns:a16="http://schemas.microsoft.com/office/drawing/2014/main" id="{AB27D2C1-3726-6CDE-F74B-C97C5DEDC700}"/>
              </a:ext>
            </a:extLst>
          </p:cNvPr>
          <p:cNvSpPr>
            <a:spLocks noChangeArrowheads="1"/>
          </p:cNvSpPr>
          <p:nvPr/>
        </p:nvSpPr>
        <p:spPr bwMode="auto">
          <a:xfrm>
            <a:off x="5574462" y="19708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AE436522-3DE4-D00E-B3EB-2DF52892E6CE}"/>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Void Service Sales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16" name="Group 15">
            <a:extLst>
              <a:ext uri="{FF2B5EF4-FFF2-40B4-BE49-F238E27FC236}">
                <a16:creationId xmlns:a16="http://schemas.microsoft.com/office/drawing/2014/main" id="{C36C3A3A-01E0-D40D-4E6B-0B81F7F8CFC8}"/>
              </a:ext>
            </a:extLst>
          </p:cNvPr>
          <p:cNvGrpSpPr/>
          <p:nvPr/>
        </p:nvGrpSpPr>
        <p:grpSpPr>
          <a:xfrm>
            <a:off x="5555412" y="477110"/>
            <a:ext cx="12192000" cy="2438400"/>
            <a:chOff x="0" y="0"/>
            <a:chExt cx="12192000" cy="2438400"/>
          </a:xfrm>
        </p:grpSpPr>
        <p:pic>
          <p:nvPicPr>
            <p:cNvPr id="53249" name="Picture 158">
              <a:extLst>
                <a:ext uri="{FF2B5EF4-FFF2-40B4-BE49-F238E27FC236}">
                  <a16:creationId xmlns:a16="http://schemas.microsoft.com/office/drawing/2014/main" id="{2C382D39-DEE9-0BDC-C4BE-9EA7E8833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7200"/>
              <a:ext cx="6103938" cy="1981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699061D-3344-1096-A745-A23651D91FDC}"/>
                </a:ext>
              </a:extLst>
            </p:cNvPr>
            <p:cNvSpPr>
              <a:spLocks noChangeArrowheads="1"/>
            </p:cNvSpPr>
            <p:nvPr/>
          </p:nvSpPr>
          <p:spPr bwMode="auto">
            <a:xfrm>
              <a:off x="15875" y="1214438"/>
              <a:ext cx="1139825"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 name="AutoShape 3">
              <a:extLst>
                <a:ext uri="{FF2B5EF4-FFF2-40B4-BE49-F238E27FC236}">
                  <a16:creationId xmlns:a16="http://schemas.microsoft.com/office/drawing/2014/main" id="{7464E4E2-D616-FBD9-9B2B-7A72D2EEB128}"/>
                </a:ext>
              </a:extLst>
            </p:cNvPr>
            <p:cNvSpPr>
              <a:spLocks noChangeShapeType="1"/>
            </p:cNvSpPr>
            <p:nvPr/>
          </p:nvSpPr>
          <p:spPr bwMode="auto">
            <a:xfrm>
              <a:off x="1154113" y="1319213"/>
              <a:ext cx="200025" cy="95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 Box 4">
              <a:extLst>
                <a:ext uri="{FF2B5EF4-FFF2-40B4-BE49-F238E27FC236}">
                  <a16:creationId xmlns:a16="http://schemas.microsoft.com/office/drawing/2014/main" id="{1E8ED8EE-37ED-6426-9320-FC73EFE13612}"/>
                </a:ext>
              </a:extLst>
            </p:cNvPr>
            <p:cNvSpPr txBox="1">
              <a:spLocks noChangeArrowheads="1"/>
            </p:cNvSpPr>
            <p:nvPr/>
          </p:nvSpPr>
          <p:spPr bwMode="auto">
            <a:xfrm>
              <a:off x="1363663" y="1214438"/>
              <a:ext cx="4667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4EC1DE6F-6182-A4EB-BC63-5884B2E1DEA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7">
              <a:extLst>
                <a:ext uri="{FF2B5EF4-FFF2-40B4-BE49-F238E27FC236}">
                  <a16:creationId xmlns:a16="http://schemas.microsoft.com/office/drawing/2014/main" id="{2F2F0616-1288-EA6F-456D-3B9B1E0B347B}"/>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8">
              <a:extLst>
                <a:ext uri="{FF2B5EF4-FFF2-40B4-BE49-F238E27FC236}">
                  <a16:creationId xmlns:a16="http://schemas.microsoft.com/office/drawing/2014/main" id="{13881E6B-528F-A906-47BE-BE67E4BD2953}"/>
                </a:ext>
              </a:extLst>
            </p:cNvPr>
            <p:cNvSpPr>
              <a:spLocks noChangeArrowheads="1"/>
            </p:cNvSpPr>
            <p:nvPr/>
          </p:nvSpPr>
          <p:spPr bwMode="auto">
            <a:xfrm>
              <a:off x="0" y="2438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
        <p:nvSpPr>
          <p:cNvPr id="17" name="TextBox 16">
            <a:extLst>
              <a:ext uri="{FF2B5EF4-FFF2-40B4-BE49-F238E27FC236}">
                <a16:creationId xmlns:a16="http://schemas.microsoft.com/office/drawing/2014/main" id="{B3E26D8E-CBBB-CD2C-D62C-2DE620067BAB}"/>
              </a:ext>
            </a:extLst>
          </p:cNvPr>
          <p:cNvSpPr txBox="1"/>
          <p:nvPr/>
        </p:nvSpPr>
        <p:spPr>
          <a:xfrm>
            <a:off x="6589221" y="2726226"/>
            <a:ext cx="399288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Void Sales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0" name="Group 39">
            <a:extLst>
              <a:ext uri="{FF2B5EF4-FFF2-40B4-BE49-F238E27FC236}">
                <a16:creationId xmlns:a16="http://schemas.microsoft.com/office/drawing/2014/main" id="{AADB2350-1454-6317-DEEB-174D8977F2AC}"/>
              </a:ext>
            </a:extLst>
          </p:cNvPr>
          <p:cNvGrpSpPr/>
          <p:nvPr/>
        </p:nvGrpSpPr>
        <p:grpSpPr>
          <a:xfrm>
            <a:off x="5574462" y="2550257"/>
            <a:ext cx="12192000" cy="3055938"/>
            <a:chOff x="0" y="0"/>
            <a:chExt cx="12192000" cy="3055938"/>
          </a:xfrm>
        </p:grpSpPr>
        <p:pic>
          <p:nvPicPr>
            <p:cNvPr id="53257" name="Picture 853">
              <a:extLst>
                <a:ext uri="{FF2B5EF4-FFF2-40B4-BE49-F238E27FC236}">
                  <a16:creationId xmlns:a16="http://schemas.microsoft.com/office/drawing/2014/main" id="{244E09F4-2921-78A6-002F-A1EA9636E7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12" y="904971"/>
              <a:ext cx="5970588" cy="1684338"/>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10">
              <a:extLst>
                <a:ext uri="{FF2B5EF4-FFF2-40B4-BE49-F238E27FC236}">
                  <a16:creationId xmlns:a16="http://schemas.microsoft.com/office/drawing/2014/main" id="{D92F3324-4FBA-F37F-737B-0D500070CEB5}"/>
                </a:ext>
              </a:extLst>
            </p:cNvPr>
            <p:cNvGrpSpPr>
              <a:grpSpLocks/>
            </p:cNvGrpSpPr>
            <p:nvPr/>
          </p:nvGrpSpPr>
          <p:grpSpPr bwMode="auto">
            <a:xfrm>
              <a:off x="1363663" y="1574800"/>
              <a:ext cx="952500" cy="304800"/>
              <a:chOff x="5238" y="285"/>
              <a:chExt cx="9525" cy="3048"/>
            </a:xfrm>
          </p:grpSpPr>
          <p:sp>
            <p:nvSpPr>
              <p:cNvPr id="27" name="Rectangle 13">
                <a:extLst>
                  <a:ext uri="{FF2B5EF4-FFF2-40B4-BE49-F238E27FC236}">
                    <a16:creationId xmlns:a16="http://schemas.microsoft.com/office/drawing/2014/main" id="{D2015305-8B13-96C1-7B6E-8841EF78F163}"/>
                  </a:ext>
                </a:extLst>
              </p:cNvPr>
              <p:cNvSpPr>
                <a:spLocks noChangeArrowheads="1"/>
              </p:cNvSpPr>
              <p:nvPr/>
            </p:nvSpPr>
            <p:spPr bwMode="auto">
              <a:xfrm>
                <a:off x="5238" y="285"/>
                <a:ext cx="2759" cy="304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8" name="AutoShape 12">
                <a:extLst>
                  <a:ext uri="{FF2B5EF4-FFF2-40B4-BE49-F238E27FC236}">
                    <a16:creationId xmlns:a16="http://schemas.microsoft.com/office/drawing/2014/main" id="{5ABC8E69-49D2-1C51-1A21-6ADA9DA038A6}"/>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Text Box 11">
                <a:extLst>
                  <a:ext uri="{FF2B5EF4-FFF2-40B4-BE49-F238E27FC236}">
                    <a16:creationId xmlns:a16="http://schemas.microsoft.com/office/drawing/2014/main" id="{680F8CA5-8339-ED46-224F-0C8B2655B8A7}"/>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a:t>
                </a:r>
                <a:endParaRPr kumimoji="0" lang="en-PH" altLang="en-US" sz="1800" b="0" i="0" u="none" strike="noStrike" cap="none" normalizeH="0" baseline="0">
                  <a:ln>
                    <a:noFill/>
                  </a:ln>
                  <a:solidFill>
                    <a:schemeClr val="tx1"/>
                  </a:solidFill>
                  <a:effectLst/>
                  <a:latin typeface="Arial" panose="020B0604020202020204" pitchFamily="34" charset="0"/>
                </a:endParaRPr>
              </a:p>
            </p:txBody>
          </p:sp>
        </p:grpSp>
        <p:grpSp>
          <p:nvGrpSpPr>
            <p:cNvPr id="30" name="Group 14">
              <a:extLst>
                <a:ext uri="{FF2B5EF4-FFF2-40B4-BE49-F238E27FC236}">
                  <a16:creationId xmlns:a16="http://schemas.microsoft.com/office/drawing/2014/main" id="{E98F0960-DBF6-308F-D46C-AD1A48BD7C5F}"/>
                </a:ext>
              </a:extLst>
            </p:cNvPr>
            <p:cNvGrpSpPr>
              <a:grpSpLocks/>
            </p:cNvGrpSpPr>
            <p:nvPr/>
          </p:nvGrpSpPr>
          <p:grpSpPr bwMode="auto">
            <a:xfrm>
              <a:off x="2544763" y="1270000"/>
              <a:ext cx="981075" cy="304800"/>
              <a:chOff x="3333" y="285"/>
              <a:chExt cx="9810" cy="3048"/>
            </a:xfrm>
          </p:grpSpPr>
          <p:sp>
            <p:nvSpPr>
              <p:cNvPr id="31" name="Rectangle 844">
                <a:extLst>
                  <a:ext uri="{FF2B5EF4-FFF2-40B4-BE49-F238E27FC236}">
                    <a16:creationId xmlns:a16="http://schemas.microsoft.com/office/drawing/2014/main" id="{5D769AC1-B3B6-31EC-4329-81CA6BFCC2CD}"/>
                  </a:ext>
                </a:extLst>
              </p:cNvPr>
              <p:cNvSpPr>
                <a:spLocks noChangeArrowheads="1"/>
              </p:cNvSpPr>
              <p:nvPr/>
            </p:nvSpPr>
            <p:spPr bwMode="auto">
              <a:xfrm>
                <a:off x="3333" y="285"/>
                <a:ext cx="4664" cy="304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2" name="Straight Arrow Connector 845">
                <a:extLst>
                  <a:ext uri="{FF2B5EF4-FFF2-40B4-BE49-F238E27FC236}">
                    <a16:creationId xmlns:a16="http://schemas.microsoft.com/office/drawing/2014/main" id="{817C9BC7-751D-24CF-1FEA-6335A62403B5}"/>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Text Box 846">
                <a:extLst>
                  <a:ext uri="{FF2B5EF4-FFF2-40B4-BE49-F238E27FC236}">
                    <a16:creationId xmlns:a16="http://schemas.microsoft.com/office/drawing/2014/main" id="{A3DC658C-556B-1C8B-654B-8488977C87B7}"/>
                  </a:ext>
                </a:extLst>
              </p:cNvPr>
              <p:cNvSpPr txBox="1">
                <a:spLocks noChangeArrowheads="1"/>
              </p:cNvSpPr>
              <p:nvPr/>
            </p:nvSpPr>
            <p:spPr bwMode="auto">
              <a:xfrm>
                <a:off x="10096" y="285"/>
                <a:ext cx="3048"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34" name="Text Box 18">
              <a:extLst>
                <a:ext uri="{FF2B5EF4-FFF2-40B4-BE49-F238E27FC236}">
                  <a16:creationId xmlns:a16="http://schemas.microsoft.com/office/drawing/2014/main" id="{420248AC-6B5F-8DAE-218A-FF1C201D2E7E}"/>
                </a:ext>
              </a:extLst>
            </p:cNvPr>
            <p:cNvSpPr txBox="1">
              <a:spLocks noChangeArrowheads="1"/>
            </p:cNvSpPr>
            <p:nvPr/>
          </p:nvSpPr>
          <p:spPr bwMode="auto">
            <a:xfrm>
              <a:off x="1839912" y="1879600"/>
              <a:ext cx="2956445" cy="8794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lvl="1"/>
              <a:endParaRPr kumimoji="0" lang="en-PH" altLang="en-US" sz="1000" b="0"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endParaRPr>
            </a:p>
            <a:p>
              <a:pPr lvl="1"/>
              <a:r>
                <a:rPr kumimoji="0" lang="en-PH" altLang="en-US" sz="1000" b="0"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void service SO transaction?</a:t>
              </a:r>
              <a:endParaRPr kumimoji="0" lang="en-PH" altLang="en-US" sz="400" b="0" i="0" u="none" strike="noStrike" cap="none" normalizeH="0" baseline="0" dirty="0">
                <a:ln>
                  <a:noFill/>
                </a:ln>
                <a:solidFill>
                  <a:schemeClr val="tx1"/>
                </a:solidFill>
                <a:effectLst/>
              </a:endParaRPr>
            </a:p>
            <a:p>
              <a:pPr lvl="1">
                <a:buFontTx/>
                <a:buChar char="•"/>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cap="none" normalizeH="0" baseline="0" dirty="0">
                <a:ln>
                  <a:noFill/>
                </a:ln>
                <a:solidFill>
                  <a:schemeClr val="tx1"/>
                </a:solidFill>
                <a:effectLst/>
              </a:endParaRPr>
            </a:p>
            <a:p>
              <a:pPr lvl="1">
                <a:buFontTx/>
                <a:buChar char="•"/>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Click ‘enter’ in the keyboard to search.</a:t>
              </a:r>
              <a:endParaRPr kumimoji="0" lang="en-PH" altLang="en-US" sz="400" b="0" i="0" u="none" strike="noStrike" cap="none" normalizeH="0" baseline="0" dirty="0">
                <a:ln>
                  <a:noFill/>
                </a:ln>
                <a:solidFill>
                  <a:schemeClr val="tx1"/>
                </a:solidFill>
                <a:effectLst/>
              </a:endParaRPr>
            </a:p>
            <a:p>
              <a:pPr lvl="1">
                <a:buFontTx/>
                <a:buChar char="•"/>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delete</a:t>
              </a:r>
              <a:endParaRPr kumimoji="0" lang="en-PH" altLang="en-US" b="0" i="0" u="none" strike="noStrike" cap="none" normalizeH="0" baseline="0" dirty="0">
                <a:ln>
                  <a:noFill/>
                </a:ln>
                <a:solidFill>
                  <a:schemeClr val="tx1"/>
                </a:solidFill>
                <a:effectLst/>
                <a:latin typeface="Arial" panose="020B0604020202020204" pitchFamily="34" charset="0"/>
              </a:endParaRPr>
            </a:p>
          </p:txBody>
        </p:sp>
        <p:sp>
          <p:nvSpPr>
            <p:cNvPr id="35" name="Text Box 19">
              <a:extLst>
                <a:ext uri="{FF2B5EF4-FFF2-40B4-BE49-F238E27FC236}">
                  <a16:creationId xmlns:a16="http://schemas.microsoft.com/office/drawing/2014/main" id="{C936CAFE-A437-1839-AAE1-A478EF8821A1}"/>
                </a:ext>
              </a:extLst>
            </p:cNvPr>
            <p:cNvSpPr txBox="1">
              <a:spLocks noChangeArrowheads="1"/>
            </p:cNvSpPr>
            <p:nvPr/>
          </p:nvSpPr>
          <p:spPr bwMode="auto">
            <a:xfrm>
              <a:off x="273050" y="533400"/>
              <a:ext cx="1306513"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20">
              <a:extLst>
                <a:ext uri="{FF2B5EF4-FFF2-40B4-BE49-F238E27FC236}">
                  <a16:creationId xmlns:a16="http://schemas.microsoft.com/office/drawing/2014/main" id="{9D275AE8-2DAF-46CC-B721-27DDA8B6B66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7" name="Rectangle 22">
              <a:extLst>
                <a:ext uri="{FF2B5EF4-FFF2-40B4-BE49-F238E27FC236}">
                  <a16:creationId xmlns:a16="http://schemas.microsoft.com/office/drawing/2014/main" id="{1FBCC504-D156-CD6C-2776-A2C259A080D0}"/>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26">
              <a:extLst>
                <a:ext uri="{FF2B5EF4-FFF2-40B4-BE49-F238E27FC236}">
                  <a16:creationId xmlns:a16="http://schemas.microsoft.com/office/drawing/2014/main" id="{A74956A2-0D60-8B63-BCAF-5D37E696A100}"/>
                </a:ext>
              </a:extLst>
            </p:cNvPr>
            <p:cNvSpPr>
              <a:spLocks noChangeArrowheads="1"/>
            </p:cNvSpPr>
            <p:nvPr/>
          </p:nvSpPr>
          <p:spPr bwMode="auto">
            <a:xfrm>
              <a:off x="0" y="914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9" name="Rectangle 27">
              <a:extLst>
                <a:ext uri="{FF2B5EF4-FFF2-40B4-BE49-F238E27FC236}">
                  <a16:creationId xmlns:a16="http://schemas.microsoft.com/office/drawing/2014/main" id="{0BD27CDD-675B-9CB4-F3FD-1A4DFEC5E1C6}"/>
                </a:ext>
              </a:extLst>
            </p:cNvPr>
            <p:cNvSpPr>
              <a:spLocks noChangeArrowheads="1"/>
            </p:cNvSpPr>
            <p:nvPr/>
          </p:nvSpPr>
          <p:spPr bwMode="auto">
            <a:xfrm>
              <a:off x="0" y="2598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41" name="TextBox 40">
            <a:extLst>
              <a:ext uri="{FF2B5EF4-FFF2-40B4-BE49-F238E27FC236}">
                <a16:creationId xmlns:a16="http://schemas.microsoft.com/office/drawing/2014/main" id="{D8E5F75F-FCFA-7532-CFC3-665F1D880997}"/>
              </a:ext>
            </a:extLst>
          </p:cNvPr>
          <p:cNvSpPr txBox="1"/>
          <p:nvPr/>
        </p:nvSpPr>
        <p:spPr>
          <a:xfrm>
            <a:off x="6589221" y="5444366"/>
            <a:ext cx="399288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Void Sales order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802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5" name="TextBox 64">
            <a:extLst>
              <a:ext uri="{FF2B5EF4-FFF2-40B4-BE49-F238E27FC236}">
                <a16:creationId xmlns:a16="http://schemas.microsoft.com/office/drawing/2014/main" id="{E7777D04-D73F-74AB-C30B-7D3C9397264F}"/>
              </a:ext>
            </a:extLst>
          </p:cNvPr>
          <p:cNvSpPr txBox="1"/>
          <p:nvPr/>
        </p:nvSpPr>
        <p:spPr>
          <a:xfrm>
            <a:off x="3095170" y="176665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Buttons</a:t>
            </a:r>
            <a:endParaRPr lang="en-US" sz="2000" dirty="0">
              <a:solidFill>
                <a:srgbClr val="007434"/>
              </a:solidFill>
              <a:latin typeface="+mj-lt"/>
            </a:endParaRPr>
          </a:p>
        </p:txBody>
      </p:sp>
      <p:sp>
        <p:nvSpPr>
          <p:cNvPr id="6" name="Slide Number Placeholder 5">
            <a:extLst>
              <a:ext uri="{FF2B5EF4-FFF2-40B4-BE49-F238E27FC236}">
                <a16:creationId xmlns:a16="http://schemas.microsoft.com/office/drawing/2014/main" id="{4C51CC16-0912-B5FE-360F-C6F20FD1FB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3" name="TextBox 2">
            <a:extLst>
              <a:ext uri="{FF2B5EF4-FFF2-40B4-BE49-F238E27FC236}">
                <a16:creationId xmlns:a16="http://schemas.microsoft.com/office/drawing/2014/main" id="{4206524C-E82C-A54C-22A7-DDD4A6BCBD1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Void Service Sales order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pic>
        <p:nvPicPr>
          <p:cNvPr id="5" name="Picture 4">
            <a:extLst>
              <a:ext uri="{FF2B5EF4-FFF2-40B4-BE49-F238E27FC236}">
                <a16:creationId xmlns:a16="http://schemas.microsoft.com/office/drawing/2014/main" id="{5B03FC14-9A68-7538-3ADD-32E043B7DDFD}"/>
              </a:ext>
            </a:extLst>
          </p:cNvPr>
          <p:cNvPicPr>
            <a:picLocks noChangeAspect="1"/>
          </p:cNvPicPr>
          <p:nvPr/>
        </p:nvPicPr>
        <p:blipFill>
          <a:blip r:embed="rId3"/>
          <a:stretch>
            <a:fillRect/>
          </a:stretch>
        </p:blipFill>
        <p:spPr>
          <a:xfrm>
            <a:off x="3095170" y="2104043"/>
            <a:ext cx="6534944" cy="2935186"/>
          </a:xfrm>
          <a:prstGeom prst="rect">
            <a:avLst/>
          </a:prstGeom>
        </p:spPr>
      </p:pic>
    </p:spTree>
    <p:extLst>
      <p:ext uri="{BB962C8B-B14F-4D97-AF65-F5344CB8AC3E}">
        <p14:creationId xmlns:p14="http://schemas.microsoft.com/office/powerpoint/2010/main" val="262103397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585</Words>
  <Application>Microsoft Office PowerPoint</Application>
  <PresentationFormat>Widescreen</PresentationFormat>
  <Paragraphs>185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5</cp:revision>
  <dcterms:created xsi:type="dcterms:W3CDTF">2023-01-10T05:46:41Z</dcterms:created>
  <dcterms:modified xsi:type="dcterms:W3CDTF">2023-01-10T06:04:47Z</dcterms:modified>
</cp:coreProperties>
</file>