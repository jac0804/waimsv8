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432" r:id="rId3"/>
    <p:sldId id="433" r:id="rId4"/>
    <p:sldId id="434" r:id="rId5"/>
    <p:sldId id="435" r:id="rId6"/>
    <p:sldId id="436" r:id="rId7"/>
    <p:sldId id="437" r:id="rId8"/>
    <p:sldId id="438" r:id="rId9"/>
    <p:sldId id="439" r:id="rId10"/>
    <p:sldId id="440" r:id="rId11"/>
    <p:sldId id="44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1E5C61-7B2C-4889-9FF4-E3D9938123CF}" type="datetimeFigureOut">
              <a:rPr lang="en-PH" smtClean="0"/>
              <a:t>01/10/2023</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F17BA0-C521-4ECF-85CB-03F9F28C0739}" type="slidenum">
              <a:rPr lang="en-PH" smtClean="0"/>
              <a:t>‹#›</a:t>
            </a:fld>
            <a:endParaRPr lang="en-PH"/>
          </a:p>
        </p:txBody>
      </p:sp>
    </p:spTree>
    <p:extLst>
      <p:ext uri="{BB962C8B-B14F-4D97-AF65-F5344CB8AC3E}">
        <p14:creationId xmlns:p14="http://schemas.microsoft.com/office/powerpoint/2010/main" val="2360720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2F21F4-0DD8-4E57-96CC-71F82AA39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8757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D878-0753-F392-AF9F-41E67EC01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813077E-086C-AE3D-6B1D-48EA5DDB8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5D98DA7-E558-AA30-AF15-0340E663566E}"/>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51907BBB-F5DC-8469-704A-ADCF7382EB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3A25FF-B186-86B3-5DA7-0DE737161EEB}"/>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047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09EB-F45E-5020-F092-CAB4E2A1A5C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DCFE082-0056-6934-4F20-AAF8A35B3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1202C01-33C7-6DFD-A7F9-D6EFAE1C7B6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4F60123-AE56-3775-17A7-376313A5A1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BF1040-D801-1A33-2ABA-12B3ECE3F7DA}"/>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7816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12C8-C193-CA77-F267-F2D38AEB0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ABA16E-F445-6DE0-E4AB-FA857BB0D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1706-6377-16A3-26C0-CDC1DD14F53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43740A1B-6E28-00A2-A359-1A81493F2A8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2FD67A-984D-CB54-7D3C-E41FBC48DB29}"/>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4615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3E1-011C-FF64-6675-6A294EAEBD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D063726-BE72-D88A-8722-6EB8A1051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21CDFA6-F6FD-FE06-B7DD-CCF09FFC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BE782168-B6CD-866F-7DCE-910E73DA24BD}"/>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3D417449-BD17-3108-EC60-4424F748D2C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5E131C9-76A9-AF13-9BC5-42B8ABB5232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6725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A3D1-9EBA-97EE-D4D3-163570241AB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AFADDC-271B-8CAE-5707-8BA2EC4C9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10C24-F835-154B-9CA6-0FBECEAF4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2F982B2-D809-5BA7-E41A-65DA4EBF0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2E793-30A9-2F51-D8C8-CF34D4E8D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A48DE28-86B4-52BC-CF04-9EE4C65E6743}"/>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8" name="Footer Placeholder 7">
            <a:extLst>
              <a:ext uri="{FF2B5EF4-FFF2-40B4-BE49-F238E27FC236}">
                <a16:creationId xmlns:a16="http://schemas.microsoft.com/office/drawing/2014/main" id="{3C1E5AA5-3CC8-CA75-120A-ED5A54D9E72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877E7FD-696D-A86A-C8CF-112FEDACAB4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209855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65E-FD78-E30D-DCDF-2590444617FE}"/>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DDBC497B-9109-B54D-C969-200277CA5E01}"/>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4" name="Footer Placeholder 3">
            <a:extLst>
              <a:ext uri="{FF2B5EF4-FFF2-40B4-BE49-F238E27FC236}">
                <a16:creationId xmlns:a16="http://schemas.microsoft.com/office/drawing/2014/main" id="{88469FF5-4430-4A3C-6348-D516AF654BB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F7EF08B-23C7-A26B-1EBF-D6480DF3563E}"/>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79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96A591-1EC1-91A1-DF00-9F80C23039EF}"/>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3" name="Footer Placeholder 2">
            <a:extLst>
              <a:ext uri="{FF2B5EF4-FFF2-40B4-BE49-F238E27FC236}">
                <a16:creationId xmlns:a16="http://schemas.microsoft.com/office/drawing/2014/main" id="{F8DEE169-FCA4-1F57-C74A-6F1BEA7D0033}"/>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E2D1F2A7-930B-275F-204F-FBBA78C2F1B5}"/>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7692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76-2ABE-D57C-EB8A-CBC797BAC8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714EB5C1-03B1-D6C8-2F6D-80C73EB29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E0EE84D-5466-A990-ED4D-1C915B538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B405-C12F-8974-AFAC-BC02E749E54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CD577E86-7A35-D515-665F-D31416F359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B6795A9-CE47-DF3D-F79D-D538E68AEAC3}"/>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828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2437-CA9E-008C-E67B-EFFEE88E9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AF6E16A-A812-5234-FAA8-2FA2AB64A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A767D58-2C56-F05C-191C-78A940B29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2E6F-08D8-8634-9298-426512867EB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E42A3B93-4B8B-6960-21DF-3162DDBBE30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1E6718-0304-24D4-DE74-D99D4B86514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18128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5083-DFDF-EFB5-3210-786B4CDD5D1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0F30E59-0B36-9BDC-9E1A-90F2E2FE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23758F8-6CD8-DAAC-BD28-D77A8221C08A}"/>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DDA0FC65-5187-9868-048F-753747C9A3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F020681-FA3F-CDF4-4736-BE90574904A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02813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94EB09-8790-825C-E6DF-DC3D220A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C93AC03-5B79-B3CC-937A-E9326AD90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7F3150F-FF7F-423F-A07D-2196E530A9C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6228607-03AE-F239-DF0F-DBE38C417C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32C7311-2AD4-0720-88BE-D53F67274AB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077593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94487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12604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2255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351977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903544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617183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265711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836306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575622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41873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23323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19E0E-E3DB-1F61-737B-981CECC0B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B3AFFF6-9EFE-E46E-19D4-D1D38810D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F1A037-1FE2-0FE0-A9A3-BE0A04F93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EBDD2511-467C-00AC-A741-7BD7B2FD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D3F12802-CEDB-1835-A96E-E43D007F8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FD21C-FA42-4D69-9558-A07270C73C58}" type="slidenum">
              <a:rPr lang="en-PH" smtClean="0"/>
              <a:t>‹#›</a:t>
            </a:fld>
            <a:endParaRPr lang="en-PH"/>
          </a:p>
        </p:txBody>
      </p:sp>
    </p:spTree>
    <p:extLst>
      <p:ext uri="{BB962C8B-B14F-4D97-AF65-F5344CB8AC3E}">
        <p14:creationId xmlns:p14="http://schemas.microsoft.com/office/powerpoint/2010/main" val="296282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7404568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Outsource</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to record outsource items.</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F8AB4A6-7C7B-BE57-7745-6EDE2A0DD3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796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931E35-B8D9-B51F-4046-21F803B82EE1}"/>
              </a:ext>
            </a:extLst>
          </p:cNvPr>
          <p:cNvPicPr>
            <a:picLocks noChangeAspect="1"/>
          </p:cNvPicPr>
          <p:nvPr/>
        </p:nvPicPr>
        <p:blipFill>
          <a:blip r:embed="rId2"/>
          <a:stretch>
            <a:fillRect/>
          </a:stretch>
        </p:blipFill>
        <p:spPr bwMode="auto">
          <a:xfrm>
            <a:off x="5417308" y="1945552"/>
            <a:ext cx="6024245" cy="1955165"/>
          </a:xfrm>
          <a:prstGeom prst="rect">
            <a:avLst/>
          </a:prstGeom>
          <a:noFill/>
          <a:ln w="9525">
            <a:noFill/>
            <a:miter lim="800000"/>
            <a:headEnd/>
            <a:tailEnd/>
          </a:ln>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Outsource module under Purchases, Outsource transactions list will display based on filtered date and status in the purchases return main window.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41976" y="432826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Outsource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464307" y="2923135"/>
            <a:ext cx="5894821" cy="912024"/>
            <a:chOff x="3174249" y="3151187"/>
            <a:chExt cx="5894821" cy="912024"/>
          </a:xfrm>
        </p:grpSpPr>
        <p:sp>
          <p:nvSpPr>
            <p:cNvPr id="10" name="Rectangle 9">
              <a:extLst>
                <a:ext uri="{FF2B5EF4-FFF2-40B4-BE49-F238E27FC236}">
                  <a16:creationId xmlns:a16="http://schemas.microsoft.com/office/drawing/2014/main" id="{F18004E0-9A1A-AFE4-2288-F4A59C29D523}"/>
                </a:ext>
              </a:extLst>
            </p:cNvPr>
            <p:cNvSpPr/>
            <p:nvPr/>
          </p:nvSpPr>
          <p:spPr>
            <a:xfrm>
              <a:off x="3174249" y="3584559"/>
              <a:ext cx="854183" cy="1747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075430" y="3151187"/>
              <a:ext cx="4993640" cy="912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flipV="1">
              <a:off x="3805942" y="3393065"/>
              <a:ext cx="338764" cy="1259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91C6F7ED-3152-2463-0BF1-DA064D5D79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5392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2FB09AA-F7ED-D38A-CC68-0E268B660F42}"/>
              </a:ext>
            </a:extLst>
          </p:cNvPr>
          <p:cNvPicPr>
            <a:picLocks noChangeAspect="1"/>
          </p:cNvPicPr>
          <p:nvPr/>
        </p:nvPicPr>
        <p:blipFill>
          <a:blip r:embed="rId2"/>
          <a:stretch>
            <a:fillRect/>
          </a:stretch>
        </p:blipFill>
        <p:spPr>
          <a:xfrm>
            <a:off x="5259550" y="3074236"/>
            <a:ext cx="6189345" cy="2396490"/>
          </a:xfrm>
          <a:prstGeom prst="rect">
            <a:avLst/>
          </a:prstGeom>
        </p:spPr>
      </p:pic>
      <p:pic>
        <p:nvPicPr>
          <p:cNvPr id="4" name="Picture 3">
            <a:extLst>
              <a:ext uri="{FF2B5EF4-FFF2-40B4-BE49-F238E27FC236}">
                <a16:creationId xmlns:a16="http://schemas.microsoft.com/office/drawing/2014/main" id="{54356672-0EDD-A79F-2D77-67AB19DE7AB7}"/>
              </a:ext>
            </a:extLst>
          </p:cNvPr>
          <p:cNvPicPr>
            <a:picLocks noChangeAspect="1"/>
          </p:cNvPicPr>
          <p:nvPr/>
        </p:nvPicPr>
        <p:blipFill>
          <a:blip r:embed="rId3"/>
          <a:stretch>
            <a:fillRect/>
          </a:stretch>
        </p:blipFill>
        <p:spPr>
          <a:xfrm>
            <a:off x="5191125" y="1286310"/>
            <a:ext cx="6064250" cy="129921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119577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91637"/>
            <a:ext cx="4179346" cy="38705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Outsource – Main Window, you will notice a create button in the upper left of the window. Click the create button and you will be redirect in outsource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select a vendor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vendor, encode other necessary information of the transaction and record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6" name="Group 5">
            <a:extLst>
              <a:ext uri="{FF2B5EF4-FFF2-40B4-BE49-F238E27FC236}">
                <a16:creationId xmlns:a16="http://schemas.microsoft.com/office/drawing/2014/main" id="{23E2DEEB-D647-DC75-CE9D-060676AC7006}"/>
              </a:ext>
            </a:extLst>
          </p:cNvPr>
          <p:cNvGrpSpPr/>
          <p:nvPr/>
        </p:nvGrpSpPr>
        <p:grpSpPr>
          <a:xfrm>
            <a:off x="5259550" y="1503341"/>
            <a:ext cx="1209675" cy="333375"/>
            <a:chOff x="0" y="0"/>
            <a:chExt cx="1209675" cy="333375"/>
          </a:xfrm>
        </p:grpSpPr>
        <p:sp>
          <p:nvSpPr>
            <p:cNvPr id="7" name="Rectangle 6">
              <a:extLst>
                <a:ext uri="{FF2B5EF4-FFF2-40B4-BE49-F238E27FC236}">
                  <a16:creationId xmlns:a16="http://schemas.microsoft.com/office/drawing/2014/main" id="{54449394-DFD5-D3BC-F5C9-C860486922A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A0EA4698-3A96-C971-C02C-9C6113E06C3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75">
              <a:extLst>
                <a:ext uri="{FF2B5EF4-FFF2-40B4-BE49-F238E27FC236}">
                  <a16:creationId xmlns:a16="http://schemas.microsoft.com/office/drawing/2014/main" id="{6961AC46-827E-43BD-B8F7-0ECD313B14B4}"/>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nvGrpSpPr>
          <p:cNvPr id="19" name="Group 18">
            <a:extLst>
              <a:ext uri="{FF2B5EF4-FFF2-40B4-BE49-F238E27FC236}">
                <a16:creationId xmlns:a16="http://schemas.microsoft.com/office/drawing/2014/main" id="{E7513ADE-3E98-6E00-80B0-FA7ECD09A30C}"/>
              </a:ext>
            </a:extLst>
          </p:cNvPr>
          <p:cNvGrpSpPr/>
          <p:nvPr/>
        </p:nvGrpSpPr>
        <p:grpSpPr>
          <a:xfrm>
            <a:off x="6578974" y="3736740"/>
            <a:ext cx="637345" cy="308774"/>
            <a:chOff x="-3186642" y="287009"/>
            <a:chExt cx="659330" cy="360731"/>
          </a:xfrm>
        </p:grpSpPr>
        <p:sp>
          <p:nvSpPr>
            <p:cNvPr id="20" name="Rectangle 19">
              <a:extLst>
                <a:ext uri="{FF2B5EF4-FFF2-40B4-BE49-F238E27FC236}">
                  <a16:creationId xmlns:a16="http://schemas.microsoft.com/office/drawing/2014/main" id="{D13C1736-BD6F-F577-7FB6-725CC27762D9}"/>
                </a:ext>
              </a:extLst>
            </p:cNvPr>
            <p:cNvSpPr/>
            <p:nvPr/>
          </p:nvSpPr>
          <p:spPr>
            <a:xfrm>
              <a:off x="-3186642" y="332806"/>
              <a:ext cx="238370" cy="3149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09A8DC65-4E3D-CAC1-3920-F53B98A494D7}"/>
                </a:ext>
              </a:extLst>
            </p:cNvPr>
            <p:cNvCxnSpPr/>
            <p:nvPr/>
          </p:nvCxnSpPr>
          <p:spPr>
            <a:xfrm>
              <a:off x="-2973873" y="426879"/>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04">
              <a:extLst>
                <a:ext uri="{FF2B5EF4-FFF2-40B4-BE49-F238E27FC236}">
                  <a16:creationId xmlns:a16="http://schemas.microsoft.com/office/drawing/2014/main" id="{C6958467-A1CD-2184-E354-28A5BC1895EF}"/>
                </a:ext>
              </a:extLst>
            </p:cNvPr>
            <p:cNvSpPr txBox="1"/>
            <p:nvPr/>
          </p:nvSpPr>
          <p:spPr>
            <a:xfrm>
              <a:off x="-2765682" y="287009"/>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5" name="Slide Number Placeholder 4">
            <a:extLst>
              <a:ext uri="{FF2B5EF4-FFF2-40B4-BE49-F238E27FC236}">
                <a16:creationId xmlns:a16="http://schemas.microsoft.com/office/drawing/2014/main" id="{7568C476-097E-EB06-DFCC-3FF535DC39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9544D39A-BD42-11C3-681C-1A771E56DEE4}"/>
              </a:ext>
            </a:extLst>
          </p:cNvPr>
          <p:cNvPicPr>
            <a:picLocks noChangeAspect="1"/>
          </p:cNvPicPr>
          <p:nvPr/>
        </p:nvPicPr>
        <p:blipFill>
          <a:blip r:embed="rId5"/>
          <a:stretch>
            <a:fillRect/>
          </a:stretch>
        </p:blipFill>
        <p:spPr>
          <a:xfrm>
            <a:off x="6096000" y="4225455"/>
            <a:ext cx="1967865" cy="2377440"/>
          </a:xfrm>
          <a:prstGeom prst="rect">
            <a:avLst/>
          </a:prstGeom>
          <a:ln>
            <a:noFill/>
          </a:ln>
          <a:effectLst>
            <a:outerShdw blurRad="292100" dist="139700" dir="2700000" algn="tl" rotWithShape="0">
              <a:srgbClr val="333333">
                <a:alpha val="65000"/>
              </a:srgbClr>
            </a:outerShdw>
          </a:effectLst>
        </p:spPr>
      </p:pic>
      <p:sp>
        <p:nvSpPr>
          <p:cNvPr id="26" name="AutoShape 2">
            <a:extLst>
              <a:ext uri="{FF2B5EF4-FFF2-40B4-BE49-F238E27FC236}">
                <a16:creationId xmlns:a16="http://schemas.microsoft.com/office/drawing/2014/main" id="{A5F19BB9-8DDF-BE70-221A-0E622094A6B5}"/>
              </a:ext>
            </a:extLst>
          </p:cNvPr>
          <p:cNvSpPr>
            <a:spLocks noChangeArrowheads="1"/>
          </p:cNvSpPr>
          <p:nvPr/>
        </p:nvSpPr>
        <p:spPr bwMode="auto">
          <a:xfrm>
            <a:off x="6168987" y="3856464"/>
            <a:ext cx="355600" cy="523875"/>
          </a:xfrm>
          <a:prstGeom prst="curvedRightArrow">
            <a:avLst>
              <a:gd name="adj1" fmla="val 29464"/>
              <a:gd name="adj2" fmla="val 58929"/>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6">
            <a:extLst>
              <a:ext uri="{FF2B5EF4-FFF2-40B4-BE49-F238E27FC236}">
                <a16:creationId xmlns:a16="http://schemas.microsoft.com/office/drawing/2014/main" id="{71FF3268-3AA6-DB2B-7C80-83ADCBF30A1F}"/>
              </a:ext>
            </a:extLst>
          </p:cNvPr>
          <p:cNvSpPr txBox="1">
            <a:spLocks noChangeArrowheads="1"/>
          </p:cNvSpPr>
          <p:nvPr/>
        </p:nvSpPr>
        <p:spPr bwMode="auto">
          <a:xfrm>
            <a:off x="7744460" y="5048435"/>
            <a:ext cx="2808792" cy="62512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268288" marR="0" lvl="0" indent="-176213"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vendor?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vendor name in the search bar.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vendor.</a:t>
            </a:r>
          </a:p>
        </p:txBody>
      </p:sp>
    </p:spTree>
    <p:extLst>
      <p:ext uri="{BB962C8B-B14F-4D97-AF65-F5344CB8AC3E}">
        <p14:creationId xmlns:p14="http://schemas.microsoft.com/office/powerpoint/2010/main" val="370799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651458" y="2440504"/>
            <a:ext cx="4179346" cy="20196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add the item/s.</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add item button to select an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1" name="Group 10">
            <a:extLst>
              <a:ext uri="{FF2B5EF4-FFF2-40B4-BE49-F238E27FC236}">
                <a16:creationId xmlns:a16="http://schemas.microsoft.com/office/drawing/2014/main" id="{6435711F-45C3-F0DF-20C0-9554F2573D10}"/>
              </a:ext>
            </a:extLst>
          </p:cNvPr>
          <p:cNvGrpSpPr/>
          <p:nvPr/>
        </p:nvGrpSpPr>
        <p:grpSpPr>
          <a:xfrm>
            <a:off x="5435964" y="801743"/>
            <a:ext cx="6326932" cy="3096639"/>
            <a:chOff x="5501001" y="1384590"/>
            <a:chExt cx="6326932" cy="3096639"/>
          </a:xfrm>
        </p:grpSpPr>
        <p:pic>
          <p:nvPicPr>
            <p:cNvPr id="4" name="Picture 3">
              <a:extLst>
                <a:ext uri="{FF2B5EF4-FFF2-40B4-BE49-F238E27FC236}">
                  <a16:creationId xmlns:a16="http://schemas.microsoft.com/office/drawing/2014/main" id="{180E2369-B0F4-E219-DDFC-C109088445BC}"/>
                </a:ext>
              </a:extLst>
            </p:cNvPr>
            <p:cNvPicPr>
              <a:picLocks noChangeAspect="1"/>
            </p:cNvPicPr>
            <p:nvPr/>
          </p:nvPicPr>
          <p:blipFill>
            <a:blip r:embed="rId3"/>
            <a:stretch>
              <a:fillRect/>
            </a:stretch>
          </p:blipFill>
          <p:spPr>
            <a:xfrm>
              <a:off x="5779553" y="1384590"/>
              <a:ext cx="5937885" cy="3060065"/>
            </a:xfrm>
            <a:prstGeom prst="rect">
              <a:avLst/>
            </a:prstGeom>
          </p:spPr>
        </p:pic>
        <p:grpSp>
          <p:nvGrpSpPr>
            <p:cNvPr id="5" name="Group 4">
              <a:extLst>
                <a:ext uri="{FF2B5EF4-FFF2-40B4-BE49-F238E27FC236}">
                  <a16:creationId xmlns:a16="http://schemas.microsoft.com/office/drawing/2014/main" id="{EC0449A2-AAF7-C4E8-F59E-9638AEAA6303}"/>
                </a:ext>
              </a:extLst>
            </p:cNvPr>
            <p:cNvGrpSpPr/>
            <p:nvPr/>
          </p:nvGrpSpPr>
          <p:grpSpPr>
            <a:xfrm>
              <a:off x="5501001" y="1402287"/>
              <a:ext cx="6326932" cy="3078942"/>
              <a:chOff x="527783" y="-285750"/>
              <a:chExt cx="6327150" cy="3079236"/>
            </a:xfrm>
          </p:grpSpPr>
          <p:sp>
            <p:nvSpPr>
              <p:cNvPr id="13" name="Rectangle 12">
                <a:extLst>
                  <a:ext uri="{FF2B5EF4-FFF2-40B4-BE49-F238E27FC236}">
                    <a16:creationId xmlns:a16="http://schemas.microsoft.com/office/drawing/2014/main" id="{A2BDDBB1-26D3-3FB3-2D1E-CF4D39BE1FFE}"/>
                  </a:ext>
                </a:extLst>
              </p:cNvPr>
              <p:cNvSpPr/>
              <p:nvPr/>
            </p:nvSpPr>
            <p:spPr>
              <a:xfrm>
                <a:off x="810986" y="357409"/>
                <a:ext cx="6043947" cy="137827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C77FC66-B207-87B3-DDDB-65808E647E5E}"/>
                  </a:ext>
                </a:extLst>
              </p:cNvPr>
              <p:cNvSpPr/>
              <p:nvPr/>
            </p:nvSpPr>
            <p:spPr>
              <a:xfrm>
                <a:off x="806345" y="2109846"/>
                <a:ext cx="5822950" cy="68364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Text Box 714">
                <a:extLst>
                  <a:ext uri="{FF2B5EF4-FFF2-40B4-BE49-F238E27FC236}">
                    <a16:creationId xmlns:a16="http://schemas.microsoft.com/office/drawing/2014/main" id="{B2C14DFC-BED9-3872-B62A-B9DB8B9E8545}"/>
                  </a:ext>
                </a:extLst>
              </p:cNvPr>
              <p:cNvSpPr txBox="1"/>
              <p:nvPr/>
            </p:nvSpPr>
            <p:spPr>
              <a:xfrm>
                <a:off x="574297" y="1780945"/>
                <a:ext cx="787400" cy="28363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5" name="Text Box 708">
                <a:extLst>
                  <a:ext uri="{FF2B5EF4-FFF2-40B4-BE49-F238E27FC236}">
                    <a16:creationId xmlns:a16="http://schemas.microsoft.com/office/drawing/2014/main" id="{A108C9DD-38C3-66A6-D399-13CD0B3143D7}"/>
                  </a:ext>
                </a:extLst>
              </p:cNvPr>
              <p:cNvSpPr txBox="1"/>
              <p:nvPr/>
            </p:nvSpPr>
            <p:spPr>
              <a:xfrm>
                <a:off x="527783" y="-28575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6" name="Text Box 710">
                <a:extLst>
                  <a:ext uri="{FF2B5EF4-FFF2-40B4-BE49-F238E27FC236}">
                    <a16:creationId xmlns:a16="http://schemas.microsoft.com/office/drawing/2014/main" id="{A1E13475-8B57-6BCF-80B3-65122CC564B2}"/>
                  </a:ext>
                </a:extLst>
              </p:cNvPr>
              <p:cNvSpPr txBox="1"/>
              <p:nvPr/>
            </p:nvSpPr>
            <p:spPr>
              <a:xfrm>
                <a:off x="5306698" y="1305884"/>
                <a:ext cx="961902" cy="28582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a:t>
                </a:r>
              </a:p>
            </p:txBody>
          </p:sp>
          <p:sp>
            <p:nvSpPr>
              <p:cNvPr id="27" name="Rectangle 26">
                <a:extLst>
                  <a:ext uri="{FF2B5EF4-FFF2-40B4-BE49-F238E27FC236}">
                    <a16:creationId xmlns:a16="http://schemas.microsoft.com/office/drawing/2014/main" id="{6C9CC331-DCC5-DF9A-A077-52B1D900F2E6}"/>
                  </a:ext>
                </a:extLst>
              </p:cNvPr>
              <p:cNvSpPr/>
              <p:nvPr/>
            </p:nvSpPr>
            <p:spPr>
              <a:xfrm>
                <a:off x="5121729" y="103414"/>
                <a:ext cx="675088" cy="2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1E70A34-120F-271F-4A2F-414E3248A371}"/>
                  </a:ext>
                </a:extLst>
              </p:cNvPr>
              <p:cNvCxnSpPr/>
              <p:nvPr/>
            </p:nvCxnSpPr>
            <p:spPr>
              <a:xfrm>
                <a:off x="5774872" y="11702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704">
                <a:extLst>
                  <a:ext uri="{FF2B5EF4-FFF2-40B4-BE49-F238E27FC236}">
                    <a16:creationId xmlns:a16="http://schemas.microsoft.com/office/drawing/2014/main" id="{DBD8B356-962B-0C94-5B15-16BF4028B1D7}"/>
                  </a:ext>
                </a:extLst>
              </p:cNvPr>
              <p:cNvSpPr txBox="1"/>
              <p:nvPr/>
            </p:nvSpPr>
            <p:spPr>
              <a:xfrm>
                <a:off x="5976257"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4.2</a:t>
                </a:r>
              </a:p>
            </p:txBody>
          </p:sp>
          <p:sp>
            <p:nvSpPr>
              <p:cNvPr id="30" name="Rectangle 29">
                <a:extLst>
                  <a:ext uri="{FF2B5EF4-FFF2-40B4-BE49-F238E27FC236}">
                    <a16:creationId xmlns:a16="http://schemas.microsoft.com/office/drawing/2014/main" id="{0879499D-6A20-624C-12DE-2E87412EA286}"/>
                  </a:ext>
                </a:extLst>
              </p:cNvPr>
              <p:cNvSpPr/>
              <p:nvPr/>
            </p:nvSpPr>
            <p:spPr>
              <a:xfrm>
                <a:off x="4867765" y="1751923"/>
                <a:ext cx="666713" cy="2836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0BAE9885-C3DC-2ADF-2E14-AF201D01E7B5}"/>
                  </a:ext>
                </a:extLst>
              </p:cNvPr>
              <p:cNvCxnSpPr>
                <a:cxnSpLocks/>
              </p:cNvCxnSpPr>
              <p:nvPr/>
            </p:nvCxnSpPr>
            <p:spPr>
              <a:xfrm>
                <a:off x="5221783" y="2029012"/>
                <a:ext cx="314130" cy="1576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712">
                <a:extLst>
                  <a:ext uri="{FF2B5EF4-FFF2-40B4-BE49-F238E27FC236}">
                    <a16:creationId xmlns:a16="http://schemas.microsoft.com/office/drawing/2014/main" id="{04D4FB79-0AC9-3696-6AD1-8CE076112717}"/>
                  </a:ext>
                </a:extLst>
              </p:cNvPr>
              <p:cNvSpPr txBox="1"/>
              <p:nvPr/>
            </p:nvSpPr>
            <p:spPr>
              <a:xfrm>
                <a:off x="5221783" y="216896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grpSp>
      </p:grpSp>
      <p:sp>
        <p:nvSpPr>
          <p:cNvPr id="7" name="Slide Number Placeholder 6">
            <a:extLst>
              <a:ext uri="{FF2B5EF4-FFF2-40B4-BE49-F238E27FC236}">
                <a16:creationId xmlns:a16="http://schemas.microsoft.com/office/drawing/2014/main" id="{8C198340-91AB-4920-BEA9-99CBEFB454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8CC1F4C6-1DD4-8759-D928-283DCF046150}"/>
              </a:ext>
            </a:extLst>
          </p:cNvPr>
          <p:cNvPicPr>
            <a:picLocks noChangeAspect="1"/>
          </p:cNvPicPr>
          <p:nvPr/>
        </p:nvPicPr>
        <p:blipFill>
          <a:blip r:embed="rId4"/>
          <a:srcRect/>
          <a:stretch>
            <a:fillRect/>
          </a:stretch>
        </p:blipFill>
        <p:spPr bwMode="auto">
          <a:xfrm>
            <a:off x="6207735" y="4081772"/>
            <a:ext cx="4552950" cy="2462530"/>
          </a:xfrm>
          <a:prstGeom prst="rect">
            <a:avLst/>
          </a:prstGeom>
          <a:noFill/>
          <a:ln w="9525">
            <a:noFill/>
            <a:miter lim="800000"/>
            <a:headEnd/>
            <a:tailEnd/>
          </a:ln>
        </p:spPr>
      </p:pic>
      <p:sp>
        <p:nvSpPr>
          <p:cNvPr id="15" name="Rectangle 2">
            <a:extLst>
              <a:ext uri="{FF2B5EF4-FFF2-40B4-BE49-F238E27FC236}">
                <a16:creationId xmlns:a16="http://schemas.microsoft.com/office/drawing/2014/main" id="{6C475914-505B-667F-D02E-D2C85E3A520B}"/>
              </a:ext>
            </a:extLst>
          </p:cNvPr>
          <p:cNvSpPr>
            <a:spLocks noChangeArrowheads="1"/>
          </p:cNvSpPr>
          <p:nvPr/>
        </p:nvSpPr>
        <p:spPr bwMode="auto">
          <a:xfrm>
            <a:off x="6325414" y="4460151"/>
            <a:ext cx="1435100" cy="254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3">
            <a:extLst>
              <a:ext uri="{FF2B5EF4-FFF2-40B4-BE49-F238E27FC236}">
                <a16:creationId xmlns:a16="http://schemas.microsoft.com/office/drawing/2014/main" id="{5DFE3AE3-7E5D-44DA-1646-FAA45EBD490B}"/>
              </a:ext>
            </a:extLst>
          </p:cNvPr>
          <p:cNvSpPr>
            <a:spLocks noChangeArrowheads="1"/>
          </p:cNvSpPr>
          <p:nvPr/>
        </p:nvSpPr>
        <p:spPr bwMode="auto">
          <a:xfrm>
            <a:off x="6320447" y="4742522"/>
            <a:ext cx="4327525" cy="2476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173" name="AutoShape 5">
            <a:extLst>
              <a:ext uri="{FF2B5EF4-FFF2-40B4-BE49-F238E27FC236}">
                <a16:creationId xmlns:a16="http://schemas.microsoft.com/office/drawing/2014/main" id="{AE3090B3-476A-FD73-5524-E6ECFB6043D9}"/>
              </a:ext>
            </a:extLst>
          </p:cNvPr>
          <p:cNvCxnSpPr>
            <a:cxnSpLocks noChangeShapeType="1"/>
          </p:cNvCxnSpPr>
          <p:nvPr/>
        </p:nvCxnSpPr>
        <p:spPr bwMode="auto">
          <a:xfrm flipV="1">
            <a:off x="7805854" y="4503013"/>
            <a:ext cx="233363" cy="841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174" name="AutoShape 6">
            <a:extLst>
              <a:ext uri="{FF2B5EF4-FFF2-40B4-BE49-F238E27FC236}">
                <a16:creationId xmlns:a16="http://schemas.microsoft.com/office/drawing/2014/main" id="{57960704-D774-B146-7BE3-C6435DED8376}"/>
              </a:ext>
            </a:extLst>
          </p:cNvPr>
          <p:cNvCxnSpPr>
            <a:cxnSpLocks noChangeShapeType="1"/>
          </p:cNvCxnSpPr>
          <p:nvPr/>
        </p:nvCxnSpPr>
        <p:spPr bwMode="auto">
          <a:xfrm flipV="1">
            <a:off x="10640034" y="4782209"/>
            <a:ext cx="233363" cy="841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169" name="Text Box 712">
            <a:extLst>
              <a:ext uri="{FF2B5EF4-FFF2-40B4-BE49-F238E27FC236}">
                <a16:creationId xmlns:a16="http://schemas.microsoft.com/office/drawing/2014/main" id="{58419FD1-3C6A-8D77-5C04-EC71F00F3C5D}"/>
              </a:ext>
            </a:extLst>
          </p:cNvPr>
          <p:cNvSpPr txBox="1"/>
          <p:nvPr/>
        </p:nvSpPr>
        <p:spPr>
          <a:xfrm>
            <a:off x="10873397" y="4639347"/>
            <a:ext cx="474964" cy="28572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sp>
        <p:nvSpPr>
          <p:cNvPr id="7170" name="Text Box 712">
            <a:extLst>
              <a:ext uri="{FF2B5EF4-FFF2-40B4-BE49-F238E27FC236}">
                <a16:creationId xmlns:a16="http://schemas.microsoft.com/office/drawing/2014/main" id="{19B127A6-2D2C-98A3-15CE-080C4A3ABABC}"/>
              </a:ext>
            </a:extLst>
          </p:cNvPr>
          <p:cNvSpPr txBox="1"/>
          <p:nvPr/>
        </p:nvSpPr>
        <p:spPr>
          <a:xfrm>
            <a:off x="8084557" y="4389723"/>
            <a:ext cx="474964" cy="28572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pic>
        <p:nvPicPr>
          <p:cNvPr id="7175" name="Picture 7174">
            <a:extLst>
              <a:ext uri="{FF2B5EF4-FFF2-40B4-BE49-F238E27FC236}">
                <a16:creationId xmlns:a16="http://schemas.microsoft.com/office/drawing/2014/main" id="{A16EFC1C-4C81-F643-740C-7514CD1822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8099" y="5178656"/>
            <a:ext cx="3066667" cy="1200000"/>
          </a:xfrm>
          <a:prstGeom prst="rect">
            <a:avLst/>
          </a:prstGeom>
        </p:spPr>
      </p:pic>
    </p:spTree>
    <p:extLst>
      <p:ext uri="{BB962C8B-B14F-4D97-AF65-F5344CB8AC3E}">
        <p14:creationId xmlns:p14="http://schemas.microsoft.com/office/powerpoint/2010/main" val="2604232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380999" y="2159763"/>
            <a:ext cx="4179346" cy="260902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an item, a dialog box will pop out. Enter the details of the selected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item will be temporarily be added in the cart.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wish to add more items, repeat step #6.</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the items in outsource – main window, click the cart button and click accept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5" name="Slide Number Placeholder 4">
            <a:extLst>
              <a:ext uri="{FF2B5EF4-FFF2-40B4-BE49-F238E27FC236}">
                <a16:creationId xmlns:a16="http://schemas.microsoft.com/office/drawing/2014/main" id="{67B0342E-D14F-C81C-0DD1-39A7173A93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410304B8-C9E3-9DE2-749C-15A573D57571}"/>
              </a:ext>
            </a:extLst>
          </p:cNvPr>
          <p:cNvGrpSpPr/>
          <p:nvPr/>
        </p:nvGrpSpPr>
        <p:grpSpPr>
          <a:xfrm>
            <a:off x="5869740" y="970439"/>
            <a:ext cx="4680584" cy="3550920"/>
            <a:chOff x="5374888" y="1363083"/>
            <a:chExt cx="4680584" cy="3550920"/>
          </a:xfrm>
        </p:grpSpPr>
        <p:pic>
          <p:nvPicPr>
            <p:cNvPr id="6" name="Picture 5">
              <a:extLst>
                <a:ext uri="{FF2B5EF4-FFF2-40B4-BE49-F238E27FC236}">
                  <a16:creationId xmlns:a16="http://schemas.microsoft.com/office/drawing/2014/main" id="{567F8D52-98C6-F4BC-A624-62AA5A2DF02B}"/>
                </a:ext>
              </a:extLst>
            </p:cNvPr>
            <p:cNvPicPr>
              <a:picLocks noChangeAspect="1"/>
            </p:cNvPicPr>
            <p:nvPr/>
          </p:nvPicPr>
          <p:blipFill>
            <a:blip r:embed="rId2"/>
            <a:srcRect/>
            <a:stretch>
              <a:fillRect/>
            </a:stretch>
          </p:blipFill>
          <p:spPr bwMode="auto">
            <a:xfrm>
              <a:off x="5374888" y="1363083"/>
              <a:ext cx="3797935" cy="3550920"/>
            </a:xfrm>
            <a:prstGeom prst="rect">
              <a:avLst/>
            </a:prstGeom>
            <a:noFill/>
            <a:ln w="9525">
              <a:noFill/>
              <a:miter lim="800000"/>
              <a:headEnd/>
              <a:tailEnd/>
            </a:ln>
          </p:spPr>
        </p:pic>
        <p:sp>
          <p:nvSpPr>
            <p:cNvPr id="7" name="Rectangle 2">
              <a:extLst>
                <a:ext uri="{FF2B5EF4-FFF2-40B4-BE49-F238E27FC236}">
                  <a16:creationId xmlns:a16="http://schemas.microsoft.com/office/drawing/2014/main" id="{D7B62927-B26D-B491-16E4-DEC21C6B5619}"/>
                </a:ext>
              </a:extLst>
            </p:cNvPr>
            <p:cNvSpPr>
              <a:spLocks noChangeArrowheads="1"/>
            </p:cNvSpPr>
            <p:nvPr/>
          </p:nvSpPr>
          <p:spPr bwMode="auto">
            <a:xfrm>
              <a:off x="5445055" y="2711450"/>
              <a:ext cx="1828800" cy="14351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3">
              <a:extLst>
                <a:ext uri="{FF2B5EF4-FFF2-40B4-BE49-F238E27FC236}">
                  <a16:creationId xmlns:a16="http://schemas.microsoft.com/office/drawing/2014/main" id="{B84A9E23-EDBA-19AC-44F9-CA983653A8B2}"/>
                </a:ext>
              </a:extLst>
            </p:cNvPr>
            <p:cNvSpPr txBox="1">
              <a:spLocks noChangeArrowheads="1"/>
            </p:cNvSpPr>
            <p:nvPr/>
          </p:nvSpPr>
          <p:spPr bwMode="auto">
            <a:xfrm>
              <a:off x="7344022" y="2937909"/>
              <a:ext cx="2711450" cy="1444625"/>
            </a:xfrm>
            <a:prstGeom prst="rect">
              <a:avLst/>
            </a:prstGeom>
            <a:solidFill>
              <a:srgbClr val="FFF2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defRPr/>
              </a:pPr>
              <a:r>
                <a:rPr kumimoji="0" lang="en-PH" altLang="en-US" sz="1200" b="0" i="1" u="none" strike="noStrike" kern="1200" cap="none" spc="0" normalizeH="0" baseline="0" noProof="0">
                  <a:ln>
                    <a:noFill/>
                  </a:ln>
                  <a:solidFill>
                    <a:srgbClr val="385623"/>
                  </a:solidFill>
                  <a:effectLst/>
                  <a:uLnTx/>
                  <a:uFillTx/>
                  <a:latin typeface="Calibri" panose="020F0502020204030204" pitchFamily="34" charset="0"/>
                  <a:ea typeface="+mn-ea"/>
                  <a:cs typeface="+mn-cs"/>
                </a:rPr>
                <a:t>How to add item details?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1. Fill in the quantity, amount, and discount if there’s any.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 Change warehouse and uom if needed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3. Add notes if there’s any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 Add to cart if done</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Rectangle 4">
              <a:extLst>
                <a:ext uri="{FF2B5EF4-FFF2-40B4-BE49-F238E27FC236}">
                  <a16:creationId xmlns:a16="http://schemas.microsoft.com/office/drawing/2014/main" id="{A28D48C4-E595-6DCD-5205-50C7753D36EC}"/>
                </a:ext>
              </a:extLst>
            </p:cNvPr>
            <p:cNvSpPr>
              <a:spLocks noChangeArrowheads="1"/>
            </p:cNvSpPr>
            <p:nvPr/>
          </p:nvSpPr>
          <p:spPr bwMode="auto">
            <a:xfrm>
              <a:off x="7835097" y="4623845"/>
              <a:ext cx="647700" cy="279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5">
              <a:extLst>
                <a:ext uri="{FF2B5EF4-FFF2-40B4-BE49-F238E27FC236}">
                  <a16:creationId xmlns:a16="http://schemas.microsoft.com/office/drawing/2014/main" id="{FC2E10E1-7FAB-AAC5-411E-CEE0A6609D86}"/>
                </a:ext>
              </a:extLst>
            </p:cNvPr>
            <p:cNvSpPr>
              <a:spLocks noChangeArrowheads="1"/>
            </p:cNvSpPr>
            <p:nvPr/>
          </p:nvSpPr>
          <p:spPr bwMode="auto">
            <a:xfrm>
              <a:off x="8498134" y="4277280"/>
              <a:ext cx="403225" cy="315913"/>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defRPr/>
              </a:pPr>
              <a:r>
                <a:rPr kumimoji="0" lang="en-PH"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8198" name="AutoShape 6">
              <a:extLst>
                <a:ext uri="{FF2B5EF4-FFF2-40B4-BE49-F238E27FC236}">
                  <a16:creationId xmlns:a16="http://schemas.microsoft.com/office/drawing/2014/main" id="{6B8D0454-34C3-08C4-B15C-564BCC0F745C}"/>
                </a:ext>
              </a:extLst>
            </p:cNvPr>
            <p:cNvCxnSpPr>
              <a:cxnSpLocks noChangeShapeType="1"/>
            </p:cNvCxnSpPr>
            <p:nvPr/>
          </p:nvCxnSpPr>
          <p:spPr bwMode="auto">
            <a:xfrm flipV="1">
              <a:off x="8309221" y="4450802"/>
              <a:ext cx="188913" cy="1047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26" name="Group 25">
            <a:extLst>
              <a:ext uri="{FF2B5EF4-FFF2-40B4-BE49-F238E27FC236}">
                <a16:creationId xmlns:a16="http://schemas.microsoft.com/office/drawing/2014/main" id="{174E1D7D-9886-E108-86B5-B575FA2EB428}"/>
              </a:ext>
            </a:extLst>
          </p:cNvPr>
          <p:cNvGrpSpPr/>
          <p:nvPr/>
        </p:nvGrpSpPr>
        <p:grpSpPr>
          <a:xfrm>
            <a:off x="4398981" y="4607974"/>
            <a:ext cx="7480930" cy="1693283"/>
            <a:chOff x="4005281" y="4610115"/>
            <a:chExt cx="7480930" cy="1693283"/>
          </a:xfrm>
        </p:grpSpPr>
        <p:pic>
          <p:nvPicPr>
            <p:cNvPr id="15" name="Picture 14">
              <a:extLst>
                <a:ext uri="{FF2B5EF4-FFF2-40B4-BE49-F238E27FC236}">
                  <a16:creationId xmlns:a16="http://schemas.microsoft.com/office/drawing/2014/main" id="{0DC53F36-9D2A-47F6-F7C5-F07F75F25511}"/>
                </a:ext>
              </a:extLst>
            </p:cNvPr>
            <p:cNvPicPr>
              <a:picLocks noChangeAspect="1"/>
            </p:cNvPicPr>
            <p:nvPr/>
          </p:nvPicPr>
          <p:blipFill>
            <a:blip r:embed="rId3"/>
            <a:srcRect/>
            <a:stretch>
              <a:fillRect/>
            </a:stretch>
          </p:blipFill>
          <p:spPr bwMode="auto">
            <a:xfrm>
              <a:off x="4674034" y="4610115"/>
              <a:ext cx="6189345" cy="1354455"/>
            </a:xfrm>
            <a:prstGeom prst="rect">
              <a:avLst/>
            </a:prstGeom>
            <a:noFill/>
            <a:ln w="9525">
              <a:noFill/>
              <a:miter lim="800000"/>
              <a:headEnd/>
              <a:tailEnd/>
            </a:ln>
          </p:spPr>
        </p:pic>
        <p:pic>
          <p:nvPicPr>
            <p:cNvPr id="16" name="Picture 15">
              <a:extLst>
                <a:ext uri="{FF2B5EF4-FFF2-40B4-BE49-F238E27FC236}">
                  <a16:creationId xmlns:a16="http://schemas.microsoft.com/office/drawing/2014/main" id="{3E4E61E9-F99F-AED1-3246-DCC9B9745A7C}"/>
                </a:ext>
              </a:extLst>
            </p:cNvPr>
            <p:cNvPicPr>
              <a:picLocks noChangeAspect="1"/>
            </p:cNvPicPr>
            <p:nvPr/>
          </p:nvPicPr>
          <p:blipFill>
            <a:blip r:embed="rId4"/>
            <a:srcRect/>
            <a:stretch>
              <a:fillRect/>
            </a:stretch>
          </p:blipFill>
          <p:spPr bwMode="auto">
            <a:xfrm>
              <a:off x="4005281" y="5139443"/>
              <a:ext cx="6182360" cy="1163955"/>
            </a:xfrm>
            <a:prstGeom prst="rect">
              <a:avLst/>
            </a:prstGeom>
            <a:ln>
              <a:noFill/>
            </a:ln>
            <a:effectLst>
              <a:outerShdw blurRad="292100" dist="139700" dir="2700000" algn="tl" rotWithShape="0">
                <a:srgbClr val="333333">
                  <a:alpha val="65000"/>
                </a:srgbClr>
              </a:outerShdw>
            </a:effectLst>
          </p:spPr>
        </p:pic>
        <p:sp>
          <p:nvSpPr>
            <p:cNvPr id="17" name="Rectangle 7">
              <a:extLst>
                <a:ext uri="{FF2B5EF4-FFF2-40B4-BE49-F238E27FC236}">
                  <a16:creationId xmlns:a16="http://schemas.microsoft.com/office/drawing/2014/main" id="{94CE8718-DF06-EEA4-4091-C02F86F3FC78}"/>
                </a:ext>
              </a:extLst>
            </p:cNvPr>
            <p:cNvSpPr>
              <a:spLocks noChangeArrowheads="1"/>
            </p:cNvSpPr>
            <p:nvPr/>
          </p:nvSpPr>
          <p:spPr bwMode="auto">
            <a:xfrm>
              <a:off x="9959558" y="4610115"/>
              <a:ext cx="681037" cy="4254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AutoShape 8">
              <a:extLst>
                <a:ext uri="{FF2B5EF4-FFF2-40B4-BE49-F238E27FC236}">
                  <a16:creationId xmlns:a16="http://schemas.microsoft.com/office/drawing/2014/main" id="{0605B76A-9DEB-CEFD-D0E0-E47BEC272672}"/>
                </a:ext>
              </a:extLst>
            </p:cNvPr>
            <p:cNvSpPr>
              <a:spLocks noChangeArrowheads="1"/>
            </p:cNvSpPr>
            <p:nvPr/>
          </p:nvSpPr>
          <p:spPr bwMode="auto">
            <a:xfrm>
              <a:off x="9491265" y="4684727"/>
              <a:ext cx="371475" cy="701675"/>
            </a:xfrm>
            <a:prstGeom prst="curvedRightArrow">
              <a:avLst>
                <a:gd name="adj1" fmla="val 37778"/>
                <a:gd name="adj2" fmla="val 75556"/>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9">
              <a:extLst>
                <a:ext uri="{FF2B5EF4-FFF2-40B4-BE49-F238E27FC236}">
                  <a16:creationId xmlns:a16="http://schemas.microsoft.com/office/drawing/2014/main" id="{E6819B06-DB65-DC84-BBAC-789E25C92E6F}"/>
                </a:ext>
              </a:extLst>
            </p:cNvPr>
            <p:cNvSpPr>
              <a:spLocks noChangeArrowheads="1"/>
            </p:cNvSpPr>
            <p:nvPr/>
          </p:nvSpPr>
          <p:spPr bwMode="auto">
            <a:xfrm>
              <a:off x="9608729" y="6000514"/>
              <a:ext cx="679450" cy="30288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Box 10">
              <a:extLst>
                <a:ext uri="{FF2B5EF4-FFF2-40B4-BE49-F238E27FC236}">
                  <a16:creationId xmlns:a16="http://schemas.microsoft.com/office/drawing/2014/main" id="{0856EBCC-3C5C-5EE1-ABDC-A3766A8F02CB}"/>
                </a:ext>
              </a:extLst>
            </p:cNvPr>
            <p:cNvSpPr txBox="1">
              <a:spLocks noChangeArrowheads="1"/>
            </p:cNvSpPr>
            <p:nvPr/>
          </p:nvSpPr>
          <p:spPr bwMode="auto">
            <a:xfrm>
              <a:off x="10512096" y="5969713"/>
              <a:ext cx="474662" cy="30121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7.</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1" name="Text Box 10">
              <a:extLst>
                <a:ext uri="{FF2B5EF4-FFF2-40B4-BE49-F238E27FC236}">
                  <a16:creationId xmlns:a16="http://schemas.microsoft.com/office/drawing/2014/main" id="{B7CE9CBB-F8D2-C382-6A51-1D29BDF22100}"/>
                </a:ext>
              </a:extLst>
            </p:cNvPr>
            <p:cNvSpPr txBox="1">
              <a:spLocks noChangeArrowheads="1"/>
            </p:cNvSpPr>
            <p:nvPr/>
          </p:nvSpPr>
          <p:spPr bwMode="auto">
            <a:xfrm>
              <a:off x="11011549" y="4620793"/>
              <a:ext cx="474662" cy="30121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7.</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2" name="AutoShape 6">
              <a:extLst>
                <a:ext uri="{FF2B5EF4-FFF2-40B4-BE49-F238E27FC236}">
                  <a16:creationId xmlns:a16="http://schemas.microsoft.com/office/drawing/2014/main" id="{34923151-98AB-E35A-8C70-3AFD917AB3AA}"/>
                </a:ext>
              </a:extLst>
            </p:cNvPr>
            <p:cNvCxnSpPr>
              <a:cxnSpLocks noChangeShapeType="1"/>
            </p:cNvCxnSpPr>
            <p:nvPr/>
          </p:nvCxnSpPr>
          <p:spPr bwMode="auto">
            <a:xfrm flipV="1">
              <a:off x="10737413" y="4719010"/>
              <a:ext cx="268832" cy="1038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6">
              <a:extLst>
                <a:ext uri="{FF2B5EF4-FFF2-40B4-BE49-F238E27FC236}">
                  <a16:creationId xmlns:a16="http://schemas.microsoft.com/office/drawing/2014/main" id="{0EC915A8-4082-7BD0-42F7-F7E257CDD0F5}"/>
                </a:ext>
              </a:extLst>
            </p:cNvPr>
            <p:cNvCxnSpPr>
              <a:cxnSpLocks noChangeShapeType="1"/>
            </p:cNvCxnSpPr>
            <p:nvPr/>
          </p:nvCxnSpPr>
          <p:spPr bwMode="auto">
            <a:xfrm flipV="1">
              <a:off x="10288179" y="6099568"/>
              <a:ext cx="188913" cy="1047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550106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C1B7F5-8335-8A59-609A-F4D550489CAD}"/>
              </a:ext>
            </a:extLst>
          </p:cNvPr>
          <p:cNvPicPr>
            <a:picLocks noChangeAspect="1"/>
          </p:cNvPicPr>
          <p:nvPr/>
        </p:nvPicPr>
        <p:blipFill>
          <a:blip r:embed="rId2"/>
          <a:stretch>
            <a:fillRect/>
          </a:stretch>
        </p:blipFill>
        <p:spPr>
          <a:xfrm>
            <a:off x="5557866" y="1968887"/>
            <a:ext cx="5678805" cy="1771650"/>
          </a:xfrm>
          <a:prstGeom prst="rect">
            <a:avLst/>
          </a:prstGeom>
        </p:spPr>
      </p:pic>
      <p:pic>
        <p:nvPicPr>
          <p:cNvPr id="5" name="Picture 4">
            <a:extLst>
              <a:ext uri="{FF2B5EF4-FFF2-40B4-BE49-F238E27FC236}">
                <a16:creationId xmlns:a16="http://schemas.microsoft.com/office/drawing/2014/main" id="{45DC10FB-5E63-4873-1FD3-9698D9151B53}"/>
              </a:ext>
            </a:extLst>
          </p:cNvPr>
          <p:cNvPicPr>
            <a:picLocks noChangeAspect="1"/>
          </p:cNvPicPr>
          <p:nvPr/>
        </p:nvPicPr>
        <p:blipFill>
          <a:blip r:embed="rId3"/>
          <a:stretch>
            <a:fillRect/>
          </a:stretch>
        </p:blipFill>
        <p:spPr bwMode="auto">
          <a:xfrm>
            <a:off x="5916418" y="2700930"/>
            <a:ext cx="5359400" cy="2074545"/>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56818" y="1906526"/>
            <a:ext cx="4179346" cy="223076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click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7" name="Group 26">
            <a:extLst>
              <a:ext uri="{FF2B5EF4-FFF2-40B4-BE49-F238E27FC236}">
                <a16:creationId xmlns:a16="http://schemas.microsoft.com/office/drawing/2014/main" id="{062CA1CC-0E6B-BF61-1E3C-CEFF85DD9AA8}"/>
              </a:ext>
            </a:extLst>
          </p:cNvPr>
          <p:cNvGrpSpPr/>
          <p:nvPr/>
        </p:nvGrpSpPr>
        <p:grpSpPr>
          <a:xfrm>
            <a:off x="8806443" y="2299159"/>
            <a:ext cx="2588755" cy="1050057"/>
            <a:chOff x="210325" y="0"/>
            <a:chExt cx="2588755" cy="1050363"/>
          </a:xfrm>
        </p:grpSpPr>
        <p:sp>
          <p:nvSpPr>
            <p:cNvPr id="28" name="Rectangle 27">
              <a:extLst>
                <a:ext uri="{FF2B5EF4-FFF2-40B4-BE49-F238E27FC236}">
                  <a16:creationId xmlns:a16="http://schemas.microsoft.com/office/drawing/2014/main" id="{6FF9E599-95D7-7294-2447-0305530B66E4}"/>
                </a:ext>
              </a:extLst>
            </p:cNvPr>
            <p:cNvSpPr/>
            <p:nvPr/>
          </p:nvSpPr>
          <p:spPr>
            <a:xfrm>
              <a:off x="1801586" y="87085"/>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FAAF31CD-AE48-87B2-E22E-D1DB5DF6E347}"/>
                </a:ext>
              </a:extLst>
            </p:cNvPr>
            <p:cNvCxnSpPr/>
            <p:nvPr/>
          </p:nvCxnSpPr>
          <p:spPr>
            <a:xfrm flipV="1">
              <a:off x="2149929" y="2721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858">
              <a:extLst>
                <a:ext uri="{FF2B5EF4-FFF2-40B4-BE49-F238E27FC236}">
                  <a16:creationId xmlns:a16="http://schemas.microsoft.com/office/drawing/2014/main" id="{EDA4775B-9159-0CA3-7F51-6D4E6742398B}"/>
                </a:ext>
              </a:extLst>
            </p:cNvPr>
            <p:cNvSpPr txBox="1"/>
            <p:nvPr/>
          </p:nvSpPr>
          <p:spPr>
            <a:xfrm>
              <a:off x="23241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31" name="Curved Right Arrow 855">
              <a:extLst>
                <a:ext uri="{FF2B5EF4-FFF2-40B4-BE49-F238E27FC236}">
                  <a16:creationId xmlns:a16="http://schemas.microsoft.com/office/drawing/2014/main" id="{0DF4369B-7A2B-4106-C987-F16CED5E534D}"/>
                </a:ext>
              </a:extLst>
            </p:cNvPr>
            <p:cNvSpPr/>
            <p:nvPr/>
          </p:nvSpPr>
          <p:spPr>
            <a:xfrm>
              <a:off x="1316677" y="17625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256485DD-9BDC-6DFA-FE16-D0E562624AE2}"/>
                </a:ext>
              </a:extLst>
            </p:cNvPr>
            <p:cNvSpPr/>
            <p:nvPr/>
          </p:nvSpPr>
          <p:spPr>
            <a:xfrm>
              <a:off x="210325" y="801443"/>
              <a:ext cx="446792"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73C8F35-160A-C83F-EEFE-260180BC5846}"/>
                </a:ext>
              </a:extLst>
            </p:cNvPr>
            <p:cNvCxnSpPr/>
            <p:nvPr/>
          </p:nvCxnSpPr>
          <p:spPr>
            <a:xfrm flipV="1">
              <a:off x="678411" y="76334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17">
              <a:extLst>
                <a:ext uri="{FF2B5EF4-FFF2-40B4-BE49-F238E27FC236}">
                  <a16:creationId xmlns:a16="http://schemas.microsoft.com/office/drawing/2014/main" id="{0B389BCB-0FEA-DA7C-054B-947F9E897B14}"/>
                </a:ext>
              </a:extLst>
            </p:cNvPr>
            <p:cNvSpPr txBox="1"/>
            <p:nvPr/>
          </p:nvSpPr>
          <p:spPr>
            <a:xfrm>
              <a:off x="841697" y="56739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grpSp>
      <p:sp>
        <p:nvSpPr>
          <p:cNvPr id="6" name="Slide Number Placeholder 5">
            <a:extLst>
              <a:ext uri="{FF2B5EF4-FFF2-40B4-BE49-F238E27FC236}">
                <a16:creationId xmlns:a16="http://schemas.microsoft.com/office/drawing/2014/main" id="{7CE1E6F6-A0CE-187D-10A5-253DA7C3D4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2492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4DDDC8-77DF-CB7B-29D4-310E638D46A6}"/>
              </a:ext>
            </a:extLst>
          </p:cNvPr>
          <p:cNvPicPr>
            <a:picLocks noChangeAspect="1"/>
          </p:cNvPicPr>
          <p:nvPr/>
        </p:nvPicPr>
        <p:blipFill>
          <a:blip r:embed="rId2"/>
          <a:stretch>
            <a:fillRect/>
          </a:stretch>
        </p:blipFill>
        <p:spPr>
          <a:xfrm>
            <a:off x="5605716" y="3720242"/>
            <a:ext cx="5698490" cy="2205990"/>
          </a:xfrm>
          <a:prstGeom prst="rect">
            <a:avLst/>
          </a:prstGeom>
        </p:spPr>
      </p:pic>
      <p:pic>
        <p:nvPicPr>
          <p:cNvPr id="2" name="Picture 1">
            <a:extLst>
              <a:ext uri="{FF2B5EF4-FFF2-40B4-BE49-F238E27FC236}">
                <a16:creationId xmlns:a16="http://schemas.microsoft.com/office/drawing/2014/main" id="{C4D60A64-B6C8-D748-3A53-C65E26E79B7C}"/>
              </a:ext>
            </a:extLst>
          </p:cNvPr>
          <p:cNvPicPr>
            <a:picLocks noChangeAspect="1"/>
          </p:cNvPicPr>
          <p:nvPr/>
        </p:nvPicPr>
        <p:blipFill>
          <a:blip r:embed="rId3"/>
          <a:stretch>
            <a:fillRect/>
          </a:stretch>
        </p:blipFill>
        <p:spPr>
          <a:xfrm>
            <a:off x="5374888" y="831053"/>
            <a:ext cx="6213475" cy="232918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07368" y="1448674"/>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outsource – main window, search the outsource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outsource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outsource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outsource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44893" y="311830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Outsource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244893" y="6012715"/>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Outsource – Main Forms</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grpSp>
        <p:nvGrpSpPr>
          <p:cNvPr id="9" name="Group 8">
            <a:extLst>
              <a:ext uri="{FF2B5EF4-FFF2-40B4-BE49-F238E27FC236}">
                <a16:creationId xmlns:a16="http://schemas.microsoft.com/office/drawing/2014/main" id="{0ED599D9-8FDD-9F6B-2B93-ABC51681585D}"/>
              </a:ext>
            </a:extLst>
          </p:cNvPr>
          <p:cNvGrpSpPr/>
          <p:nvPr/>
        </p:nvGrpSpPr>
        <p:grpSpPr>
          <a:xfrm>
            <a:off x="5475041" y="2076082"/>
            <a:ext cx="1475739" cy="275590"/>
            <a:chOff x="-819988" y="179365"/>
            <a:chExt cx="1476374" cy="276224"/>
          </a:xfrm>
        </p:grpSpPr>
        <p:sp>
          <p:nvSpPr>
            <p:cNvPr id="10" name="Rectangle 9">
              <a:extLst>
                <a:ext uri="{FF2B5EF4-FFF2-40B4-BE49-F238E27FC236}">
                  <a16:creationId xmlns:a16="http://schemas.microsoft.com/office/drawing/2014/main" id="{757F6ED5-32CD-3D03-14AC-37B6277EB7CF}"/>
                </a:ext>
              </a:extLst>
            </p:cNvPr>
            <p:cNvSpPr/>
            <p:nvPr/>
          </p:nvSpPr>
          <p:spPr>
            <a:xfrm>
              <a:off x="-819988" y="179365"/>
              <a:ext cx="800100" cy="266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906F0D4-0A3D-491C-0599-6F5F9EB7EC5F}"/>
                </a:ext>
              </a:extLst>
            </p:cNvPr>
            <p:cNvCxnSpPr/>
            <p:nvPr/>
          </p:nvCxnSpPr>
          <p:spPr>
            <a:xfrm>
              <a:off x="-19888" y="312714"/>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864">
              <a:extLst>
                <a:ext uri="{FF2B5EF4-FFF2-40B4-BE49-F238E27FC236}">
                  <a16:creationId xmlns:a16="http://schemas.microsoft.com/office/drawing/2014/main" id="{68B9FA24-35F7-0192-CC84-D1405961A814}"/>
                </a:ext>
              </a:extLst>
            </p:cNvPr>
            <p:cNvSpPr txBox="1"/>
            <p:nvPr/>
          </p:nvSpPr>
          <p:spPr>
            <a:xfrm>
              <a:off x="189661" y="20793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38" name="Group 37">
            <a:extLst>
              <a:ext uri="{FF2B5EF4-FFF2-40B4-BE49-F238E27FC236}">
                <a16:creationId xmlns:a16="http://schemas.microsoft.com/office/drawing/2014/main" id="{5D524393-07A9-5088-A62E-71C657D1F696}"/>
              </a:ext>
            </a:extLst>
          </p:cNvPr>
          <p:cNvGrpSpPr/>
          <p:nvPr/>
        </p:nvGrpSpPr>
        <p:grpSpPr>
          <a:xfrm>
            <a:off x="5312706" y="3986902"/>
            <a:ext cx="5605909" cy="1609056"/>
            <a:chOff x="3263308" y="2701662"/>
            <a:chExt cx="5605909" cy="1609056"/>
          </a:xfrm>
        </p:grpSpPr>
        <p:grpSp>
          <p:nvGrpSpPr>
            <p:cNvPr id="20" name="Group 19">
              <a:extLst>
                <a:ext uri="{FF2B5EF4-FFF2-40B4-BE49-F238E27FC236}">
                  <a16:creationId xmlns:a16="http://schemas.microsoft.com/office/drawing/2014/main" id="{38EFDB90-E1AA-4AD0-6389-E4152CBB0BAE}"/>
                </a:ext>
              </a:extLst>
            </p:cNvPr>
            <p:cNvGrpSpPr/>
            <p:nvPr/>
          </p:nvGrpSpPr>
          <p:grpSpPr>
            <a:xfrm>
              <a:off x="4709720" y="3039960"/>
              <a:ext cx="952500" cy="304800"/>
              <a:chOff x="506337" y="125627"/>
              <a:chExt cx="952500" cy="304800"/>
            </a:xfrm>
          </p:grpSpPr>
          <p:sp>
            <p:nvSpPr>
              <p:cNvPr id="35" name="Rectangle 34">
                <a:extLst>
                  <a:ext uri="{FF2B5EF4-FFF2-40B4-BE49-F238E27FC236}">
                    <a16:creationId xmlns:a16="http://schemas.microsoft.com/office/drawing/2014/main" id="{0312A666-A2C3-729C-71E3-28F853E142CE}"/>
                  </a:ext>
                </a:extLst>
              </p:cNvPr>
              <p:cNvSpPr/>
              <p:nvPr/>
            </p:nvSpPr>
            <p:spPr>
              <a:xfrm>
                <a:off x="506337" y="125627"/>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50DFA42A-61E3-B397-0700-14ABFB221965}"/>
                  </a:ext>
                </a:extLst>
              </p:cNvPr>
              <p:cNvCxnSpPr/>
              <p:nvPr/>
            </p:nvCxnSpPr>
            <p:spPr>
              <a:xfrm>
                <a:off x="782563" y="23040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873">
                <a:extLst>
                  <a:ext uri="{FF2B5EF4-FFF2-40B4-BE49-F238E27FC236}">
                    <a16:creationId xmlns:a16="http://schemas.microsoft.com/office/drawing/2014/main" id="{E18EE214-4A54-CDF8-EFB8-3BACC4190A4D}"/>
                  </a:ext>
                </a:extLst>
              </p:cNvPr>
              <p:cNvSpPr txBox="1"/>
              <p:nvPr/>
            </p:nvSpPr>
            <p:spPr>
              <a:xfrm>
                <a:off x="992112" y="125627"/>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9" name="Group 28">
              <a:extLst>
                <a:ext uri="{FF2B5EF4-FFF2-40B4-BE49-F238E27FC236}">
                  <a16:creationId xmlns:a16="http://schemas.microsoft.com/office/drawing/2014/main" id="{CE927FD2-A157-AED7-57C4-826D117778F7}"/>
                </a:ext>
              </a:extLst>
            </p:cNvPr>
            <p:cNvGrpSpPr/>
            <p:nvPr/>
          </p:nvGrpSpPr>
          <p:grpSpPr>
            <a:xfrm>
              <a:off x="7888141" y="2822312"/>
              <a:ext cx="981076" cy="304800"/>
              <a:chOff x="-52217" y="167694"/>
              <a:chExt cx="981076" cy="304800"/>
            </a:xfrm>
          </p:grpSpPr>
          <p:sp>
            <p:nvSpPr>
              <p:cNvPr id="32" name="Rectangle 31">
                <a:extLst>
                  <a:ext uri="{FF2B5EF4-FFF2-40B4-BE49-F238E27FC236}">
                    <a16:creationId xmlns:a16="http://schemas.microsoft.com/office/drawing/2014/main" id="{3E24450F-5246-02B1-59AE-201BBECDC86C}"/>
                  </a:ext>
                </a:extLst>
              </p:cNvPr>
              <p:cNvSpPr/>
              <p:nvPr/>
            </p:nvSpPr>
            <p:spPr>
              <a:xfrm>
                <a:off x="-52217" y="167694"/>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9EF14113-C8E8-8B68-0F43-B415E6BACF61}"/>
                  </a:ext>
                </a:extLst>
              </p:cNvPr>
              <p:cNvCxnSpPr/>
              <p:nvPr/>
            </p:nvCxnSpPr>
            <p:spPr>
              <a:xfrm>
                <a:off x="414509" y="272469"/>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68">
                <a:extLst>
                  <a:ext uri="{FF2B5EF4-FFF2-40B4-BE49-F238E27FC236}">
                    <a16:creationId xmlns:a16="http://schemas.microsoft.com/office/drawing/2014/main" id="{2CF54C06-5793-7992-A2F8-601644875E11}"/>
                  </a:ext>
                </a:extLst>
              </p:cNvPr>
              <p:cNvSpPr txBox="1"/>
              <p:nvPr/>
            </p:nvSpPr>
            <p:spPr>
              <a:xfrm>
                <a:off x="624059" y="167694"/>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0" name="Text Box 241">
              <a:extLst>
                <a:ext uri="{FF2B5EF4-FFF2-40B4-BE49-F238E27FC236}">
                  <a16:creationId xmlns:a16="http://schemas.microsoft.com/office/drawing/2014/main" id="{74FC0C65-0832-CA36-768D-0B0709E5C7D8}"/>
                </a:ext>
              </a:extLst>
            </p:cNvPr>
            <p:cNvSpPr txBox="1">
              <a:spLocks noChangeArrowheads="1"/>
            </p:cNvSpPr>
            <p:nvPr/>
          </p:nvSpPr>
          <p:spPr bwMode="auto">
            <a:xfrm>
              <a:off x="4676946" y="3431243"/>
              <a:ext cx="3071249"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outsource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874">
              <a:extLst>
                <a:ext uri="{FF2B5EF4-FFF2-40B4-BE49-F238E27FC236}">
                  <a16:creationId xmlns:a16="http://schemas.microsoft.com/office/drawing/2014/main" id="{22F4ECC4-D2CA-F0AE-6EF3-CBE500D2E1F5}"/>
                </a:ext>
              </a:extLst>
            </p:cNvPr>
            <p:cNvSpPr txBox="1"/>
            <p:nvPr/>
          </p:nvSpPr>
          <p:spPr>
            <a:xfrm>
              <a:off x="3263308" y="270166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5" name="Slide Number Placeholder 4">
            <a:extLst>
              <a:ext uri="{FF2B5EF4-FFF2-40B4-BE49-F238E27FC236}">
                <a16:creationId xmlns:a16="http://schemas.microsoft.com/office/drawing/2014/main" id="{FCF02D9A-B1B1-AAF5-05C6-912581CEAC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808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2032771"/>
            <a:ext cx="4179346" cy="18988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outsource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Slide Number Placeholder 6">
            <a:extLst>
              <a:ext uri="{FF2B5EF4-FFF2-40B4-BE49-F238E27FC236}">
                <a16:creationId xmlns:a16="http://schemas.microsoft.com/office/drawing/2014/main" id="{7C09F5CB-8D4A-FDB7-00E7-017CE7EB2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9EE52845-3E23-1988-EBD0-F9A04FBCA41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4E1AA8AC-91C1-88E6-4672-137D4A901358}"/>
                </a:ext>
              </a:extLst>
            </p:cNvPr>
            <p:cNvGrpSpPr/>
            <p:nvPr/>
          </p:nvGrpSpPr>
          <p:grpSpPr>
            <a:xfrm>
              <a:off x="5171495" y="2046996"/>
              <a:ext cx="6440200" cy="2332990"/>
              <a:chOff x="5171495" y="941067"/>
              <a:chExt cx="6440200" cy="2332990"/>
            </a:xfrm>
          </p:grpSpPr>
          <p:grpSp>
            <p:nvGrpSpPr>
              <p:cNvPr id="22" name="Group 21">
                <a:extLst>
                  <a:ext uri="{FF2B5EF4-FFF2-40B4-BE49-F238E27FC236}">
                    <a16:creationId xmlns:a16="http://schemas.microsoft.com/office/drawing/2014/main" id="{1F7A9159-04CB-3CA8-DD55-1067D01B393B}"/>
                  </a:ext>
                </a:extLst>
              </p:cNvPr>
              <p:cNvGrpSpPr/>
              <p:nvPr/>
            </p:nvGrpSpPr>
            <p:grpSpPr>
              <a:xfrm>
                <a:off x="5365200" y="970444"/>
                <a:ext cx="6246495" cy="1658617"/>
                <a:chOff x="31914" y="203778"/>
                <a:chExt cx="6246768" cy="1659243"/>
              </a:xfrm>
            </p:grpSpPr>
            <p:pic>
              <p:nvPicPr>
                <p:cNvPr id="33" name="Picture 32">
                  <a:extLst>
                    <a:ext uri="{FF2B5EF4-FFF2-40B4-BE49-F238E27FC236}">
                      <a16:creationId xmlns:a16="http://schemas.microsoft.com/office/drawing/2014/main" id="{28E8C17D-6CE4-0BEA-6D8D-150CC16E61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4" name="Rectangle 33">
                  <a:extLst>
                    <a:ext uri="{FF2B5EF4-FFF2-40B4-BE49-F238E27FC236}">
                      <a16:creationId xmlns:a16="http://schemas.microsoft.com/office/drawing/2014/main" id="{75118DB0-4755-9F39-0DFD-26F467A8FA2E}"/>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372D3DF7-59EE-205D-49EA-D26C0C021D53}"/>
                    </a:ext>
                  </a:extLst>
                </p:cNvPr>
                <p:cNvGrpSpPr/>
                <p:nvPr/>
              </p:nvGrpSpPr>
              <p:grpSpPr>
                <a:xfrm>
                  <a:off x="4926412" y="203778"/>
                  <a:ext cx="647700" cy="796655"/>
                  <a:chOff x="306787" y="-291522"/>
                  <a:chExt cx="647700" cy="796655"/>
                </a:xfrm>
              </p:grpSpPr>
              <p:sp>
                <p:nvSpPr>
                  <p:cNvPr id="36" name="Rectangle 35">
                    <a:extLst>
                      <a:ext uri="{FF2B5EF4-FFF2-40B4-BE49-F238E27FC236}">
                        <a16:creationId xmlns:a16="http://schemas.microsoft.com/office/drawing/2014/main" id="{7B860AEC-E2FC-294F-9C85-9E00312CDEBA}"/>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7" name="Straight Arrow Connector 36">
                    <a:extLst>
                      <a:ext uri="{FF2B5EF4-FFF2-40B4-BE49-F238E27FC236}">
                        <a16:creationId xmlns:a16="http://schemas.microsoft.com/office/drawing/2014/main" id="{C8C4DA60-61A6-FC7A-F0CE-9C15C21E087C}"/>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756">
                    <a:extLst>
                      <a:ext uri="{FF2B5EF4-FFF2-40B4-BE49-F238E27FC236}">
                        <a16:creationId xmlns:a16="http://schemas.microsoft.com/office/drawing/2014/main" id="{0E32FEB7-13E9-4060-C55B-864760DB41AB}"/>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6" name="Group 25">
                <a:extLst>
                  <a:ext uri="{FF2B5EF4-FFF2-40B4-BE49-F238E27FC236}">
                    <a16:creationId xmlns:a16="http://schemas.microsoft.com/office/drawing/2014/main" id="{30C8D7B7-79A9-7232-9640-31EDE98A05F1}"/>
                  </a:ext>
                </a:extLst>
              </p:cNvPr>
              <p:cNvGrpSpPr/>
              <p:nvPr/>
            </p:nvGrpSpPr>
            <p:grpSpPr>
              <a:xfrm>
                <a:off x="5171495" y="941067"/>
                <a:ext cx="3176904" cy="2332990"/>
                <a:chOff x="0" y="0"/>
                <a:chExt cx="3177391" cy="2332990"/>
              </a:xfrm>
            </p:grpSpPr>
            <p:sp>
              <p:nvSpPr>
                <p:cNvPr id="29" name="Text Box 749">
                  <a:extLst>
                    <a:ext uri="{FF2B5EF4-FFF2-40B4-BE49-F238E27FC236}">
                      <a16:creationId xmlns:a16="http://schemas.microsoft.com/office/drawing/2014/main" id="{845B9916-65A4-5D7B-CD94-5DD67B369C83}"/>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0" name="Picture 29">
                  <a:extLst>
                    <a:ext uri="{FF2B5EF4-FFF2-40B4-BE49-F238E27FC236}">
                      <a16:creationId xmlns:a16="http://schemas.microsoft.com/office/drawing/2014/main" id="{381AC5E8-0169-2B23-D50B-07CD2D597A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1" name="Curved Left Arrow 758">
                  <a:extLst>
                    <a:ext uri="{FF2B5EF4-FFF2-40B4-BE49-F238E27FC236}">
                      <a16:creationId xmlns:a16="http://schemas.microsoft.com/office/drawing/2014/main" id="{0859A185-4D27-9F58-144F-A8F59C11FD1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 Box 757">
                  <a:extLst>
                    <a:ext uri="{FF2B5EF4-FFF2-40B4-BE49-F238E27FC236}">
                      <a16:creationId xmlns:a16="http://schemas.microsoft.com/office/drawing/2014/main" id="{CC0E12BD-BC0B-C2F0-5490-CD638E3F2E93}"/>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E4400B8-2EE8-DB4D-BC90-78E24A6347BD}"/>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8E488F5E-C923-0000-193F-8DAE0FF88A5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40926032-AFBD-5854-A383-B8EF8C2DF1F9}"/>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C0608490-A500-C1BC-27B6-1B1246FFA339}"/>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7CDE4FB8-70FE-166F-A3E5-1308FFF5353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FFAFC8A1-0404-2395-D59E-E82DCB5FD534}"/>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3234202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0A4D1E-AE9A-9A13-10DD-534FC002130C}"/>
              </a:ext>
            </a:extLst>
          </p:cNvPr>
          <p:cNvPicPr>
            <a:picLocks noChangeAspect="1"/>
          </p:cNvPicPr>
          <p:nvPr/>
        </p:nvPicPr>
        <p:blipFill>
          <a:blip r:embed="rId2"/>
          <a:stretch>
            <a:fillRect/>
          </a:stretch>
        </p:blipFill>
        <p:spPr>
          <a:xfrm>
            <a:off x="5338986" y="3511885"/>
            <a:ext cx="5540375" cy="2145030"/>
          </a:xfrm>
          <a:prstGeom prst="rect">
            <a:avLst/>
          </a:prstGeom>
        </p:spPr>
      </p:pic>
      <p:pic>
        <p:nvPicPr>
          <p:cNvPr id="6" name="Picture 5">
            <a:extLst>
              <a:ext uri="{FF2B5EF4-FFF2-40B4-BE49-F238E27FC236}">
                <a16:creationId xmlns:a16="http://schemas.microsoft.com/office/drawing/2014/main" id="{4B7EC3B8-35A0-A3CC-BB1B-4BFF10FDA96D}"/>
              </a:ext>
            </a:extLst>
          </p:cNvPr>
          <p:cNvPicPr>
            <a:picLocks noChangeAspect="1"/>
          </p:cNvPicPr>
          <p:nvPr/>
        </p:nvPicPr>
        <p:blipFill>
          <a:blip r:embed="rId3"/>
          <a:stretch>
            <a:fillRect/>
          </a:stretch>
        </p:blipFill>
        <p:spPr>
          <a:xfrm>
            <a:off x="5227390" y="909686"/>
            <a:ext cx="5993765" cy="2246630"/>
          </a:xfrm>
          <a:prstGeom prst="rect">
            <a:avLst/>
          </a:prstGeom>
        </p:spPr>
      </p:pic>
      <p:grpSp>
        <p:nvGrpSpPr>
          <p:cNvPr id="34" name="Group 33">
            <a:extLst>
              <a:ext uri="{FF2B5EF4-FFF2-40B4-BE49-F238E27FC236}">
                <a16:creationId xmlns:a16="http://schemas.microsoft.com/office/drawing/2014/main" id="{38DA90B3-A411-CD47-96D7-5114B151432A}"/>
              </a:ext>
            </a:extLst>
          </p:cNvPr>
          <p:cNvGrpSpPr/>
          <p:nvPr/>
        </p:nvGrpSpPr>
        <p:grpSpPr>
          <a:xfrm>
            <a:off x="5320513" y="2164025"/>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outsource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outsource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11838"/>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Outsource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2" name="TextBox 1">
            <a:extLst>
              <a:ext uri="{FF2B5EF4-FFF2-40B4-BE49-F238E27FC236}">
                <a16:creationId xmlns:a16="http://schemas.microsoft.com/office/drawing/2014/main" id="{5DAD03DB-0913-93CA-7826-D8AFD5CA6C2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4D4C7657-22C0-A286-A875-2B25A2C391F3}"/>
              </a:ext>
            </a:extLst>
          </p:cNvPr>
          <p:cNvSpPr txBox="1"/>
          <p:nvPr/>
        </p:nvSpPr>
        <p:spPr>
          <a:xfrm>
            <a:off x="7284343" y="327537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Outsource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50B9984-814C-2848-E7D8-2E78720D65A2}"/>
              </a:ext>
            </a:extLst>
          </p:cNvPr>
          <p:cNvSpPr txBox="1"/>
          <p:nvPr/>
        </p:nvSpPr>
        <p:spPr>
          <a:xfrm>
            <a:off x="7284343" y="601769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Outsource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9" name="Group 18">
            <a:extLst>
              <a:ext uri="{FF2B5EF4-FFF2-40B4-BE49-F238E27FC236}">
                <a16:creationId xmlns:a16="http://schemas.microsoft.com/office/drawing/2014/main" id="{A75184BB-F142-53F9-489A-23B9AB6E2A87}"/>
              </a:ext>
            </a:extLst>
          </p:cNvPr>
          <p:cNvGrpSpPr/>
          <p:nvPr/>
        </p:nvGrpSpPr>
        <p:grpSpPr>
          <a:xfrm>
            <a:off x="5154308" y="3671344"/>
            <a:ext cx="4260070" cy="1676611"/>
            <a:chOff x="3388152" y="2498197"/>
            <a:chExt cx="4260070" cy="1676611"/>
          </a:xfrm>
        </p:grpSpPr>
        <p:grpSp>
          <p:nvGrpSpPr>
            <p:cNvPr id="8" name="Group 7">
              <a:extLst>
                <a:ext uri="{FF2B5EF4-FFF2-40B4-BE49-F238E27FC236}">
                  <a16:creationId xmlns:a16="http://schemas.microsoft.com/office/drawing/2014/main" id="{0CECE706-67F7-34FB-F7CA-0EFCC6CCEED2}"/>
                </a:ext>
              </a:extLst>
            </p:cNvPr>
            <p:cNvGrpSpPr/>
            <p:nvPr/>
          </p:nvGrpSpPr>
          <p:grpSpPr>
            <a:xfrm>
              <a:off x="4727257" y="2942908"/>
              <a:ext cx="952500" cy="304800"/>
              <a:chOff x="523874" y="28575"/>
              <a:chExt cx="952500" cy="304800"/>
            </a:xfrm>
          </p:grpSpPr>
          <p:sp>
            <p:nvSpPr>
              <p:cNvPr id="16" name="Rectangle 15">
                <a:extLst>
                  <a:ext uri="{FF2B5EF4-FFF2-40B4-BE49-F238E27FC236}">
                    <a16:creationId xmlns:a16="http://schemas.microsoft.com/office/drawing/2014/main" id="{5D6CBC1E-A03C-B55F-89A9-A285E502B7A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2ED4DCC-9C4A-0E9E-8D5F-EB301D8872F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279">
                <a:extLst>
                  <a:ext uri="{FF2B5EF4-FFF2-40B4-BE49-F238E27FC236}">
                    <a16:creationId xmlns:a16="http://schemas.microsoft.com/office/drawing/2014/main" id="{368118D0-9916-607B-88E0-CD7013A1524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9" name="Group 8">
              <a:extLst>
                <a:ext uri="{FF2B5EF4-FFF2-40B4-BE49-F238E27FC236}">
                  <a16:creationId xmlns:a16="http://schemas.microsoft.com/office/drawing/2014/main" id="{8BAA3A75-DCE9-C8DD-D3EC-20ED4F88FF65}"/>
                </a:ext>
              </a:extLst>
            </p:cNvPr>
            <p:cNvGrpSpPr/>
            <p:nvPr/>
          </p:nvGrpSpPr>
          <p:grpSpPr>
            <a:xfrm>
              <a:off x="5684011" y="2696138"/>
              <a:ext cx="971206" cy="304800"/>
              <a:chOff x="-2256347" y="41520"/>
              <a:chExt cx="971206" cy="304800"/>
            </a:xfrm>
          </p:grpSpPr>
          <p:sp>
            <p:nvSpPr>
              <p:cNvPr id="13" name="Rectangle 12">
                <a:extLst>
                  <a:ext uri="{FF2B5EF4-FFF2-40B4-BE49-F238E27FC236}">
                    <a16:creationId xmlns:a16="http://schemas.microsoft.com/office/drawing/2014/main" id="{59D6B0A5-6AC6-52E1-F746-E72B6BB6500C}"/>
                  </a:ext>
                </a:extLst>
              </p:cNvPr>
              <p:cNvSpPr/>
              <p:nvPr/>
            </p:nvSpPr>
            <p:spPr>
              <a:xfrm>
                <a:off x="-2256347" y="41520"/>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33336C4-9401-6ADB-B502-BFCF01FBA98E}"/>
                  </a:ext>
                </a:extLst>
              </p:cNvPr>
              <p:cNvCxnSpPr/>
              <p:nvPr/>
            </p:nvCxnSpPr>
            <p:spPr>
              <a:xfrm>
                <a:off x="-1789966" y="189157"/>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283">
                <a:extLst>
                  <a:ext uri="{FF2B5EF4-FFF2-40B4-BE49-F238E27FC236}">
                    <a16:creationId xmlns:a16="http://schemas.microsoft.com/office/drawing/2014/main" id="{1204BE0C-3798-39AB-524A-703A68DBEB99}"/>
                  </a:ext>
                </a:extLst>
              </p:cNvPr>
              <p:cNvSpPr txBox="1"/>
              <p:nvPr/>
            </p:nvSpPr>
            <p:spPr>
              <a:xfrm>
                <a:off x="-1589941" y="8410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10" name="Text Box 241">
              <a:extLst>
                <a:ext uri="{FF2B5EF4-FFF2-40B4-BE49-F238E27FC236}">
                  <a16:creationId xmlns:a16="http://schemas.microsoft.com/office/drawing/2014/main" id="{7F4E2178-42DF-1F69-881E-21EA8D6EDD3E}"/>
                </a:ext>
              </a:extLst>
            </p:cNvPr>
            <p:cNvSpPr txBox="1">
              <a:spLocks noChangeArrowheads="1"/>
            </p:cNvSpPr>
            <p:nvPr/>
          </p:nvSpPr>
          <p:spPr bwMode="auto">
            <a:xfrm>
              <a:off x="4587557" y="3295333"/>
              <a:ext cx="306066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outsource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285">
              <a:extLst>
                <a:ext uri="{FF2B5EF4-FFF2-40B4-BE49-F238E27FC236}">
                  <a16:creationId xmlns:a16="http://schemas.microsoft.com/office/drawing/2014/main" id="{D28CF874-9D50-B8E2-3D91-2EDFBA135CC2}"/>
                </a:ext>
              </a:extLst>
            </p:cNvPr>
            <p:cNvSpPr txBox="1"/>
            <p:nvPr/>
          </p:nvSpPr>
          <p:spPr>
            <a:xfrm>
              <a:off x="3388152" y="249819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2" name="Slide Number Placeholder 21">
            <a:extLst>
              <a:ext uri="{FF2B5EF4-FFF2-40B4-BE49-F238E27FC236}">
                <a16:creationId xmlns:a16="http://schemas.microsoft.com/office/drawing/2014/main" id="{CC7D1F9A-D593-AF25-5068-F5A26569B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200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Outsource</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102">
            <a:extLst>
              <a:ext uri="{FF2B5EF4-FFF2-40B4-BE49-F238E27FC236}">
                <a16:creationId xmlns:a16="http://schemas.microsoft.com/office/drawing/2014/main" id="{E4571DCA-CD7A-258E-B41B-5E7CA6828086}"/>
              </a:ext>
            </a:extLst>
          </p:cNvPr>
          <p:cNvSpPr txBox="1"/>
          <p:nvPr/>
        </p:nvSpPr>
        <p:spPr>
          <a:xfrm>
            <a:off x="549849" y="1561639"/>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outsource–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 tab</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icon parallel to Shipping/ billing address</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may view or edit the Shipping and Billing Address for the return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D3E226D-FDEC-A46E-1E05-E4B6C63FFF4A}"/>
              </a:ext>
            </a:extLst>
          </p:cNvPr>
          <p:cNvGrpSpPr/>
          <p:nvPr/>
        </p:nvGrpSpPr>
        <p:grpSpPr>
          <a:xfrm>
            <a:off x="380999" y="4671895"/>
            <a:ext cx="5332798" cy="1682115"/>
            <a:chOff x="5891614" y="735422"/>
            <a:chExt cx="5332798" cy="1682115"/>
          </a:xfrm>
        </p:grpSpPr>
        <p:pic>
          <p:nvPicPr>
            <p:cNvPr id="10" name="Picture 9">
              <a:extLst>
                <a:ext uri="{FF2B5EF4-FFF2-40B4-BE49-F238E27FC236}">
                  <a16:creationId xmlns:a16="http://schemas.microsoft.com/office/drawing/2014/main" id="{22CDC2AC-DA14-3C61-9DFF-3103E938C1DD}"/>
                </a:ext>
              </a:extLst>
            </p:cNvPr>
            <p:cNvPicPr>
              <a:picLocks noChangeAspect="1"/>
            </p:cNvPicPr>
            <p:nvPr/>
          </p:nvPicPr>
          <p:blipFill>
            <a:blip r:embed="rId3"/>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49C5B78-AFD6-1F1E-02F0-9E2E58AF1591}"/>
                </a:ext>
              </a:extLst>
            </p:cNvPr>
            <p:cNvPicPr>
              <a:picLocks noChangeAspect="1"/>
            </p:cNvPicPr>
            <p:nvPr/>
          </p:nvPicPr>
          <p:blipFill>
            <a:blip r:embed="rId4"/>
            <a:srcRect/>
            <a:stretch>
              <a:fillRect/>
            </a:stretch>
          </p:blipFill>
          <p:spPr bwMode="auto">
            <a:xfrm>
              <a:off x="8318584" y="1162142"/>
              <a:ext cx="1795780" cy="1255395"/>
            </a:xfrm>
            <a:prstGeom prst="rect">
              <a:avLst/>
            </a:prstGeom>
            <a:noFill/>
            <a:ln w="9525">
              <a:noFill/>
              <a:miter lim="800000"/>
              <a:headEnd/>
              <a:tailEnd/>
            </a:ln>
          </p:spPr>
        </p:pic>
        <p:grpSp>
          <p:nvGrpSpPr>
            <p:cNvPr id="13" name="Group 2">
              <a:extLst>
                <a:ext uri="{FF2B5EF4-FFF2-40B4-BE49-F238E27FC236}">
                  <a16:creationId xmlns:a16="http://schemas.microsoft.com/office/drawing/2014/main" id="{D67873FC-3940-F873-075B-D45690961169}"/>
                </a:ext>
              </a:extLst>
            </p:cNvPr>
            <p:cNvGrpSpPr>
              <a:grpSpLocks/>
            </p:cNvGrpSpPr>
            <p:nvPr/>
          </p:nvGrpSpPr>
          <p:grpSpPr bwMode="auto">
            <a:xfrm>
              <a:off x="10019500" y="879237"/>
              <a:ext cx="1204912" cy="504825"/>
              <a:chOff x="8538" y="13287"/>
              <a:chExt cx="1898" cy="796"/>
            </a:xfrm>
          </p:grpSpPr>
          <p:sp>
            <p:nvSpPr>
              <p:cNvPr id="15" name="Rectangle 3">
                <a:extLst>
                  <a:ext uri="{FF2B5EF4-FFF2-40B4-BE49-F238E27FC236}">
                    <a16:creationId xmlns:a16="http://schemas.microsoft.com/office/drawing/2014/main" id="{A4C828AF-D9B7-224A-ABB9-88D925259797}"/>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4">
                <a:extLst>
                  <a:ext uri="{FF2B5EF4-FFF2-40B4-BE49-F238E27FC236}">
                    <a16:creationId xmlns:a16="http://schemas.microsoft.com/office/drawing/2014/main" id="{7567ADCE-FAAF-03C3-8B41-CF1A8B48E003}"/>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5">
                <a:extLst>
                  <a:ext uri="{FF2B5EF4-FFF2-40B4-BE49-F238E27FC236}">
                    <a16:creationId xmlns:a16="http://schemas.microsoft.com/office/drawing/2014/main" id="{17920109-C35D-7F89-81AB-AC355D118954}"/>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4" name="Text Box 6">
              <a:extLst>
                <a:ext uri="{FF2B5EF4-FFF2-40B4-BE49-F238E27FC236}">
                  <a16:creationId xmlns:a16="http://schemas.microsoft.com/office/drawing/2014/main" id="{4E4D8E85-3A7E-323A-599C-CEF1B04DD230}"/>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4E9A7810-A520-E2FC-CBF1-824BB7A7C179}"/>
              </a:ext>
            </a:extLst>
          </p:cNvPr>
          <p:cNvSpPr txBox="1"/>
          <p:nvPr/>
        </p:nvSpPr>
        <p:spPr>
          <a:xfrm>
            <a:off x="7110375"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 name="Picture 1">
            <a:extLst>
              <a:ext uri="{FF2B5EF4-FFF2-40B4-BE49-F238E27FC236}">
                <a16:creationId xmlns:a16="http://schemas.microsoft.com/office/drawing/2014/main" id="{F002692E-29C0-A0B8-BFE3-F536B3D41124}"/>
              </a:ext>
            </a:extLst>
          </p:cNvPr>
          <p:cNvPicPr>
            <a:picLocks noChangeAspect="1"/>
          </p:cNvPicPr>
          <p:nvPr/>
        </p:nvPicPr>
        <p:blipFill>
          <a:blip r:embed="rId5"/>
          <a:stretch>
            <a:fillRect/>
          </a:stretch>
        </p:blipFill>
        <p:spPr>
          <a:xfrm>
            <a:off x="5476369" y="1639196"/>
            <a:ext cx="6408334" cy="2812353"/>
          </a:xfrm>
          <a:prstGeom prst="rect">
            <a:avLst/>
          </a:prstGeom>
        </p:spPr>
      </p:pic>
    </p:spTree>
    <p:extLst>
      <p:ext uri="{BB962C8B-B14F-4D97-AF65-F5344CB8AC3E}">
        <p14:creationId xmlns:p14="http://schemas.microsoft.com/office/powerpoint/2010/main" val="2811157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974</Words>
  <Application>Microsoft Office PowerPoint</Application>
  <PresentationFormat>Widescreen</PresentationFormat>
  <Paragraphs>183</Paragraphs>
  <Slides>10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Animosa Extra Bold</vt:lpstr>
      <vt:lpstr>Arial</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5</cp:revision>
  <dcterms:created xsi:type="dcterms:W3CDTF">2023-01-10T04:13:01Z</dcterms:created>
  <dcterms:modified xsi:type="dcterms:W3CDTF">2023-01-10T04:18:27Z</dcterms:modified>
</cp:coreProperties>
</file>