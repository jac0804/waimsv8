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421" r:id="rId3"/>
    <p:sldId id="422" r:id="rId4"/>
    <p:sldId id="423" r:id="rId5"/>
    <p:sldId id="424" r:id="rId6"/>
    <p:sldId id="425" r:id="rId7"/>
    <p:sldId id="426" r:id="rId8"/>
    <p:sldId id="427" r:id="rId9"/>
    <p:sldId id="428" r:id="rId10"/>
    <p:sldId id="429" r:id="rId11"/>
    <p:sldId id="43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1D878-0753-F392-AF9F-41E67EC013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9813077E-086C-AE3D-6B1D-48EA5DDB8C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75D98DA7-E558-AA30-AF15-0340E663566E}"/>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5" name="Footer Placeholder 4">
            <a:extLst>
              <a:ext uri="{FF2B5EF4-FFF2-40B4-BE49-F238E27FC236}">
                <a16:creationId xmlns:a16="http://schemas.microsoft.com/office/drawing/2014/main" id="{51907BBB-F5DC-8469-704A-ADCF7382EB3D}"/>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063A25FF-B186-86B3-5DA7-0DE737161EEB}"/>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304714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C09EB-F45E-5020-F092-CAB4E2A1A5CE}"/>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FDCFE082-0056-6934-4F20-AAF8A35B34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E1202C01-33C7-6DFD-A7F9-D6EFAE1C7B66}"/>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5" name="Footer Placeholder 4">
            <a:extLst>
              <a:ext uri="{FF2B5EF4-FFF2-40B4-BE49-F238E27FC236}">
                <a16:creationId xmlns:a16="http://schemas.microsoft.com/office/drawing/2014/main" id="{94F60123-AE56-3775-17A7-376313A5A12B}"/>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3CBF1040-D801-1A33-2ABA-12B3ECE3F7DA}"/>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1781699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812C8-C193-CA77-F267-F2D38AEB046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CDABA16E-F445-6DE0-E4AB-FA857BB0DFF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9F1706-6377-16A3-26C0-CDC1DD14F539}"/>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5" name="Footer Placeholder 4">
            <a:extLst>
              <a:ext uri="{FF2B5EF4-FFF2-40B4-BE49-F238E27FC236}">
                <a16:creationId xmlns:a16="http://schemas.microsoft.com/office/drawing/2014/main" id="{43740A1B-6E28-00A2-A359-1A81493F2A86}"/>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DE2FD67A-984D-CB54-7D3C-E41FBC48DB29}"/>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1461571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8B3E1-011C-FF64-6675-6A294EAEBD8E}"/>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1D063726-BE72-D88A-8722-6EB8A10518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821CDFA6-F6FD-FE06-B7DD-CCF09FFC80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BE782168-B6CD-866F-7DCE-910E73DA24BD}"/>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6" name="Footer Placeholder 5">
            <a:extLst>
              <a:ext uri="{FF2B5EF4-FFF2-40B4-BE49-F238E27FC236}">
                <a16:creationId xmlns:a16="http://schemas.microsoft.com/office/drawing/2014/main" id="{3D417449-BD17-3108-EC60-4424F748D2C6}"/>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25E131C9-76A9-AF13-9BC5-42B8ABB52326}"/>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36725444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7A3D1-9EBA-97EE-D4D3-163570241AB9}"/>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18AFADDC-271B-8CAE-5707-8BA2EC4C9E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010C24-F835-154B-9CA6-0FBECEAF46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52F982B2-D809-5BA7-E41A-65DA4EBF04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02E793-30A9-2F51-D8C8-CF34D4E8DF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9A48DE28-86B4-52BC-CF04-9EE4C65E6743}"/>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8" name="Footer Placeholder 7">
            <a:extLst>
              <a:ext uri="{FF2B5EF4-FFF2-40B4-BE49-F238E27FC236}">
                <a16:creationId xmlns:a16="http://schemas.microsoft.com/office/drawing/2014/main" id="{3C1E5AA5-3CC8-CA75-120A-ED5A54D9E727}"/>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C877E7FD-696D-A86A-C8CF-112FEDACAB46}"/>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20985530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F065E-FD78-E30D-DCDF-2590444617FE}"/>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DDBC497B-9109-B54D-C969-200277CA5E01}"/>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4" name="Footer Placeholder 3">
            <a:extLst>
              <a:ext uri="{FF2B5EF4-FFF2-40B4-BE49-F238E27FC236}">
                <a16:creationId xmlns:a16="http://schemas.microsoft.com/office/drawing/2014/main" id="{88469FF5-4430-4A3C-6348-D516AF654BB1}"/>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1F7EF08B-23C7-A26B-1EBF-D6480DF3563E}"/>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4790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96A591-1EC1-91A1-DF00-9F80C23039EF}"/>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3" name="Footer Placeholder 2">
            <a:extLst>
              <a:ext uri="{FF2B5EF4-FFF2-40B4-BE49-F238E27FC236}">
                <a16:creationId xmlns:a16="http://schemas.microsoft.com/office/drawing/2014/main" id="{F8DEE169-FCA4-1F57-C74A-6F1BEA7D0033}"/>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E2D1F2A7-930B-275F-204F-FBBA78C2F1B5}"/>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3769226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E2D76-2ABE-D57C-EB8A-CBC797BAC8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714EB5C1-03B1-D6C8-2F6D-80C73EB29C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1E0EE84D-5466-A990-ED4D-1C915B5386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90B405-C12F-8974-AFAC-BC02E749E546}"/>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6" name="Footer Placeholder 5">
            <a:extLst>
              <a:ext uri="{FF2B5EF4-FFF2-40B4-BE49-F238E27FC236}">
                <a16:creationId xmlns:a16="http://schemas.microsoft.com/office/drawing/2014/main" id="{CD577E86-7A35-D515-665F-D31416F3597B}"/>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7B6795A9-CE47-DF3D-F79D-D538E68AEAC3}"/>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1828226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12437-CA9E-008C-E67B-EFFEE88E93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CAF6E16A-A812-5234-FAA8-2FA2AB64A2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6A767D58-2C56-F05C-191C-78A940B29D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D12E6F-08D8-8634-9298-426512867EB9}"/>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6" name="Footer Placeholder 5">
            <a:extLst>
              <a:ext uri="{FF2B5EF4-FFF2-40B4-BE49-F238E27FC236}">
                <a16:creationId xmlns:a16="http://schemas.microsoft.com/office/drawing/2014/main" id="{E42A3B93-4B8B-6960-21DF-3162DDBBE309}"/>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861E6718-0304-24D4-DE74-D99D4B86514F}"/>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41812817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E5083-DFDF-EFB5-3210-786B4CDD5D18}"/>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10F30E59-0B36-9BDC-9E1A-90F2E2FE547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723758F8-6CD8-DAAC-BD28-D77A8221C08A}"/>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5" name="Footer Placeholder 4">
            <a:extLst>
              <a:ext uri="{FF2B5EF4-FFF2-40B4-BE49-F238E27FC236}">
                <a16:creationId xmlns:a16="http://schemas.microsoft.com/office/drawing/2014/main" id="{DDA0FC65-5187-9868-048F-753747C9A3D4}"/>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CF020681-FA3F-CDF4-4736-BE90574904AF}"/>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4028135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794EB09-8790-825C-E6DF-DC3D220AB23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5C93AC03-5B79-B3CC-937A-E9326AD903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F7F3150F-FF7F-423F-A07D-2196E530A9C6}"/>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5" name="Footer Placeholder 4">
            <a:extLst>
              <a:ext uri="{FF2B5EF4-FFF2-40B4-BE49-F238E27FC236}">
                <a16:creationId xmlns:a16="http://schemas.microsoft.com/office/drawing/2014/main" id="{96228607-03AE-F239-DF0F-DBE38C417CB2}"/>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B32C7311-2AD4-0720-88BE-D53F67274ABF}"/>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10775939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A7985202-DB80-4E38-981B-9E768F0128DE}" type="datetime1">
              <a:rPr lang="en-US" smtClean="0"/>
              <a:t>1/10/2023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a:xfrm>
            <a:off x="118742" y="6356349"/>
            <a:ext cx="52451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37127878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8E3B57FB-8EBA-4CEB-8400-0FBF754C4A89}" type="datetime1">
              <a:rPr lang="en-US" smtClean="0"/>
              <a:t>1/10/2023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3526163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75301EDC-2D95-4B99-9AF2-4D5893ABC0BC}" type="datetime1">
              <a:rPr lang="en-US" smtClean="0"/>
              <a:t>1/10/2023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6819239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1F14362F-197C-4249-AA84-4617F13E7F48}" type="datetime1">
              <a:rPr lang="en-US" smtClean="0"/>
              <a:t>1/10/2023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8935257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E19BA5C4-CF54-4D30-9180-178021B5E650}" type="datetime1">
              <a:rPr lang="en-US" smtClean="0"/>
              <a:t>1/10/2023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0319612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CB2F7353-7CB2-4606-8D3C-3E4241F2083B}" type="datetime1">
              <a:rPr lang="en-US" smtClean="0"/>
              <a:t>1/10/2023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24651269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96488557-CF54-4DD4-8822-DADB10651CD6}" type="datetime1">
              <a:rPr lang="en-US" smtClean="0"/>
              <a:t>1/10/2023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015883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BC2894F6-7FC7-4D68-BFB5-665E8B311222}" type="datetime1">
              <a:rPr lang="en-US" smtClean="0"/>
              <a:t>1/10/2023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5756773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F28AA045-5CA4-4FBE-9355-66D1568E2751}" type="datetime1">
              <a:rPr lang="en-US" smtClean="0"/>
              <a:t>1/10/2023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063256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1CC824F3-A0BB-4870-8991-5445373F853A}" type="datetime1">
              <a:rPr lang="en-US" smtClean="0"/>
              <a:t>1/10/2023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5296887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A5AC562B-2C25-42AD-B919-544C8495CFC2}" type="datetime1">
              <a:rPr lang="en-US" smtClean="0"/>
              <a:t>1/10/2023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80892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119E0E-E3DB-1F61-737B-981CECC0BF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FB3AFFF6-9EFE-E46E-19D4-D1D38810D7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CDF1A037-1FE2-0FE0-A9A3-BE0A04F930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B44584-F39D-4413-B633-8CDC4E3D5AAF}" type="datetimeFigureOut">
              <a:rPr lang="en-PH" smtClean="0"/>
              <a:t>01/10/2023</a:t>
            </a:fld>
            <a:endParaRPr lang="en-PH"/>
          </a:p>
        </p:txBody>
      </p:sp>
      <p:sp>
        <p:nvSpPr>
          <p:cNvPr id="5" name="Footer Placeholder 4">
            <a:extLst>
              <a:ext uri="{FF2B5EF4-FFF2-40B4-BE49-F238E27FC236}">
                <a16:creationId xmlns:a16="http://schemas.microsoft.com/office/drawing/2014/main" id="{EBDD2511-467C-00AC-A741-7BD7B2FD49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a:extLst>
              <a:ext uri="{FF2B5EF4-FFF2-40B4-BE49-F238E27FC236}">
                <a16:creationId xmlns:a16="http://schemas.microsoft.com/office/drawing/2014/main" id="{D3F12802-CEDB-1835-A96E-E43D007F88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2FD21C-FA42-4D69-9558-A07270C73C58}" type="slidenum">
              <a:rPr lang="en-PH" smtClean="0"/>
              <a:t>‹#›</a:t>
            </a:fld>
            <a:endParaRPr lang="en-PH"/>
          </a:p>
        </p:txBody>
      </p:sp>
    </p:spTree>
    <p:extLst>
      <p:ext uri="{BB962C8B-B14F-4D97-AF65-F5344CB8AC3E}">
        <p14:creationId xmlns:p14="http://schemas.microsoft.com/office/powerpoint/2010/main" val="29628247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185160-1BEE-4BE9-B9A7-5775EC054AE2}" type="datetime1">
              <a:rPr lang="en-US" smtClean="0"/>
              <a:t>1/10/2023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24354900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1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7.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17.xml"/><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17.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17.xml"/><Relationship Id="rId5" Type="http://schemas.openxmlformats.org/officeDocument/2006/relationships/image" Target="../media/image21.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1017646" y="2105561"/>
            <a:ext cx="10289512" cy="1323439"/>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0" b="1"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rPr>
              <a:t>Job Completion</a:t>
            </a:r>
            <a:endParaRPr kumimoji="0" lang="en-US" sz="8000" b="0"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rPr>
              <a:t>is where we record job completion from job order.</a:t>
            </a: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ABBC2BCD-CB69-3D41-CA99-ABA789E2578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298866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763D838-9E4D-12CF-E9F8-1336B8923F7A}"/>
              </a:ext>
            </a:extLst>
          </p:cNvPr>
          <p:cNvPicPr>
            <a:picLocks noChangeAspect="1"/>
          </p:cNvPicPr>
          <p:nvPr/>
        </p:nvPicPr>
        <p:blipFill>
          <a:blip r:embed="rId2"/>
          <a:stretch>
            <a:fillRect/>
          </a:stretch>
        </p:blipFill>
        <p:spPr>
          <a:xfrm>
            <a:off x="5446477" y="1785246"/>
            <a:ext cx="6065520" cy="2043430"/>
          </a:xfrm>
          <a:prstGeom prst="rect">
            <a:avLst/>
          </a:prstGeom>
        </p:spPr>
      </p:pic>
      <p:sp>
        <p:nvSpPr>
          <p:cNvPr id="21" name="Text Box 6">
            <a:extLst>
              <a:ext uri="{FF2B5EF4-FFF2-40B4-BE49-F238E27FC236}">
                <a16:creationId xmlns:a16="http://schemas.microsoft.com/office/drawing/2014/main" id="{54861942-378E-F979-6642-00E02D67C1A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C7E240B-5C00-D259-7CC9-8482319B9C8B}"/>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Job Completion</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375033"/>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Main Window</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3"/>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847734"/>
            <a:ext cx="3887062" cy="12717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indent="0" algn="l" defTabSz="914400" rtl="0" eaLnBrk="1" fontAlgn="auto" latinLnBrk="0" hangingPunct="1">
              <a:lnSpc>
                <a:spcPct val="107000"/>
              </a:lnSpc>
              <a:spcBef>
                <a:spcPts val="190"/>
              </a:spcBef>
              <a:spcAft>
                <a:spcPts val="80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Job Completion module under Purchases, Job Completion transactions list will display based on filtered date and status in the job completion main window.</a:t>
            </a:r>
            <a:r>
              <a:rPr kumimoji="0" lang="en-PH" sz="10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7284343" y="4005530"/>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Job Completion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13" name="Group 12">
            <a:extLst>
              <a:ext uri="{FF2B5EF4-FFF2-40B4-BE49-F238E27FC236}">
                <a16:creationId xmlns:a16="http://schemas.microsoft.com/office/drawing/2014/main" id="{2BB2F2EF-C10B-C2E7-92D8-0FC691798FC9}"/>
              </a:ext>
            </a:extLst>
          </p:cNvPr>
          <p:cNvGrpSpPr/>
          <p:nvPr/>
        </p:nvGrpSpPr>
        <p:grpSpPr>
          <a:xfrm>
            <a:off x="5472953" y="3063751"/>
            <a:ext cx="6039044" cy="764925"/>
            <a:chOff x="3182895" y="3520951"/>
            <a:chExt cx="6039044" cy="764925"/>
          </a:xfrm>
        </p:grpSpPr>
        <p:sp>
          <p:nvSpPr>
            <p:cNvPr id="10" name="Rectangle 9">
              <a:extLst>
                <a:ext uri="{FF2B5EF4-FFF2-40B4-BE49-F238E27FC236}">
                  <a16:creationId xmlns:a16="http://schemas.microsoft.com/office/drawing/2014/main" id="{F18004E0-9A1A-AFE4-2288-F4A59C29D523}"/>
                </a:ext>
              </a:extLst>
            </p:cNvPr>
            <p:cNvSpPr/>
            <p:nvPr/>
          </p:nvSpPr>
          <p:spPr>
            <a:xfrm>
              <a:off x="3182895" y="3711976"/>
              <a:ext cx="832729" cy="15652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BC552671-65ED-7E1B-AC75-97C8D36B9BB8}"/>
                </a:ext>
              </a:extLst>
            </p:cNvPr>
            <p:cNvSpPr/>
            <p:nvPr/>
          </p:nvSpPr>
          <p:spPr>
            <a:xfrm>
              <a:off x="4075430" y="3520951"/>
              <a:ext cx="5146509" cy="7649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2" name="Straight Arrow Connector 11">
              <a:extLst>
                <a:ext uri="{FF2B5EF4-FFF2-40B4-BE49-F238E27FC236}">
                  <a16:creationId xmlns:a16="http://schemas.microsoft.com/office/drawing/2014/main" id="{23FA76C3-E2F6-5DC0-0C3F-7CB8267E6B98}"/>
                </a:ext>
              </a:extLst>
            </p:cNvPr>
            <p:cNvCxnSpPr>
              <a:cxnSpLocks/>
            </p:cNvCxnSpPr>
            <p:nvPr/>
          </p:nvCxnSpPr>
          <p:spPr>
            <a:xfrm>
              <a:off x="3758449" y="3868504"/>
              <a:ext cx="316981" cy="789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3" name="Slide Number Placeholder 2">
            <a:extLst>
              <a:ext uri="{FF2B5EF4-FFF2-40B4-BE49-F238E27FC236}">
                <a16:creationId xmlns:a16="http://schemas.microsoft.com/office/drawing/2014/main" id="{8A77B91F-4A8F-0BA6-D9FB-55FDED93696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99654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596630" y="965527"/>
            <a:ext cx="4061299"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Job Completion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3355851"/>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sng"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CREATE USING CREATE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Job Completion – Main Window, you will notice a create button in the upper left of the window. Click the create button and you will be redirect in job completion – main form.</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click the create button a dialog box will pop out with list of supplier. Search and select a supplier.</a:t>
            </a: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79" name="Text Box 27">
            <a:extLst>
              <a:ext uri="{FF2B5EF4-FFF2-40B4-BE49-F238E27FC236}">
                <a16:creationId xmlns:a16="http://schemas.microsoft.com/office/drawing/2014/main" id="{C0041F90-1A0F-8769-2E1A-BA60672B2ED3}"/>
              </a:ext>
            </a:extLst>
          </p:cNvPr>
          <p:cNvSpPr txBox="1"/>
          <p:nvPr/>
        </p:nvSpPr>
        <p:spPr>
          <a:xfrm>
            <a:off x="682618" y="3742983"/>
            <a:ext cx="3902776" cy="1665622"/>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a supplier, you will be redirected in job completion– main form where you will encode the other necessary information of the transaction and record the items’ to be receive from the supplier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8105C49A-5770-7EC0-9CE4-07917B9D64B6}"/>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Job Completion</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49" name="Picture 48">
            <a:extLst>
              <a:ext uri="{FF2B5EF4-FFF2-40B4-BE49-F238E27FC236}">
                <a16:creationId xmlns:a16="http://schemas.microsoft.com/office/drawing/2014/main" id="{693359DA-0E35-C2AE-7680-F17A03960CEF}"/>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Slide Number Placeholder 4">
            <a:extLst>
              <a:ext uri="{FF2B5EF4-FFF2-40B4-BE49-F238E27FC236}">
                <a16:creationId xmlns:a16="http://schemas.microsoft.com/office/drawing/2014/main" id="{B808C4F7-A9F4-2B3C-71DB-3C5305EEF90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17" name="Group 16">
            <a:extLst>
              <a:ext uri="{FF2B5EF4-FFF2-40B4-BE49-F238E27FC236}">
                <a16:creationId xmlns:a16="http://schemas.microsoft.com/office/drawing/2014/main" id="{5B5F43A5-8C4E-812D-8AEC-9F1930857635}"/>
              </a:ext>
            </a:extLst>
          </p:cNvPr>
          <p:cNvGrpSpPr/>
          <p:nvPr/>
        </p:nvGrpSpPr>
        <p:grpSpPr>
          <a:xfrm>
            <a:off x="5374888" y="996497"/>
            <a:ext cx="6308090" cy="889635"/>
            <a:chOff x="5374888" y="996497"/>
            <a:chExt cx="6308090" cy="889635"/>
          </a:xfrm>
        </p:grpSpPr>
        <p:pic>
          <p:nvPicPr>
            <p:cNvPr id="10" name="Picture 9">
              <a:extLst>
                <a:ext uri="{FF2B5EF4-FFF2-40B4-BE49-F238E27FC236}">
                  <a16:creationId xmlns:a16="http://schemas.microsoft.com/office/drawing/2014/main" id="{A7073EBA-E908-B93D-869E-94E34CAA6A8C}"/>
                </a:ext>
              </a:extLst>
            </p:cNvPr>
            <p:cNvPicPr>
              <a:picLocks noChangeAspect="1"/>
            </p:cNvPicPr>
            <p:nvPr/>
          </p:nvPicPr>
          <p:blipFill>
            <a:blip r:embed="rId3"/>
            <a:stretch>
              <a:fillRect/>
            </a:stretch>
          </p:blipFill>
          <p:spPr>
            <a:xfrm>
              <a:off x="5374888" y="996497"/>
              <a:ext cx="6308090" cy="889635"/>
            </a:xfrm>
            <a:prstGeom prst="rect">
              <a:avLst/>
            </a:prstGeom>
          </p:spPr>
        </p:pic>
        <p:grpSp>
          <p:nvGrpSpPr>
            <p:cNvPr id="6" name="Group 2">
              <a:extLst>
                <a:ext uri="{FF2B5EF4-FFF2-40B4-BE49-F238E27FC236}">
                  <a16:creationId xmlns:a16="http://schemas.microsoft.com/office/drawing/2014/main" id="{0AF2944A-8432-DEF6-191A-DE4FAB292C35}"/>
                </a:ext>
              </a:extLst>
            </p:cNvPr>
            <p:cNvGrpSpPr>
              <a:grpSpLocks/>
            </p:cNvGrpSpPr>
            <p:nvPr/>
          </p:nvGrpSpPr>
          <p:grpSpPr bwMode="auto">
            <a:xfrm>
              <a:off x="5421990" y="1215695"/>
              <a:ext cx="1209675" cy="276225"/>
              <a:chOff x="0" y="0"/>
              <a:chExt cx="12096" cy="2762"/>
            </a:xfrm>
          </p:grpSpPr>
          <p:sp>
            <p:nvSpPr>
              <p:cNvPr id="7" name="Rectangle 1194">
                <a:extLst>
                  <a:ext uri="{FF2B5EF4-FFF2-40B4-BE49-F238E27FC236}">
                    <a16:creationId xmlns:a16="http://schemas.microsoft.com/office/drawing/2014/main" id="{93E51D5D-5A79-34AE-1C8C-D896EA966026}"/>
                  </a:ext>
                </a:extLst>
              </p:cNvPr>
              <p:cNvSpPr>
                <a:spLocks noChangeArrowheads="1"/>
              </p:cNvSpPr>
              <p:nvPr/>
            </p:nvSpPr>
            <p:spPr bwMode="auto">
              <a:xfrm>
                <a:off x="0" y="0"/>
                <a:ext cx="8001" cy="2256"/>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1195" name="Straight Arrow Connector 1195">
                <a:extLst>
                  <a:ext uri="{FF2B5EF4-FFF2-40B4-BE49-F238E27FC236}">
                    <a16:creationId xmlns:a16="http://schemas.microsoft.com/office/drawing/2014/main" id="{42473223-4EAB-2CBF-3E8D-CA07275EA15F}"/>
                  </a:ext>
                </a:extLst>
              </p:cNvPr>
              <p:cNvCxnSpPr>
                <a:cxnSpLocks noChangeShapeType="1"/>
              </p:cNvCxnSpPr>
              <p:nvPr/>
            </p:nvCxnSpPr>
            <p:spPr bwMode="auto">
              <a:xfrm>
                <a:off x="8001" y="1333"/>
                <a:ext cx="2000" cy="9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cxnSp>
          <p:sp>
            <p:nvSpPr>
              <p:cNvPr id="8" name="Text Box 1196">
                <a:extLst>
                  <a:ext uri="{FF2B5EF4-FFF2-40B4-BE49-F238E27FC236}">
                    <a16:creationId xmlns:a16="http://schemas.microsoft.com/office/drawing/2014/main" id="{0EF9F7F5-7FD2-DAAA-CD56-50FDF71CF381}"/>
                  </a:ext>
                </a:extLst>
              </p:cNvPr>
              <p:cNvSpPr txBox="1">
                <a:spLocks noChangeArrowheads="1"/>
              </p:cNvSpPr>
              <p:nvPr/>
            </p:nvSpPr>
            <p:spPr bwMode="auto">
              <a:xfrm>
                <a:off x="10096" y="285"/>
                <a:ext cx="2000" cy="2477"/>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1</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pSp>
      <p:grpSp>
        <p:nvGrpSpPr>
          <p:cNvPr id="14" name="Group 13">
            <a:extLst>
              <a:ext uri="{FF2B5EF4-FFF2-40B4-BE49-F238E27FC236}">
                <a16:creationId xmlns:a16="http://schemas.microsoft.com/office/drawing/2014/main" id="{3504FEC0-77EF-DD44-63AD-4A4CE42F621B}"/>
              </a:ext>
            </a:extLst>
          </p:cNvPr>
          <p:cNvGrpSpPr/>
          <p:nvPr/>
        </p:nvGrpSpPr>
        <p:grpSpPr>
          <a:xfrm>
            <a:off x="5374888" y="2518134"/>
            <a:ext cx="6101080" cy="2621280"/>
            <a:chOff x="5374888" y="2518134"/>
            <a:chExt cx="6101080" cy="2621280"/>
          </a:xfrm>
        </p:grpSpPr>
        <p:pic>
          <p:nvPicPr>
            <p:cNvPr id="13" name="Picture 12">
              <a:extLst>
                <a:ext uri="{FF2B5EF4-FFF2-40B4-BE49-F238E27FC236}">
                  <a16:creationId xmlns:a16="http://schemas.microsoft.com/office/drawing/2014/main" id="{D47DB6BF-C70F-5CF0-927A-C99A0E76A399}"/>
                </a:ext>
              </a:extLst>
            </p:cNvPr>
            <p:cNvPicPr>
              <a:picLocks noChangeAspect="1"/>
            </p:cNvPicPr>
            <p:nvPr/>
          </p:nvPicPr>
          <p:blipFill>
            <a:blip r:embed="rId4"/>
            <a:stretch>
              <a:fillRect/>
            </a:stretch>
          </p:blipFill>
          <p:spPr bwMode="auto">
            <a:xfrm>
              <a:off x="5374888" y="2518134"/>
              <a:ext cx="6101080" cy="2621280"/>
            </a:xfrm>
            <a:prstGeom prst="rect">
              <a:avLst/>
            </a:prstGeom>
            <a:noFill/>
            <a:ln w="9525">
              <a:noFill/>
              <a:miter lim="800000"/>
              <a:headEnd/>
              <a:tailEnd/>
            </a:ln>
          </p:spPr>
        </p:pic>
        <p:pic>
          <p:nvPicPr>
            <p:cNvPr id="11" name="Picture 10">
              <a:extLst>
                <a:ext uri="{FF2B5EF4-FFF2-40B4-BE49-F238E27FC236}">
                  <a16:creationId xmlns:a16="http://schemas.microsoft.com/office/drawing/2014/main" id="{FF150D3E-0BF7-9D98-FA1A-04C5E1FC527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22065" y="3082212"/>
              <a:ext cx="5447619" cy="523810"/>
            </a:xfrm>
            <a:prstGeom prst="rect">
              <a:avLst/>
            </a:prstGeom>
          </p:spPr>
        </p:pic>
        <p:sp>
          <p:nvSpPr>
            <p:cNvPr id="16" name="Text Box 6">
              <a:extLst>
                <a:ext uri="{FF2B5EF4-FFF2-40B4-BE49-F238E27FC236}">
                  <a16:creationId xmlns:a16="http://schemas.microsoft.com/office/drawing/2014/main" id="{61339206-2295-99F7-E613-C849BC9E3709}"/>
                </a:ext>
              </a:extLst>
            </p:cNvPr>
            <p:cNvSpPr txBox="1">
              <a:spLocks noChangeArrowheads="1"/>
            </p:cNvSpPr>
            <p:nvPr/>
          </p:nvSpPr>
          <p:spPr bwMode="auto">
            <a:xfrm>
              <a:off x="7065729" y="3828774"/>
              <a:ext cx="2420016" cy="625124"/>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268288" marR="0" lvl="0" indent="-176213" algn="l" defTabSz="914400" rtl="0" eaLnBrk="0" fontAlgn="base" latinLnBrk="0" hangingPunct="0">
                <a:lnSpc>
                  <a:spcPct val="100000"/>
                </a:lnSpc>
                <a:spcBef>
                  <a:spcPts val="0"/>
                </a:spcBef>
                <a:spcAft>
                  <a:spcPts val="0"/>
                </a:spcAft>
                <a:buClrTx/>
                <a:buSzTx/>
                <a:buFontTx/>
                <a:buNone/>
                <a:tabLst/>
                <a:defRPr/>
              </a:pPr>
              <a:r>
                <a:rPr kumimoji="0" lang="en-PH" altLang="en-US" sz="1000" b="0" i="1" u="none" strike="noStrike" kern="1200" cap="none" spc="0" normalizeH="0" baseline="0" noProof="0" dirty="0">
                  <a:ln>
                    <a:noFill/>
                  </a:ln>
                  <a:solidFill>
                    <a:srgbClr val="4F6128"/>
                  </a:solidFill>
                  <a:effectLst/>
                  <a:uLnTx/>
                  <a:uFillTx/>
                  <a:latin typeface="Calibri" panose="020F0502020204030204"/>
                  <a:ea typeface="+mn-ea"/>
                  <a:cs typeface="+mn-cs"/>
                </a:rPr>
                <a:t>How to search supplier?</a:t>
              </a:r>
            </a:p>
            <a:p>
              <a:pPr marL="360363" marR="0" lvl="0" indent="-176213"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Type the supplier name in the search bar.</a:t>
              </a:r>
            </a:p>
            <a:p>
              <a:pPr marL="360363" marR="0" lvl="0" indent="-176213"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And it will automatically sort out.</a:t>
              </a:r>
            </a:p>
            <a:p>
              <a:pPr marL="360363" marR="0" lvl="0" indent="-176213" algn="l" defTabSz="914400" rtl="0" eaLnBrk="0" fontAlgn="base" latinLnBrk="0" hangingPunct="0">
                <a:lnSpc>
                  <a:spcPct val="100000"/>
                </a:lnSpc>
                <a:spcBef>
                  <a:spcPts val="0"/>
                </a:spcBef>
                <a:spcAft>
                  <a:spcPts val="0"/>
                </a:spcAft>
                <a:buClrTx/>
                <a:buSzTx/>
                <a:buFontTx/>
                <a:buAutoNum type="arabicPeriod"/>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Then click the selected supplier.</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98331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FB55BA6-6846-5160-60B6-9A25B07034BA}"/>
              </a:ext>
            </a:extLst>
          </p:cNvPr>
          <p:cNvPicPr>
            <a:picLocks noChangeAspect="1"/>
          </p:cNvPicPr>
          <p:nvPr/>
        </p:nvPicPr>
        <p:blipFill>
          <a:blip r:embed="rId2"/>
          <a:stretch>
            <a:fillRect/>
          </a:stretch>
        </p:blipFill>
        <p:spPr>
          <a:xfrm>
            <a:off x="5374888" y="1343906"/>
            <a:ext cx="6112510" cy="3404235"/>
          </a:xfrm>
          <a:prstGeom prst="rect">
            <a:avLst/>
          </a:prstGeom>
        </p:spPr>
      </p:pic>
      <p:sp>
        <p:nvSpPr>
          <p:cNvPr id="8" name="Rectangle 2">
            <a:extLst>
              <a:ext uri="{FF2B5EF4-FFF2-40B4-BE49-F238E27FC236}">
                <a16:creationId xmlns:a16="http://schemas.microsoft.com/office/drawing/2014/main" id="{BBAE3652-7861-A585-85B0-A49B06AB4572}"/>
              </a:ext>
            </a:extLst>
          </p:cNvPr>
          <p:cNvSpPr>
            <a:spLocks noChangeArrowheads="1"/>
          </p:cNvSpPr>
          <p:nvPr/>
        </p:nvSpPr>
        <p:spPr bwMode="auto">
          <a:xfrm>
            <a:off x="5442674" y="4031821"/>
            <a:ext cx="5976938" cy="671513"/>
          </a:xfrm>
          <a:prstGeom prst="rect">
            <a:avLst/>
          </a:prstGeom>
          <a:noFill/>
          <a:ln w="19050">
            <a:solidFill>
              <a:srgbClr val="4472C4"/>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498198" y="1343906"/>
            <a:ext cx="4670747" cy="2653713"/>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Fill in other necessary information.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done in header, click save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After saving the header, you may now add the job completion.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Job Order: </a:t>
            </a:r>
            <a:r>
              <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Click Job Order button to select JO that has been completed.</a:t>
            </a: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CE858103-6840-CA4B-2419-073707E03DC9}"/>
              </a:ext>
            </a:extLst>
          </p:cNvPr>
          <p:cNvSpPr txBox="1"/>
          <p:nvPr/>
        </p:nvSpPr>
        <p:spPr>
          <a:xfrm>
            <a:off x="1147865" y="636020"/>
            <a:ext cx="4227024"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Job Completion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Box 11">
            <a:extLst>
              <a:ext uri="{FF2B5EF4-FFF2-40B4-BE49-F238E27FC236}">
                <a16:creationId xmlns:a16="http://schemas.microsoft.com/office/drawing/2014/main" id="{CCF62645-F5FB-FDF7-E9C2-22E94170784A}"/>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Job Completion</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40" name="Picture 39">
            <a:extLst>
              <a:ext uri="{FF2B5EF4-FFF2-40B4-BE49-F238E27FC236}">
                <a16:creationId xmlns:a16="http://schemas.microsoft.com/office/drawing/2014/main" id="{C0AFF49D-D8A3-F527-3349-5704904F9D17}"/>
              </a:ext>
            </a:extLst>
          </p:cNvPr>
          <p:cNvPicPr>
            <a:picLocks noChangeAspect="1"/>
          </p:cNvPicPr>
          <p:nvPr/>
        </p:nvPicPr>
        <p:blipFill>
          <a:blip r:embed="rId3"/>
          <a:stretch>
            <a:fillRect/>
          </a:stretch>
        </p:blipFill>
        <p:spPr>
          <a:xfrm>
            <a:off x="10780479" y="6391410"/>
            <a:ext cx="1047454" cy="267619"/>
          </a:xfrm>
          <a:prstGeom prst="rect">
            <a:avLst/>
          </a:prstGeom>
          <a:effectLst/>
        </p:spPr>
      </p:pic>
      <p:sp>
        <p:nvSpPr>
          <p:cNvPr id="6" name="Slide Number Placeholder 5">
            <a:extLst>
              <a:ext uri="{FF2B5EF4-FFF2-40B4-BE49-F238E27FC236}">
                <a16:creationId xmlns:a16="http://schemas.microsoft.com/office/drawing/2014/main" id="{60A31C5F-1004-D402-4B32-6B0522C6372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1" name="Text Box 2">
            <a:extLst>
              <a:ext uri="{FF2B5EF4-FFF2-40B4-BE49-F238E27FC236}">
                <a16:creationId xmlns:a16="http://schemas.microsoft.com/office/drawing/2014/main" id="{B8C27943-22E0-E373-1502-5072E087777C}"/>
              </a:ext>
            </a:extLst>
          </p:cNvPr>
          <p:cNvSpPr txBox="1">
            <a:spLocks noChangeArrowheads="1"/>
          </p:cNvSpPr>
          <p:nvPr/>
        </p:nvSpPr>
        <p:spPr bwMode="auto">
          <a:xfrm>
            <a:off x="5374888" y="3711869"/>
            <a:ext cx="787400"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Stock</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pic>
        <p:nvPicPr>
          <p:cNvPr id="29" name="Picture 28">
            <a:extLst>
              <a:ext uri="{FF2B5EF4-FFF2-40B4-BE49-F238E27FC236}">
                <a16:creationId xmlns:a16="http://schemas.microsoft.com/office/drawing/2014/main" id="{AAA130EC-53EC-D4AB-B255-80A4EF4246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86476" y="1539270"/>
            <a:ext cx="809524" cy="314286"/>
          </a:xfrm>
          <a:prstGeom prst="rect">
            <a:avLst/>
          </a:prstGeom>
        </p:spPr>
      </p:pic>
      <p:pic>
        <p:nvPicPr>
          <p:cNvPr id="31" name="Picture 30">
            <a:extLst>
              <a:ext uri="{FF2B5EF4-FFF2-40B4-BE49-F238E27FC236}">
                <a16:creationId xmlns:a16="http://schemas.microsoft.com/office/drawing/2014/main" id="{BDF7B3E7-4383-979C-E759-938A52A25B1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23649" y="1696413"/>
            <a:ext cx="1104762" cy="314286"/>
          </a:xfrm>
          <a:prstGeom prst="rect">
            <a:avLst/>
          </a:prstGeom>
        </p:spPr>
      </p:pic>
      <p:sp>
        <p:nvSpPr>
          <p:cNvPr id="32" name="Text Box 3">
            <a:extLst>
              <a:ext uri="{FF2B5EF4-FFF2-40B4-BE49-F238E27FC236}">
                <a16:creationId xmlns:a16="http://schemas.microsoft.com/office/drawing/2014/main" id="{5B82716B-A1DD-AB34-6F7E-1CAE858D36C2}"/>
              </a:ext>
            </a:extLst>
          </p:cNvPr>
          <p:cNvSpPr txBox="1">
            <a:spLocks noChangeArrowheads="1"/>
          </p:cNvSpPr>
          <p:nvPr/>
        </p:nvSpPr>
        <p:spPr bwMode="auto">
          <a:xfrm>
            <a:off x="10224726" y="3015264"/>
            <a:ext cx="960437"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4.1</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3" name="Rectangle 32">
            <a:extLst>
              <a:ext uri="{FF2B5EF4-FFF2-40B4-BE49-F238E27FC236}">
                <a16:creationId xmlns:a16="http://schemas.microsoft.com/office/drawing/2014/main" id="{10106960-F335-FCE2-C328-6D2CB026B237}"/>
              </a:ext>
            </a:extLst>
          </p:cNvPr>
          <p:cNvSpPr/>
          <p:nvPr/>
        </p:nvSpPr>
        <p:spPr>
          <a:xfrm>
            <a:off x="9843957" y="3475962"/>
            <a:ext cx="380770" cy="21892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5" name="Picture 34">
            <a:extLst>
              <a:ext uri="{FF2B5EF4-FFF2-40B4-BE49-F238E27FC236}">
                <a16:creationId xmlns:a16="http://schemas.microsoft.com/office/drawing/2014/main" id="{C32CA8A5-D524-3DF5-4C95-16B30610E29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86631" y="3704672"/>
            <a:ext cx="476190" cy="409524"/>
          </a:xfrm>
          <a:prstGeom prst="rect">
            <a:avLst/>
          </a:prstGeom>
        </p:spPr>
      </p:pic>
      <p:sp>
        <p:nvSpPr>
          <p:cNvPr id="9" name="Rectangle 3">
            <a:extLst>
              <a:ext uri="{FF2B5EF4-FFF2-40B4-BE49-F238E27FC236}">
                <a16:creationId xmlns:a16="http://schemas.microsoft.com/office/drawing/2014/main" id="{04C4B4D8-F468-6FC8-B563-14A5A9764E47}"/>
              </a:ext>
            </a:extLst>
          </p:cNvPr>
          <p:cNvSpPr>
            <a:spLocks noChangeArrowheads="1"/>
          </p:cNvSpPr>
          <p:nvPr/>
        </p:nvSpPr>
        <p:spPr bwMode="auto">
          <a:xfrm>
            <a:off x="5395948" y="2063494"/>
            <a:ext cx="6097588" cy="1262063"/>
          </a:xfrm>
          <a:prstGeom prst="rect">
            <a:avLst/>
          </a:prstGeom>
          <a:noFill/>
          <a:ln w="19050">
            <a:solidFill>
              <a:srgbClr val="4472C4"/>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695885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B97330E4-F8C5-3502-DDDA-96C7353EE6C7}"/>
              </a:ext>
            </a:extLst>
          </p:cNvPr>
          <p:cNvPicPr>
            <a:picLocks noChangeAspect="1"/>
          </p:cNvPicPr>
          <p:nvPr/>
        </p:nvPicPr>
        <p:blipFill>
          <a:blip r:embed="rId2"/>
          <a:stretch>
            <a:fillRect/>
          </a:stretch>
        </p:blipFill>
        <p:spPr bwMode="auto">
          <a:xfrm>
            <a:off x="6430498" y="2991695"/>
            <a:ext cx="4187190" cy="2541270"/>
          </a:xfrm>
          <a:prstGeom prst="rect">
            <a:avLst/>
          </a:prstGeom>
          <a:noFill/>
          <a:ln w="9525">
            <a:noFill/>
            <a:miter lim="800000"/>
            <a:headEnd/>
            <a:tailEnd/>
          </a:ln>
        </p:spPr>
      </p:pic>
      <p:pic>
        <p:nvPicPr>
          <p:cNvPr id="7" name="Picture 6">
            <a:extLst>
              <a:ext uri="{FF2B5EF4-FFF2-40B4-BE49-F238E27FC236}">
                <a16:creationId xmlns:a16="http://schemas.microsoft.com/office/drawing/2014/main" id="{7D5B04A6-6CA8-4E5D-8623-473137F7A1D1}"/>
              </a:ext>
            </a:extLst>
          </p:cNvPr>
          <p:cNvPicPr>
            <a:picLocks noChangeAspect="1"/>
          </p:cNvPicPr>
          <p:nvPr/>
        </p:nvPicPr>
        <p:blipFill>
          <a:blip r:embed="rId3"/>
          <a:stretch>
            <a:fillRect/>
          </a:stretch>
        </p:blipFill>
        <p:spPr>
          <a:xfrm>
            <a:off x="5683885" y="1047034"/>
            <a:ext cx="5598160" cy="1166495"/>
          </a:xfrm>
          <a:prstGeom prst="rect">
            <a:avLst/>
          </a:prstGeom>
        </p:spPr>
      </p:pic>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727624" y="1729810"/>
            <a:ext cx="4161164" cy="2882822"/>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sng"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CREATE USING PICK JO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Job Completion– Main Window, you will notice a Pick JO button in the upper left of the window. Click the button and a confirmation message will pop out. Click OK to proceed.</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t>
            </a:r>
            <a:r>
              <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After you proceed to pick JO, search and select the job order transaction you want to create a job completion.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a:t>
            </a:r>
            <a:r>
              <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After you select the JO transaction, you will be redirect in job completion – main form where details from selected JO transaction are copied from header to details of items.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CE858103-6840-CA4B-2419-073707E03DC9}"/>
              </a:ext>
            </a:extLst>
          </p:cNvPr>
          <p:cNvSpPr txBox="1"/>
          <p:nvPr/>
        </p:nvSpPr>
        <p:spPr>
          <a:xfrm>
            <a:off x="758757" y="644898"/>
            <a:ext cx="4616131"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Job Completion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Box 11">
            <a:extLst>
              <a:ext uri="{FF2B5EF4-FFF2-40B4-BE49-F238E27FC236}">
                <a16:creationId xmlns:a16="http://schemas.microsoft.com/office/drawing/2014/main" id="{CCF62645-F5FB-FDF7-E9C2-22E94170784A}"/>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Job Completion</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6" name="Slide Number Placeholder 5">
            <a:extLst>
              <a:ext uri="{FF2B5EF4-FFF2-40B4-BE49-F238E27FC236}">
                <a16:creationId xmlns:a16="http://schemas.microsoft.com/office/drawing/2014/main" id="{D11E27FB-06F5-E849-BB3F-91C60ECF035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11" name="Group 10">
            <a:extLst>
              <a:ext uri="{FF2B5EF4-FFF2-40B4-BE49-F238E27FC236}">
                <a16:creationId xmlns:a16="http://schemas.microsoft.com/office/drawing/2014/main" id="{7E05F203-733F-06DE-3070-443857CC1EFC}"/>
              </a:ext>
            </a:extLst>
          </p:cNvPr>
          <p:cNvGrpSpPr/>
          <p:nvPr/>
        </p:nvGrpSpPr>
        <p:grpSpPr>
          <a:xfrm>
            <a:off x="5625090" y="1425048"/>
            <a:ext cx="1282370" cy="740097"/>
            <a:chOff x="5625090" y="1558657"/>
            <a:chExt cx="1282370" cy="740097"/>
          </a:xfrm>
        </p:grpSpPr>
        <p:pic>
          <p:nvPicPr>
            <p:cNvPr id="8" name="Picture 7">
              <a:extLst>
                <a:ext uri="{FF2B5EF4-FFF2-40B4-BE49-F238E27FC236}">
                  <a16:creationId xmlns:a16="http://schemas.microsoft.com/office/drawing/2014/main" id="{2A499E96-EFA6-F23A-636A-C44E614B49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59841" y="1558657"/>
              <a:ext cx="1247619" cy="304762"/>
            </a:xfrm>
            <a:prstGeom prst="rect">
              <a:avLst/>
            </a:prstGeom>
          </p:spPr>
        </p:pic>
        <p:sp>
          <p:nvSpPr>
            <p:cNvPr id="9" name="AutoShape 2">
              <a:extLst>
                <a:ext uri="{FF2B5EF4-FFF2-40B4-BE49-F238E27FC236}">
                  <a16:creationId xmlns:a16="http://schemas.microsoft.com/office/drawing/2014/main" id="{9B875B7C-4ADD-BA8E-8E35-FD58E0BA0E67}"/>
                </a:ext>
              </a:extLst>
            </p:cNvPr>
            <p:cNvSpPr>
              <a:spLocks noChangeArrowheads="1"/>
            </p:cNvSpPr>
            <p:nvPr/>
          </p:nvSpPr>
          <p:spPr bwMode="auto">
            <a:xfrm rot="-1380156">
              <a:off x="5625090" y="1860604"/>
              <a:ext cx="325437" cy="438150"/>
            </a:xfrm>
            <a:prstGeom prst="curvedRightArrow">
              <a:avLst>
                <a:gd name="adj1" fmla="val 26927"/>
                <a:gd name="adj2" fmla="val 53854"/>
                <a:gd name="adj3" fmla="val 33333"/>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8" name="Rectangle 3">
            <a:extLst>
              <a:ext uri="{FF2B5EF4-FFF2-40B4-BE49-F238E27FC236}">
                <a16:creationId xmlns:a16="http://schemas.microsoft.com/office/drawing/2014/main" id="{5E41B357-465E-D625-7DBA-FDC98C44C44B}"/>
              </a:ext>
            </a:extLst>
          </p:cNvPr>
          <p:cNvSpPr>
            <a:spLocks noChangeArrowheads="1"/>
          </p:cNvSpPr>
          <p:nvPr/>
        </p:nvSpPr>
        <p:spPr bwMode="auto">
          <a:xfrm>
            <a:off x="6553977" y="3330946"/>
            <a:ext cx="4063711" cy="33655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4100" name="AutoShape 4">
            <a:extLst>
              <a:ext uri="{FF2B5EF4-FFF2-40B4-BE49-F238E27FC236}">
                <a16:creationId xmlns:a16="http://schemas.microsoft.com/office/drawing/2014/main" id="{AEE348C3-6286-7BA3-9AC8-1D4582596B1C}"/>
              </a:ext>
            </a:extLst>
          </p:cNvPr>
          <p:cNvCxnSpPr>
            <a:cxnSpLocks noChangeShapeType="1"/>
          </p:cNvCxnSpPr>
          <p:nvPr/>
        </p:nvCxnSpPr>
        <p:spPr bwMode="auto">
          <a:xfrm flipV="1">
            <a:off x="10558836" y="3330946"/>
            <a:ext cx="215900" cy="131762"/>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30" name="Text Box 7">
            <a:extLst>
              <a:ext uri="{FF2B5EF4-FFF2-40B4-BE49-F238E27FC236}">
                <a16:creationId xmlns:a16="http://schemas.microsoft.com/office/drawing/2014/main" id="{B5BBF8ED-1CE3-B6CE-18FB-B046FA7A1288}"/>
              </a:ext>
            </a:extLst>
          </p:cNvPr>
          <p:cNvSpPr txBox="1">
            <a:spLocks noChangeArrowheads="1"/>
          </p:cNvSpPr>
          <p:nvPr/>
        </p:nvSpPr>
        <p:spPr bwMode="auto">
          <a:xfrm>
            <a:off x="10805795" y="3188071"/>
            <a:ext cx="476250"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2</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8" name="Text Box 8">
            <a:extLst>
              <a:ext uri="{FF2B5EF4-FFF2-40B4-BE49-F238E27FC236}">
                <a16:creationId xmlns:a16="http://schemas.microsoft.com/office/drawing/2014/main" id="{4A6F47AF-E713-1905-0048-D06822AD4823}"/>
              </a:ext>
            </a:extLst>
          </p:cNvPr>
          <p:cNvSpPr txBox="1">
            <a:spLocks noChangeArrowheads="1"/>
          </p:cNvSpPr>
          <p:nvPr/>
        </p:nvSpPr>
        <p:spPr bwMode="auto">
          <a:xfrm>
            <a:off x="6616048" y="4036839"/>
            <a:ext cx="3497770" cy="830726"/>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176213" marR="0" lvl="0" indent="-92075" algn="l" defTabSz="914400" rtl="0" eaLnBrk="0" fontAlgn="base" latinLnBrk="0" hangingPunct="0">
              <a:lnSpc>
                <a:spcPct val="100000"/>
              </a:lnSpc>
              <a:spcBef>
                <a:spcPts val="438"/>
              </a:spcBef>
              <a:spcAft>
                <a:spcPts val="800"/>
              </a:spcAft>
              <a:buClrTx/>
              <a:buSzTx/>
              <a:buFontTx/>
              <a:buNone/>
              <a:tabLst/>
              <a:defRPr/>
            </a:pPr>
            <a:r>
              <a:rPr kumimoji="0" lang="en-PH" altLang="en-US" sz="1000" b="0" i="1" u="none" strike="noStrike" kern="1200" cap="none" spc="0" normalizeH="0" baseline="0" noProof="0" dirty="0">
                <a:ln>
                  <a:noFill/>
                </a:ln>
                <a:solidFill>
                  <a:srgbClr val="4F6128"/>
                </a:solidFill>
                <a:effectLst/>
                <a:uLnTx/>
                <a:uFillTx/>
                <a:latin typeface="Calibri" panose="020F0502020204030204"/>
                <a:ea typeface="+mn-ea"/>
                <a:cs typeface="+mn-cs"/>
              </a:rPr>
              <a:t>How to search Job Order transaction?</a:t>
            </a:r>
            <a:endParaRPr kumimoji="0" lang="en-PH" altLang="en-US" sz="1000" b="0" i="1" u="none" strike="noStrike" kern="1200" cap="none" spc="0" normalizeH="0" baseline="0" noProof="0" dirty="0">
              <a:ln>
                <a:noFill/>
              </a:ln>
              <a:solidFill>
                <a:prstClr val="black"/>
              </a:solidFill>
              <a:effectLst/>
              <a:uLnTx/>
              <a:uFillTx/>
              <a:latin typeface="Calibri" panose="020F0502020204030204"/>
              <a:ea typeface="+mn-ea"/>
              <a:cs typeface="+mn-cs"/>
            </a:endParaRPr>
          </a:p>
          <a:p>
            <a:pPr marL="360363" marR="0" lvl="1" indent="-92075" algn="l" defTabSz="914400" rtl="0" eaLnBrk="0" fontAlgn="base" latinLnBrk="0" hangingPunct="0">
              <a:lnSpc>
                <a:spcPct val="100000"/>
              </a:lnSpc>
              <a:spcBef>
                <a:spcPct val="0"/>
              </a:spcBef>
              <a:spcAft>
                <a:spcPct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Type the transaction number in the search bar.</a:t>
            </a:r>
          </a:p>
          <a:p>
            <a:pPr marL="360363" marR="0" lvl="1" indent="-92075" algn="l" defTabSz="914400" rtl="0" eaLnBrk="0" fontAlgn="base" latinLnBrk="0" hangingPunct="0">
              <a:lnSpc>
                <a:spcPct val="100000"/>
              </a:lnSpc>
              <a:spcBef>
                <a:spcPct val="0"/>
              </a:spcBef>
              <a:spcAft>
                <a:spcPct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And it will automatically sort out.</a:t>
            </a:r>
          </a:p>
          <a:p>
            <a:pPr marL="360363" marR="0" lvl="1" indent="-92075" algn="l" defTabSz="914400" rtl="0" eaLnBrk="0" fontAlgn="base" latinLnBrk="0" hangingPunct="0">
              <a:lnSpc>
                <a:spcPct val="100000"/>
              </a:lnSpc>
              <a:spcBef>
                <a:spcPct val="0"/>
              </a:spcBef>
              <a:spcAft>
                <a:spcPct val="0"/>
              </a:spcAft>
              <a:buClrTx/>
              <a:buSzTx/>
              <a:buFontTx/>
              <a:buAutoNum type="arabicPeriod"/>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Then click the selected JO transaction.</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4" name="Picture 13">
            <a:extLst>
              <a:ext uri="{FF2B5EF4-FFF2-40B4-BE49-F238E27FC236}">
                <a16:creationId xmlns:a16="http://schemas.microsoft.com/office/drawing/2014/main" id="{5B0BE4D5-71E5-486A-EC0F-C47DC6B4BF96}"/>
              </a:ext>
            </a:extLst>
          </p:cNvPr>
          <p:cNvPicPr>
            <a:picLocks noChangeAspect="1"/>
          </p:cNvPicPr>
          <p:nvPr/>
        </p:nvPicPr>
        <p:blipFill>
          <a:blip r:embed="rId5"/>
          <a:stretch>
            <a:fillRect/>
          </a:stretch>
        </p:blipFill>
        <p:spPr bwMode="auto">
          <a:xfrm>
            <a:off x="6010246" y="1825200"/>
            <a:ext cx="2259965" cy="57721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45054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474174" y="2216009"/>
            <a:ext cx="4179346" cy="1927655"/>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hivo Light" panose="020B0303030202020804"/>
                <a:ea typeface="Calibri" panose="020F0502020204030204" pitchFamily="34" charset="0"/>
                <a:cs typeface="Times New Roman" panose="02020603050405020304" pitchFamily="18" charset="0"/>
              </a:rPr>
              <a:t>If done, finalize the transaction by click the arrow button to maximize the main form header.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hivo Light" panose="020B0303030202020804"/>
                <a:ea typeface="Calibri" panose="020F0502020204030204" pitchFamily="34" charset="0"/>
                <a:cs typeface="Times New Roman" panose="02020603050405020304" pitchFamily="18" charset="0"/>
              </a:rPr>
              <a:t>In header, click post button.</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CE858103-6840-CA4B-2419-073707E03DC9}"/>
              </a:ext>
            </a:extLst>
          </p:cNvPr>
          <p:cNvSpPr txBox="1"/>
          <p:nvPr/>
        </p:nvSpPr>
        <p:spPr>
          <a:xfrm>
            <a:off x="901431" y="636020"/>
            <a:ext cx="4473458"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Job Completion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Box 11">
            <a:extLst>
              <a:ext uri="{FF2B5EF4-FFF2-40B4-BE49-F238E27FC236}">
                <a16:creationId xmlns:a16="http://schemas.microsoft.com/office/drawing/2014/main" id="{CCF62645-F5FB-FDF7-E9C2-22E94170784A}"/>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Job Completion</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62" name="Picture 61">
            <a:extLst>
              <a:ext uri="{FF2B5EF4-FFF2-40B4-BE49-F238E27FC236}">
                <a16:creationId xmlns:a16="http://schemas.microsoft.com/office/drawing/2014/main" id="{72D1975D-1298-16DF-574C-1D3E6A6E0E07}"/>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2" name="Slide Number Placeholder 21">
            <a:extLst>
              <a:ext uri="{FF2B5EF4-FFF2-40B4-BE49-F238E27FC236}">
                <a16:creationId xmlns:a16="http://schemas.microsoft.com/office/drawing/2014/main" id="{4953F828-13D1-C646-F75F-2377817E824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8" name="Group 7">
            <a:extLst>
              <a:ext uri="{FF2B5EF4-FFF2-40B4-BE49-F238E27FC236}">
                <a16:creationId xmlns:a16="http://schemas.microsoft.com/office/drawing/2014/main" id="{703DDD92-97FA-C0C6-7494-F6F4EC2015A6}"/>
              </a:ext>
            </a:extLst>
          </p:cNvPr>
          <p:cNvGrpSpPr/>
          <p:nvPr/>
        </p:nvGrpSpPr>
        <p:grpSpPr>
          <a:xfrm>
            <a:off x="5494049" y="1691929"/>
            <a:ext cx="6530611" cy="2616546"/>
            <a:chOff x="5494049" y="1691929"/>
            <a:chExt cx="6530611" cy="2616546"/>
          </a:xfrm>
        </p:grpSpPr>
        <p:pic>
          <p:nvPicPr>
            <p:cNvPr id="2" name="Picture 1">
              <a:extLst>
                <a:ext uri="{FF2B5EF4-FFF2-40B4-BE49-F238E27FC236}">
                  <a16:creationId xmlns:a16="http://schemas.microsoft.com/office/drawing/2014/main" id="{E363E11B-4AC2-2502-98C2-45D53EF636A3}"/>
                </a:ext>
              </a:extLst>
            </p:cNvPr>
            <p:cNvPicPr>
              <a:picLocks noChangeAspect="1"/>
            </p:cNvPicPr>
            <p:nvPr/>
          </p:nvPicPr>
          <p:blipFill>
            <a:blip r:embed="rId3"/>
            <a:stretch>
              <a:fillRect/>
            </a:stretch>
          </p:blipFill>
          <p:spPr>
            <a:xfrm>
              <a:off x="5494049" y="1691929"/>
              <a:ext cx="5937250" cy="2451735"/>
            </a:xfrm>
            <a:prstGeom prst="rect">
              <a:avLst/>
            </a:prstGeom>
          </p:spPr>
        </p:pic>
        <p:pic>
          <p:nvPicPr>
            <p:cNvPr id="6" name="Picture 5">
              <a:extLst>
                <a:ext uri="{FF2B5EF4-FFF2-40B4-BE49-F238E27FC236}">
                  <a16:creationId xmlns:a16="http://schemas.microsoft.com/office/drawing/2014/main" id="{937B5B18-A0F4-C726-0CB2-2732636C006E}"/>
                </a:ext>
              </a:extLst>
            </p:cNvPr>
            <p:cNvPicPr>
              <a:picLocks noChangeAspect="1"/>
            </p:cNvPicPr>
            <p:nvPr/>
          </p:nvPicPr>
          <p:blipFill>
            <a:blip r:embed="rId4"/>
            <a:stretch>
              <a:fillRect/>
            </a:stretch>
          </p:blipFill>
          <p:spPr bwMode="auto">
            <a:xfrm>
              <a:off x="6357172" y="2549525"/>
              <a:ext cx="5093970" cy="1758950"/>
            </a:xfrm>
            <a:prstGeom prst="rect">
              <a:avLst/>
            </a:prstGeom>
            <a:ln>
              <a:noFill/>
            </a:ln>
            <a:effectLst>
              <a:outerShdw blurRad="292100" dist="139700" dir="2700000" algn="tl" rotWithShape="0">
                <a:srgbClr val="333333">
                  <a:alpha val="65000"/>
                </a:srgbClr>
              </a:outerShdw>
            </a:effectLst>
          </p:spPr>
        </p:pic>
        <p:pic>
          <p:nvPicPr>
            <p:cNvPr id="27" name="Picture 26">
              <a:extLst>
                <a:ext uri="{FF2B5EF4-FFF2-40B4-BE49-F238E27FC236}">
                  <a16:creationId xmlns:a16="http://schemas.microsoft.com/office/drawing/2014/main" id="{F54F23D8-7168-F60C-F515-7CBB8128BAE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57993" y="2044103"/>
              <a:ext cx="1466667" cy="676190"/>
            </a:xfrm>
            <a:prstGeom prst="rect">
              <a:avLst/>
            </a:prstGeom>
          </p:spPr>
        </p:pic>
        <p:sp>
          <p:nvSpPr>
            <p:cNvPr id="28" name="Rectangle 2">
              <a:extLst>
                <a:ext uri="{FF2B5EF4-FFF2-40B4-BE49-F238E27FC236}">
                  <a16:creationId xmlns:a16="http://schemas.microsoft.com/office/drawing/2014/main" id="{E64990EB-C9C8-732D-E522-5E3D47021CF5}"/>
                </a:ext>
              </a:extLst>
            </p:cNvPr>
            <p:cNvSpPr>
              <a:spLocks noChangeArrowheads="1"/>
            </p:cNvSpPr>
            <p:nvPr/>
          </p:nvSpPr>
          <p:spPr bwMode="auto">
            <a:xfrm>
              <a:off x="9705424" y="2904400"/>
              <a:ext cx="423862" cy="226367"/>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Box 3">
              <a:extLst>
                <a:ext uri="{FF2B5EF4-FFF2-40B4-BE49-F238E27FC236}">
                  <a16:creationId xmlns:a16="http://schemas.microsoft.com/office/drawing/2014/main" id="{6C4591B2-6F43-48E6-578E-B9DFA5E10F3C}"/>
                </a:ext>
              </a:extLst>
            </p:cNvPr>
            <p:cNvSpPr txBox="1">
              <a:spLocks noChangeArrowheads="1"/>
            </p:cNvSpPr>
            <p:nvPr/>
          </p:nvSpPr>
          <p:spPr bwMode="auto">
            <a:xfrm>
              <a:off x="10305816" y="2824160"/>
              <a:ext cx="474663" cy="286944"/>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9</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cxnSp>
          <p:nvCxnSpPr>
            <p:cNvPr id="5124" name="AutoShape 4">
              <a:extLst>
                <a:ext uri="{FF2B5EF4-FFF2-40B4-BE49-F238E27FC236}">
                  <a16:creationId xmlns:a16="http://schemas.microsoft.com/office/drawing/2014/main" id="{4D596D90-5209-E2CF-F79C-294115AC0AE5}"/>
                </a:ext>
              </a:extLst>
            </p:cNvPr>
            <p:cNvCxnSpPr>
              <a:cxnSpLocks noChangeShapeType="1"/>
            </p:cNvCxnSpPr>
            <p:nvPr/>
          </p:nvCxnSpPr>
          <p:spPr bwMode="auto">
            <a:xfrm flipV="1">
              <a:off x="10146907" y="2965014"/>
              <a:ext cx="141288" cy="7143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26384469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3408CEA-9F39-6843-E063-2CE3EBB51132}"/>
              </a:ext>
            </a:extLst>
          </p:cNvPr>
          <p:cNvPicPr>
            <a:picLocks noChangeAspect="1"/>
          </p:cNvPicPr>
          <p:nvPr/>
        </p:nvPicPr>
        <p:blipFill>
          <a:blip r:embed="rId2"/>
          <a:srcRect l="14955"/>
          <a:stretch>
            <a:fillRect/>
          </a:stretch>
        </p:blipFill>
        <p:spPr>
          <a:xfrm>
            <a:off x="5374888" y="793890"/>
            <a:ext cx="6128385" cy="2424430"/>
          </a:xfrm>
          <a:prstGeom prst="rect">
            <a:avLst/>
          </a:prstGeom>
        </p:spPr>
      </p:pic>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Edit Job Completion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427250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job completion – main window, search the job completion transaction you wish to edit its information in the search bar. Or,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job completion – main form, click the lookup button and select the transaction you wish to edit its information by typing its transaction number in the search bar.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the JC transaction, if you wish to edit the header of the transaction click edit button.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you are done editing the job completion header, click save button in the upper side of the header.</a:t>
            </a: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2BC99D8C-9CD2-C1F3-E4A1-59F1D993B3C3}"/>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Job Completion</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7" name="TextBox 6">
            <a:extLst>
              <a:ext uri="{FF2B5EF4-FFF2-40B4-BE49-F238E27FC236}">
                <a16:creationId xmlns:a16="http://schemas.microsoft.com/office/drawing/2014/main" id="{A3970DB8-934F-E30F-0602-D150FFB10E03}"/>
              </a:ext>
            </a:extLst>
          </p:cNvPr>
          <p:cNvSpPr txBox="1"/>
          <p:nvPr/>
        </p:nvSpPr>
        <p:spPr>
          <a:xfrm>
            <a:off x="7211481" y="3257491"/>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Job Completion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17" name="Group 16">
            <a:extLst>
              <a:ext uri="{FF2B5EF4-FFF2-40B4-BE49-F238E27FC236}">
                <a16:creationId xmlns:a16="http://schemas.microsoft.com/office/drawing/2014/main" id="{20336060-7936-AF0F-787C-E6433EDAE074}"/>
              </a:ext>
            </a:extLst>
          </p:cNvPr>
          <p:cNvGrpSpPr/>
          <p:nvPr/>
        </p:nvGrpSpPr>
        <p:grpSpPr>
          <a:xfrm>
            <a:off x="5436893" y="1998815"/>
            <a:ext cx="1475739" cy="333375"/>
            <a:chOff x="0" y="0"/>
            <a:chExt cx="1476374" cy="333375"/>
          </a:xfrm>
        </p:grpSpPr>
        <p:sp>
          <p:nvSpPr>
            <p:cNvPr id="18" name="Rectangle 17">
              <a:extLst>
                <a:ext uri="{FF2B5EF4-FFF2-40B4-BE49-F238E27FC236}">
                  <a16:creationId xmlns:a16="http://schemas.microsoft.com/office/drawing/2014/main" id="{17E3F88F-F0CF-FD38-5B2C-F1C5F035C97E}"/>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B4D25E9A-0678-9DD4-6B7A-020DF8A5A057}"/>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 Box 734">
              <a:extLst>
                <a:ext uri="{FF2B5EF4-FFF2-40B4-BE49-F238E27FC236}">
                  <a16:creationId xmlns:a16="http://schemas.microsoft.com/office/drawing/2014/main" id="{3142913A-2290-8BF2-A952-476D2175D9D6}"/>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sp>
        <p:nvSpPr>
          <p:cNvPr id="22" name="TextBox 21">
            <a:extLst>
              <a:ext uri="{FF2B5EF4-FFF2-40B4-BE49-F238E27FC236}">
                <a16:creationId xmlns:a16="http://schemas.microsoft.com/office/drawing/2014/main" id="{B71D43FF-7764-D088-83B4-EE19BA2A9179}"/>
              </a:ext>
            </a:extLst>
          </p:cNvPr>
          <p:cNvSpPr txBox="1"/>
          <p:nvPr/>
        </p:nvSpPr>
        <p:spPr>
          <a:xfrm>
            <a:off x="7296700" y="5756313"/>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Job Completion –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8" name="Group 7">
            <a:extLst>
              <a:ext uri="{FF2B5EF4-FFF2-40B4-BE49-F238E27FC236}">
                <a16:creationId xmlns:a16="http://schemas.microsoft.com/office/drawing/2014/main" id="{EB5AA210-1127-1631-7E9D-976BCD31EE50}"/>
              </a:ext>
            </a:extLst>
          </p:cNvPr>
          <p:cNvGrpSpPr/>
          <p:nvPr/>
        </p:nvGrpSpPr>
        <p:grpSpPr>
          <a:xfrm>
            <a:off x="5470460" y="3746420"/>
            <a:ext cx="5833746" cy="1866525"/>
            <a:chOff x="5470460" y="3887762"/>
            <a:chExt cx="5833746" cy="1866525"/>
          </a:xfrm>
        </p:grpSpPr>
        <p:pic>
          <p:nvPicPr>
            <p:cNvPr id="6" name="Picture 5">
              <a:extLst>
                <a:ext uri="{FF2B5EF4-FFF2-40B4-BE49-F238E27FC236}">
                  <a16:creationId xmlns:a16="http://schemas.microsoft.com/office/drawing/2014/main" id="{4DE979AB-EFE1-FE09-70A1-DFBA6AD382FC}"/>
                </a:ext>
              </a:extLst>
            </p:cNvPr>
            <p:cNvPicPr>
              <a:picLocks noChangeAspect="1"/>
            </p:cNvPicPr>
            <p:nvPr/>
          </p:nvPicPr>
          <p:blipFill>
            <a:blip r:embed="rId3"/>
            <a:stretch>
              <a:fillRect/>
            </a:stretch>
          </p:blipFill>
          <p:spPr bwMode="auto">
            <a:xfrm>
              <a:off x="5728900" y="3888657"/>
              <a:ext cx="5420360" cy="1865630"/>
            </a:xfrm>
            <a:prstGeom prst="rect">
              <a:avLst/>
            </a:prstGeom>
            <a:ln>
              <a:noFill/>
            </a:ln>
            <a:effectLst>
              <a:outerShdw blurRad="292100" dist="139700" dir="2700000" algn="tl" rotWithShape="0">
                <a:srgbClr val="333333">
                  <a:alpha val="65000"/>
                </a:srgbClr>
              </a:outerShdw>
            </a:effectLst>
          </p:spPr>
        </p:pic>
        <p:grpSp>
          <p:nvGrpSpPr>
            <p:cNvPr id="46" name="Group 45">
              <a:extLst>
                <a:ext uri="{FF2B5EF4-FFF2-40B4-BE49-F238E27FC236}">
                  <a16:creationId xmlns:a16="http://schemas.microsoft.com/office/drawing/2014/main" id="{BD77D0F0-EA14-6BB2-EAF1-0B6F6ED36430}"/>
                </a:ext>
              </a:extLst>
            </p:cNvPr>
            <p:cNvGrpSpPr/>
            <p:nvPr/>
          </p:nvGrpSpPr>
          <p:grpSpPr>
            <a:xfrm>
              <a:off x="5470460" y="3887762"/>
              <a:ext cx="5833746" cy="1837979"/>
              <a:chOff x="3421062" y="2368261"/>
              <a:chExt cx="5833746" cy="1837979"/>
            </a:xfrm>
          </p:grpSpPr>
          <p:grpSp>
            <p:nvGrpSpPr>
              <p:cNvPr id="25" name="Group 24">
                <a:extLst>
                  <a:ext uri="{FF2B5EF4-FFF2-40B4-BE49-F238E27FC236}">
                    <a16:creationId xmlns:a16="http://schemas.microsoft.com/office/drawing/2014/main" id="{75C33D07-BBCC-8D02-2F53-17367C29E947}"/>
                  </a:ext>
                </a:extLst>
              </p:cNvPr>
              <p:cNvGrpSpPr/>
              <p:nvPr/>
            </p:nvGrpSpPr>
            <p:grpSpPr>
              <a:xfrm>
                <a:off x="4727257" y="2917190"/>
                <a:ext cx="952500" cy="304800"/>
                <a:chOff x="523874" y="28575"/>
                <a:chExt cx="952500" cy="304800"/>
              </a:xfrm>
            </p:grpSpPr>
            <p:sp>
              <p:nvSpPr>
                <p:cNvPr id="43" name="Rectangle 42">
                  <a:extLst>
                    <a:ext uri="{FF2B5EF4-FFF2-40B4-BE49-F238E27FC236}">
                      <a16:creationId xmlns:a16="http://schemas.microsoft.com/office/drawing/2014/main" id="{983A04F5-A004-B6D9-3EF0-78211965BA23}"/>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4" name="Straight Arrow Connector 43">
                  <a:extLst>
                    <a:ext uri="{FF2B5EF4-FFF2-40B4-BE49-F238E27FC236}">
                      <a16:creationId xmlns:a16="http://schemas.microsoft.com/office/drawing/2014/main" id="{AE00018E-715F-7CF3-7545-9D7258461039}"/>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5" name="Text Box 746">
                  <a:extLst>
                    <a:ext uri="{FF2B5EF4-FFF2-40B4-BE49-F238E27FC236}">
                      <a16:creationId xmlns:a16="http://schemas.microsoft.com/office/drawing/2014/main" id="{ED705FE3-23BB-69C5-B77F-993F27D00181}"/>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26" name="Group 25">
                <a:extLst>
                  <a:ext uri="{FF2B5EF4-FFF2-40B4-BE49-F238E27FC236}">
                    <a16:creationId xmlns:a16="http://schemas.microsoft.com/office/drawing/2014/main" id="{D2225BD8-F3F0-4BB5-91AA-BCAF1CA1A078}"/>
                  </a:ext>
                </a:extLst>
              </p:cNvPr>
              <p:cNvGrpSpPr/>
              <p:nvPr/>
            </p:nvGrpSpPr>
            <p:grpSpPr>
              <a:xfrm>
                <a:off x="8273732" y="2714625"/>
                <a:ext cx="981076" cy="304800"/>
                <a:chOff x="333374" y="28575"/>
                <a:chExt cx="981076" cy="304800"/>
              </a:xfrm>
            </p:grpSpPr>
            <p:sp>
              <p:nvSpPr>
                <p:cNvPr id="40" name="Rectangle 39">
                  <a:extLst>
                    <a:ext uri="{FF2B5EF4-FFF2-40B4-BE49-F238E27FC236}">
                      <a16:creationId xmlns:a16="http://schemas.microsoft.com/office/drawing/2014/main" id="{B56BC8B7-7F59-8F01-5368-4897AB727497}"/>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1" name="Straight Arrow Connector 40">
                  <a:extLst>
                    <a:ext uri="{FF2B5EF4-FFF2-40B4-BE49-F238E27FC236}">
                      <a16:creationId xmlns:a16="http://schemas.microsoft.com/office/drawing/2014/main" id="{349FAC0E-98A9-5389-21B8-F99551498BFA}"/>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Text Box 739">
                  <a:extLst>
                    <a:ext uri="{FF2B5EF4-FFF2-40B4-BE49-F238E27FC236}">
                      <a16:creationId xmlns:a16="http://schemas.microsoft.com/office/drawing/2014/main" id="{37943493-E1D8-16BB-76D9-34289990385E}"/>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27" name="Text Box 241">
                <a:extLst>
                  <a:ext uri="{FF2B5EF4-FFF2-40B4-BE49-F238E27FC236}">
                    <a16:creationId xmlns:a16="http://schemas.microsoft.com/office/drawing/2014/main" id="{A16BE8EA-4542-BAE6-D889-1975280FA2FC}"/>
                  </a:ext>
                </a:extLst>
              </p:cNvPr>
              <p:cNvSpPr txBox="1">
                <a:spLocks noChangeArrowheads="1"/>
              </p:cNvSpPr>
              <p:nvPr/>
            </p:nvSpPr>
            <p:spPr bwMode="auto">
              <a:xfrm>
                <a:off x="4587557" y="3326765"/>
                <a:ext cx="2301875" cy="87947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RR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Tx/>
                  <a:buNone/>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Tx/>
                  <a:buNone/>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02565" marR="0" lvl="0" indent="-101600" algn="l" defTabSz="914400" rtl="0" eaLnBrk="1" fontAlgn="auto" latinLnBrk="0" hangingPunct="1">
                  <a:lnSpc>
                    <a:spcPts val="975"/>
                  </a:lnSpc>
                  <a:spcBef>
                    <a:spcPts val="0"/>
                  </a:spcBef>
                  <a:spcAft>
                    <a:spcPts val="0"/>
                  </a:spcAft>
                  <a:buClrTx/>
                  <a:buSzTx/>
                  <a:buFontTx/>
                  <a:buNone/>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28" name="Text Box 735">
                <a:extLst>
                  <a:ext uri="{FF2B5EF4-FFF2-40B4-BE49-F238E27FC236}">
                    <a16:creationId xmlns:a16="http://schemas.microsoft.com/office/drawing/2014/main" id="{8194CCE8-9127-96C7-C026-CAD2EA7AD4FF}"/>
                  </a:ext>
                </a:extLst>
              </p:cNvPr>
              <p:cNvSpPr txBox="1"/>
              <p:nvPr/>
            </p:nvSpPr>
            <p:spPr>
              <a:xfrm>
                <a:off x="3421062" y="2368261"/>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grpSp>
      <p:pic>
        <p:nvPicPr>
          <p:cNvPr id="47" name="Picture 46">
            <a:extLst>
              <a:ext uri="{FF2B5EF4-FFF2-40B4-BE49-F238E27FC236}">
                <a16:creationId xmlns:a16="http://schemas.microsoft.com/office/drawing/2014/main" id="{EB9667B4-7753-B2D9-D672-63734C0C4A2E}"/>
              </a:ext>
            </a:extLst>
          </p:cNvPr>
          <p:cNvPicPr>
            <a:picLocks noChangeAspect="1"/>
          </p:cNvPicPr>
          <p:nvPr/>
        </p:nvPicPr>
        <p:blipFill>
          <a:blip r:embed="rId4"/>
          <a:stretch>
            <a:fillRect/>
          </a:stretch>
        </p:blipFill>
        <p:spPr>
          <a:xfrm>
            <a:off x="10780479" y="6391410"/>
            <a:ext cx="1047454" cy="267619"/>
          </a:xfrm>
          <a:prstGeom prst="rect">
            <a:avLst/>
          </a:prstGeom>
          <a:effectLst/>
        </p:spPr>
      </p:pic>
      <p:sp>
        <p:nvSpPr>
          <p:cNvPr id="4" name="Slide Number Placeholder 3">
            <a:extLst>
              <a:ext uri="{FF2B5EF4-FFF2-40B4-BE49-F238E27FC236}">
                <a16:creationId xmlns:a16="http://schemas.microsoft.com/office/drawing/2014/main" id="{22787987-032A-5572-DEF9-4A6B94EF612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73543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42052"/>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Edit Job Completion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10563" y="1857513"/>
            <a:ext cx="4179346" cy="262288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want to edit the items in job completion stock, edit right away the details you want to change and you will notice that after you change the details, the item you edited will be highlighted into blue.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you’re done editing, click save item button to save the changes you made in the items.</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all items in the stock, click delete item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 specific item on the table, click the delete icon next to the item to delete it.</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2BC99D8C-9CD2-C1F3-E4A1-59F1D993B3C3}"/>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Job Completion</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47" name="Picture 46">
            <a:extLst>
              <a:ext uri="{FF2B5EF4-FFF2-40B4-BE49-F238E27FC236}">
                <a16:creationId xmlns:a16="http://schemas.microsoft.com/office/drawing/2014/main" id="{EB9667B4-7753-B2D9-D672-63734C0C4A2E}"/>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13" name="Slide Number Placeholder 12">
            <a:extLst>
              <a:ext uri="{FF2B5EF4-FFF2-40B4-BE49-F238E27FC236}">
                <a16:creationId xmlns:a16="http://schemas.microsoft.com/office/drawing/2014/main" id="{2D3514A9-2C6C-1ED2-B4F1-26B26DC435D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7" name="Group 6">
            <a:extLst>
              <a:ext uri="{FF2B5EF4-FFF2-40B4-BE49-F238E27FC236}">
                <a16:creationId xmlns:a16="http://schemas.microsoft.com/office/drawing/2014/main" id="{973D7566-B97C-AAF6-6B27-FEA5D65168BF}"/>
              </a:ext>
            </a:extLst>
          </p:cNvPr>
          <p:cNvGrpSpPr/>
          <p:nvPr/>
        </p:nvGrpSpPr>
        <p:grpSpPr>
          <a:xfrm>
            <a:off x="5191125" y="1951786"/>
            <a:ext cx="6440200" cy="2332990"/>
            <a:chOff x="5171495" y="2046996"/>
            <a:chExt cx="6440200" cy="2332990"/>
          </a:xfrm>
        </p:grpSpPr>
        <p:grpSp>
          <p:nvGrpSpPr>
            <p:cNvPr id="14" name="Group 13">
              <a:extLst>
                <a:ext uri="{FF2B5EF4-FFF2-40B4-BE49-F238E27FC236}">
                  <a16:creationId xmlns:a16="http://schemas.microsoft.com/office/drawing/2014/main" id="{C6529FC9-E8FF-988D-F672-752FA6DAB0AB}"/>
                </a:ext>
              </a:extLst>
            </p:cNvPr>
            <p:cNvGrpSpPr/>
            <p:nvPr/>
          </p:nvGrpSpPr>
          <p:grpSpPr>
            <a:xfrm>
              <a:off x="5171495" y="2046996"/>
              <a:ext cx="6440200" cy="2332990"/>
              <a:chOff x="5171495" y="941067"/>
              <a:chExt cx="6440200" cy="2332990"/>
            </a:xfrm>
          </p:grpSpPr>
          <p:grpSp>
            <p:nvGrpSpPr>
              <p:cNvPr id="21" name="Group 20">
                <a:extLst>
                  <a:ext uri="{FF2B5EF4-FFF2-40B4-BE49-F238E27FC236}">
                    <a16:creationId xmlns:a16="http://schemas.microsoft.com/office/drawing/2014/main" id="{3D9308BF-87C2-0482-FD59-EFCCD16270EF}"/>
                  </a:ext>
                </a:extLst>
              </p:cNvPr>
              <p:cNvGrpSpPr/>
              <p:nvPr/>
            </p:nvGrpSpPr>
            <p:grpSpPr>
              <a:xfrm>
                <a:off x="5365200" y="970444"/>
                <a:ext cx="6246495" cy="1658617"/>
                <a:chOff x="31914" y="203778"/>
                <a:chExt cx="6246768" cy="1659243"/>
              </a:xfrm>
            </p:grpSpPr>
            <p:pic>
              <p:nvPicPr>
                <p:cNvPr id="28" name="Picture 27">
                  <a:extLst>
                    <a:ext uri="{FF2B5EF4-FFF2-40B4-BE49-F238E27FC236}">
                      <a16:creationId xmlns:a16="http://schemas.microsoft.com/office/drawing/2014/main" id="{923BE161-0AED-9629-E98C-5270AF8DC3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14" y="226272"/>
                  <a:ext cx="6246768" cy="1636749"/>
                </a:xfrm>
                <a:prstGeom prst="rect">
                  <a:avLst/>
                </a:prstGeom>
              </p:spPr>
            </p:pic>
            <p:sp>
              <p:nvSpPr>
                <p:cNvPr id="29" name="Rectangle 28">
                  <a:extLst>
                    <a:ext uri="{FF2B5EF4-FFF2-40B4-BE49-F238E27FC236}">
                      <a16:creationId xmlns:a16="http://schemas.microsoft.com/office/drawing/2014/main" id="{FBAE50D3-2DE3-0C38-E336-B48A1BA5E47D}"/>
                    </a:ext>
                  </a:extLst>
                </p:cNvPr>
                <p:cNvSpPr/>
                <p:nvPr/>
              </p:nvSpPr>
              <p:spPr>
                <a:xfrm>
                  <a:off x="510637" y="1116963"/>
                  <a:ext cx="2157714" cy="72470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0" name="Group 29">
                  <a:extLst>
                    <a:ext uri="{FF2B5EF4-FFF2-40B4-BE49-F238E27FC236}">
                      <a16:creationId xmlns:a16="http://schemas.microsoft.com/office/drawing/2014/main" id="{371C4211-64F4-7F0A-C7CC-DE12635EC9D3}"/>
                    </a:ext>
                  </a:extLst>
                </p:cNvPr>
                <p:cNvGrpSpPr/>
                <p:nvPr/>
              </p:nvGrpSpPr>
              <p:grpSpPr>
                <a:xfrm>
                  <a:off x="4926412" y="203778"/>
                  <a:ext cx="647700" cy="796655"/>
                  <a:chOff x="306787" y="-291522"/>
                  <a:chExt cx="647700" cy="796655"/>
                </a:xfrm>
              </p:grpSpPr>
              <p:sp>
                <p:nvSpPr>
                  <p:cNvPr id="31" name="Rectangle 30">
                    <a:extLst>
                      <a:ext uri="{FF2B5EF4-FFF2-40B4-BE49-F238E27FC236}">
                        <a16:creationId xmlns:a16="http://schemas.microsoft.com/office/drawing/2014/main" id="{78B6B24D-5D73-613D-3EDA-B7775AB4B8AE}"/>
                      </a:ext>
                    </a:extLst>
                  </p:cNvPr>
                  <p:cNvSpPr/>
                  <p:nvPr/>
                </p:nvSpPr>
                <p:spPr>
                  <a:xfrm>
                    <a:off x="306787" y="-291522"/>
                    <a:ext cx="647700" cy="2857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8" name="Straight Arrow Connector 37">
                    <a:extLst>
                      <a:ext uri="{FF2B5EF4-FFF2-40B4-BE49-F238E27FC236}">
                        <a16:creationId xmlns:a16="http://schemas.microsoft.com/office/drawing/2014/main" id="{633B8C67-E70B-F29D-353B-15379C11AA9B}"/>
                      </a:ext>
                    </a:extLst>
                  </p:cNvPr>
                  <p:cNvCxnSpPr>
                    <a:cxnSpLocks/>
                  </p:cNvCxnSpPr>
                  <p:nvPr/>
                </p:nvCxnSpPr>
                <p:spPr>
                  <a:xfrm>
                    <a:off x="630637" y="-5772"/>
                    <a:ext cx="0" cy="2476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9" name="Text Box 756">
                    <a:extLst>
                      <a:ext uri="{FF2B5EF4-FFF2-40B4-BE49-F238E27FC236}">
                        <a16:creationId xmlns:a16="http://schemas.microsoft.com/office/drawing/2014/main" id="{6E861F2D-5DA4-578D-A582-16AAE16C2FB6}"/>
                      </a:ext>
                    </a:extLst>
                  </p:cNvPr>
                  <p:cNvSpPr txBox="1"/>
                  <p:nvPr/>
                </p:nvSpPr>
                <p:spPr>
                  <a:xfrm>
                    <a:off x="530625" y="257483"/>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a:t>
                    </a:r>
                  </a:p>
                </p:txBody>
              </p:sp>
            </p:grpSp>
          </p:grpSp>
          <p:grpSp>
            <p:nvGrpSpPr>
              <p:cNvPr id="22" name="Group 21">
                <a:extLst>
                  <a:ext uri="{FF2B5EF4-FFF2-40B4-BE49-F238E27FC236}">
                    <a16:creationId xmlns:a16="http://schemas.microsoft.com/office/drawing/2014/main" id="{B8CB635C-9D32-44B7-5309-371CAB468F5F}"/>
                  </a:ext>
                </a:extLst>
              </p:cNvPr>
              <p:cNvGrpSpPr/>
              <p:nvPr/>
            </p:nvGrpSpPr>
            <p:grpSpPr>
              <a:xfrm>
                <a:off x="5171495" y="941067"/>
                <a:ext cx="3176904" cy="2332990"/>
                <a:chOff x="0" y="0"/>
                <a:chExt cx="3177391" cy="2332990"/>
              </a:xfrm>
            </p:grpSpPr>
            <p:sp>
              <p:nvSpPr>
                <p:cNvPr id="24" name="Text Box 749">
                  <a:extLst>
                    <a:ext uri="{FF2B5EF4-FFF2-40B4-BE49-F238E27FC236}">
                      <a16:creationId xmlns:a16="http://schemas.microsoft.com/office/drawing/2014/main" id="{440E66B0-5200-C25E-9082-AFCD96F102BA}"/>
                    </a:ext>
                  </a:extLst>
                </p:cNvPr>
                <p:cNvSpPr txBox="1"/>
                <p:nvPr/>
              </p:nvSpPr>
              <p:spPr>
                <a:xfrm>
                  <a:off x="76200" y="0"/>
                  <a:ext cx="914400" cy="28500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STOCK</a:t>
                  </a:r>
                </a:p>
              </p:txBody>
            </p:sp>
            <p:pic>
              <p:nvPicPr>
                <p:cNvPr id="25" name="Picture 24">
                  <a:extLst>
                    <a:ext uri="{FF2B5EF4-FFF2-40B4-BE49-F238E27FC236}">
                      <a16:creationId xmlns:a16="http://schemas.microsoft.com/office/drawing/2014/main" id="{82829CA0-93FF-10D7-7C82-FF5D11DEA8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6829" y="1714500"/>
                  <a:ext cx="2893060" cy="618490"/>
                </a:xfrm>
                <a:prstGeom prst="rect">
                  <a:avLst/>
                </a:prstGeom>
                <a:ln>
                  <a:noFill/>
                </a:ln>
                <a:effectLst>
                  <a:outerShdw blurRad="292100" dist="139700" dir="2700000" algn="tl" rotWithShape="0">
                    <a:srgbClr val="333333">
                      <a:alpha val="65000"/>
                    </a:srgbClr>
                  </a:outerShdw>
                </a:effectLst>
              </p:spPr>
            </p:pic>
            <p:sp>
              <p:nvSpPr>
                <p:cNvPr id="26" name="Curved Left Arrow 758">
                  <a:extLst>
                    <a:ext uri="{FF2B5EF4-FFF2-40B4-BE49-F238E27FC236}">
                      <a16:creationId xmlns:a16="http://schemas.microsoft.com/office/drawing/2014/main" id="{B3791622-5349-C63D-8A2E-6884447228D7}"/>
                    </a:ext>
                  </a:extLst>
                </p:cNvPr>
                <p:cNvSpPr/>
                <p:nvPr/>
              </p:nvSpPr>
              <p:spPr>
                <a:xfrm>
                  <a:off x="2833007" y="1415143"/>
                  <a:ext cx="344384" cy="593766"/>
                </a:xfrm>
                <a:prstGeom prst="curvedLef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Text Box 757">
                  <a:extLst>
                    <a:ext uri="{FF2B5EF4-FFF2-40B4-BE49-F238E27FC236}">
                      <a16:creationId xmlns:a16="http://schemas.microsoft.com/office/drawing/2014/main" id="{DAA8A896-53E3-E75D-5080-96C071489247}"/>
                    </a:ext>
                  </a:extLst>
                </p:cNvPr>
                <p:cNvSpPr txBox="1"/>
                <p:nvPr/>
              </p:nvSpPr>
              <p:spPr>
                <a:xfrm>
                  <a:off x="0" y="1594757"/>
                  <a:ext cx="200025" cy="247564"/>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a:t>
                  </a:r>
                </a:p>
              </p:txBody>
            </p:sp>
          </p:grpSp>
        </p:grpSp>
        <p:sp>
          <p:nvSpPr>
            <p:cNvPr id="15" name="Rectangle 14">
              <a:extLst>
                <a:ext uri="{FF2B5EF4-FFF2-40B4-BE49-F238E27FC236}">
                  <a16:creationId xmlns:a16="http://schemas.microsoft.com/office/drawing/2014/main" id="{CFDA45A8-6ADA-1EBA-649C-56EF5C2CBC14}"/>
                </a:ext>
              </a:extLst>
            </p:cNvPr>
            <p:cNvSpPr/>
            <p:nvPr/>
          </p:nvSpPr>
          <p:spPr>
            <a:xfrm>
              <a:off x="10935589" y="2076150"/>
              <a:ext cx="647672" cy="28564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a16="http://schemas.microsoft.com/office/drawing/2014/main" id="{FA39DC68-E64F-9B46-EFDB-6203FAD61641}"/>
                </a:ext>
              </a:extLst>
            </p:cNvPr>
            <p:cNvCxnSpPr>
              <a:cxnSpLocks/>
            </p:cNvCxnSpPr>
            <p:nvPr/>
          </p:nvCxnSpPr>
          <p:spPr>
            <a:xfrm>
              <a:off x="11259425" y="2361792"/>
              <a:ext cx="0" cy="2475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Text Box 756">
              <a:extLst>
                <a:ext uri="{FF2B5EF4-FFF2-40B4-BE49-F238E27FC236}">
                  <a16:creationId xmlns:a16="http://schemas.microsoft.com/office/drawing/2014/main" id="{4B91DC07-F6CB-71DD-BAD5-4E4269357453}"/>
                </a:ext>
              </a:extLst>
            </p:cNvPr>
            <p:cNvSpPr txBox="1"/>
            <p:nvPr/>
          </p:nvSpPr>
          <p:spPr>
            <a:xfrm>
              <a:off x="11159417" y="2624948"/>
              <a:ext cx="200016" cy="24755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a:t>
              </a:r>
            </a:p>
          </p:txBody>
        </p:sp>
        <p:sp>
          <p:nvSpPr>
            <p:cNvPr id="18" name="Rectangle 17">
              <a:extLst>
                <a:ext uri="{FF2B5EF4-FFF2-40B4-BE49-F238E27FC236}">
                  <a16:creationId xmlns:a16="http://schemas.microsoft.com/office/drawing/2014/main" id="{B2A20140-CC04-95CD-5C49-81BD4089BAB8}"/>
                </a:ext>
              </a:extLst>
            </p:cNvPr>
            <p:cNvSpPr/>
            <p:nvPr/>
          </p:nvSpPr>
          <p:spPr>
            <a:xfrm>
              <a:off x="5559297" y="2937872"/>
              <a:ext cx="200016" cy="2475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237EB5CB-0672-7478-45B9-9E8B4EB21505}"/>
                </a:ext>
              </a:extLst>
            </p:cNvPr>
            <p:cNvCxnSpPr>
              <a:cxnSpLocks/>
            </p:cNvCxnSpPr>
            <p:nvPr/>
          </p:nvCxnSpPr>
          <p:spPr>
            <a:xfrm>
              <a:off x="5652313" y="3181444"/>
              <a:ext cx="0" cy="1654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 Box 756">
              <a:extLst>
                <a:ext uri="{FF2B5EF4-FFF2-40B4-BE49-F238E27FC236}">
                  <a16:creationId xmlns:a16="http://schemas.microsoft.com/office/drawing/2014/main" id="{0910F13D-5015-2186-CE52-F1F85700382D}"/>
                </a:ext>
              </a:extLst>
            </p:cNvPr>
            <p:cNvSpPr txBox="1"/>
            <p:nvPr/>
          </p:nvSpPr>
          <p:spPr>
            <a:xfrm>
              <a:off x="5559297" y="3376441"/>
              <a:ext cx="200016" cy="24755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grpSp>
    </p:spTree>
    <p:extLst>
      <p:ext uri="{BB962C8B-B14F-4D97-AF65-F5344CB8AC3E}">
        <p14:creationId xmlns:p14="http://schemas.microsoft.com/office/powerpoint/2010/main" val="730173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9552EB4-DEB9-48D6-1B65-8C6E996A30E0}"/>
              </a:ext>
            </a:extLst>
          </p:cNvPr>
          <p:cNvPicPr>
            <a:picLocks noChangeAspect="1"/>
          </p:cNvPicPr>
          <p:nvPr/>
        </p:nvPicPr>
        <p:blipFill>
          <a:blip r:embed="rId2"/>
          <a:stretch>
            <a:fillRect/>
          </a:stretch>
        </p:blipFill>
        <p:spPr bwMode="auto">
          <a:xfrm>
            <a:off x="5345092" y="3676525"/>
            <a:ext cx="6100445" cy="2099310"/>
          </a:xfrm>
          <a:prstGeom prst="rect">
            <a:avLst/>
          </a:prstGeom>
          <a:ln>
            <a:noFill/>
          </a:ln>
          <a:effectLst>
            <a:outerShdw blurRad="292100" dist="139700" dir="2700000" algn="tl" rotWithShape="0">
              <a:srgbClr val="333333">
                <a:alpha val="65000"/>
              </a:srgbClr>
            </a:outerShdw>
          </a:effectLst>
        </p:spPr>
      </p:pic>
      <p:pic>
        <p:nvPicPr>
          <p:cNvPr id="2" name="Picture 1">
            <a:extLst>
              <a:ext uri="{FF2B5EF4-FFF2-40B4-BE49-F238E27FC236}">
                <a16:creationId xmlns:a16="http://schemas.microsoft.com/office/drawing/2014/main" id="{2D1D02D7-DACA-D5A9-1948-D84E3F0C5A55}"/>
              </a:ext>
            </a:extLst>
          </p:cNvPr>
          <p:cNvPicPr>
            <a:picLocks noChangeAspect="1"/>
          </p:cNvPicPr>
          <p:nvPr/>
        </p:nvPicPr>
        <p:blipFill>
          <a:blip r:embed="rId3"/>
          <a:srcRect l="14984" b="2724"/>
          <a:stretch>
            <a:fillRect/>
          </a:stretch>
        </p:blipFill>
        <p:spPr>
          <a:xfrm>
            <a:off x="5373031" y="980383"/>
            <a:ext cx="5745480" cy="2219960"/>
          </a:xfrm>
          <a:prstGeom prst="rect">
            <a:avLst/>
          </a:prstGeom>
        </p:spPr>
      </p:pic>
      <p:sp>
        <p:nvSpPr>
          <p:cNvPr id="12" name="Text Box 18">
            <a:extLst>
              <a:ext uri="{FF2B5EF4-FFF2-40B4-BE49-F238E27FC236}">
                <a16:creationId xmlns:a16="http://schemas.microsoft.com/office/drawing/2014/main" id="{9A8214E9-BA24-C1CD-FE2E-59471D8D7178}"/>
              </a:ext>
            </a:extLst>
          </p:cNvPr>
          <p:cNvSpPr txBox="1"/>
          <p:nvPr/>
        </p:nvSpPr>
        <p:spPr>
          <a:xfrm>
            <a:off x="540588" y="2650501"/>
            <a:ext cx="4179346" cy="286383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job completion – main window, search the transaction you want to delete.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job completion - main form, click the lookup button and select the transaction you want to delete.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click delete button.</a:t>
            </a: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9" name="TextBox 28">
            <a:extLst>
              <a:ext uri="{FF2B5EF4-FFF2-40B4-BE49-F238E27FC236}">
                <a16:creationId xmlns:a16="http://schemas.microsoft.com/office/drawing/2014/main" id="{9C69E52B-7D9A-BFBF-CE8D-56C6AB38E7C9}"/>
              </a:ext>
            </a:extLst>
          </p:cNvPr>
          <p:cNvSpPr txBox="1"/>
          <p:nvPr/>
        </p:nvSpPr>
        <p:spPr>
          <a:xfrm>
            <a:off x="785076"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Job Completion</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30" name="TextBox 29">
            <a:extLst>
              <a:ext uri="{FF2B5EF4-FFF2-40B4-BE49-F238E27FC236}">
                <a16:creationId xmlns:a16="http://schemas.microsoft.com/office/drawing/2014/main" id="{206411CD-D453-3C70-B863-B05DFE4DD718}"/>
              </a:ext>
            </a:extLst>
          </p:cNvPr>
          <p:cNvSpPr txBox="1"/>
          <p:nvPr/>
        </p:nvSpPr>
        <p:spPr>
          <a:xfrm>
            <a:off x="350196" y="1311838"/>
            <a:ext cx="4287699"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Delete Job Completion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34" name="Group 33">
            <a:extLst>
              <a:ext uri="{FF2B5EF4-FFF2-40B4-BE49-F238E27FC236}">
                <a16:creationId xmlns:a16="http://schemas.microsoft.com/office/drawing/2014/main" id="{38DA90B3-A411-CD47-96D7-5114B151432A}"/>
              </a:ext>
            </a:extLst>
          </p:cNvPr>
          <p:cNvGrpSpPr/>
          <p:nvPr/>
        </p:nvGrpSpPr>
        <p:grpSpPr>
          <a:xfrm>
            <a:off x="5390074" y="2155821"/>
            <a:ext cx="1475739" cy="276225"/>
            <a:chOff x="0" y="0"/>
            <a:chExt cx="1476374" cy="276225"/>
          </a:xfrm>
        </p:grpSpPr>
        <p:sp>
          <p:nvSpPr>
            <p:cNvPr id="35" name="Rectangle 34">
              <a:extLst>
                <a:ext uri="{FF2B5EF4-FFF2-40B4-BE49-F238E27FC236}">
                  <a16:creationId xmlns:a16="http://schemas.microsoft.com/office/drawing/2014/main" id="{48E42D51-DF97-7D06-3E8D-CEA6E6D2D795}"/>
                </a:ext>
              </a:extLst>
            </p:cNvPr>
            <p:cNvSpPr/>
            <p:nvPr/>
          </p:nvSpPr>
          <p:spPr>
            <a:xfrm>
              <a:off x="0" y="0"/>
              <a:ext cx="800100" cy="2612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6" name="Straight Arrow Connector 35">
              <a:extLst>
                <a:ext uri="{FF2B5EF4-FFF2-40B4-BE49-F238E27FC236}">
                  <a16:creationId xmlns:a16="http://schemas.microsoft.com/office/drawing/2014/main" id="{1B0A6AEC-6672-29ED-6C6A-051B4F0FCCB1}"/>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 Box 125">
              <a:extLst>
                <a:ext uri="{FF2B5EF4-FFF2-40B4-BE49-F238E27FC236}">
                  <a16:creationId xmlns:a16="http://schemas.microsoft.com/office/drawing/2014/main" id="{F1168179-C43D-F889-2359-8573401CB5E3}"/>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sp>
        <p:nvSpPr>
          <p:cNvPr id="39" name="TextBox 38">
            <a:extLst>
              <a:ext uri="{FF2B5EF4-FFF2-40B4-BE49-F238E27FC236}">
                <a16:creationId xmlns:a16="http://schemas.microsoft.com/office/drawing/2014/main" id="{B47009A7-978A-6D25-E310-DE49A7B19067}"/>
              </a:ext>
            </a:extLst>
          </p:cNvPr>
          <p:cNvSpPr txBox="1"/>
          <p:nvPr/>
        </p:nvSpPr>
        <p:spPr>
          <a:xfrm>
            <a:off x="7280890" y="3118404"/>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Job Completion – Main Windows</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41" name="TextBox 40">
            <a:extLst>
              <a:ext uri="{FF2B5EF4-FFF2-40B4-BE49-F238E27FC236}">
                <a16:creationId xmlns:a16="http://schemas.microsoft.com/office/drawing/2014/main" id="{5F215506-CA7E-755F-74BA-DBA6C0290AC7}"/>
              </a:ext>
            </a:extLst>
          </p:cNvPr>
          <p:cNvSpPr txBox="1"/>
          <p:nvPr/>
        </p:nvSpPr>
        <p:spPr>
          <a:xfrm>
            <a:off x="7280890" y="6057923"/>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Job Completion –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54" name="Group 53">
            <a:extLst>
              <a:ext uri="{FF2B5EF4-FFF2-40B4-BE49-F238E27FC236}">
                <a16:creationId xmlns:a16="http://schemas.microsoft.com/office/drawing/2014/main" id="{CD222A5C-9165-A8AE-F70F-EC3F6260E37E}"/>
              </a:ext>
            </a:extLst>
          </p:cNvPr>
          <p:cNvGrpSpPr/>
          <p:nvPr/>
        </p:nvGrpSpPr>
        <p:grpSpPr>
          <a:xfrm>
            <a:off x="5136854" y="3809369"/>
            <a:ext cx="4334094" cy="1803775"/>
            <a:chOff x="4392799" y="2422785"/>
            <a:chExt cx="4334094" cy="1803775"/>
          </a:xfrm>
        </p:grpSpPr>
        <p:grpSp>
          <p:nvGrpSpPr>
            <p:cNvPr id="43" name="Group 42">
              <a:extLst>
                <a:ext uri="{FF2B5EF4-FFF2-40B4-BE49-F238E27FC236}">
                  <a16:creationId xmlns:a16="http://schemas.microsoft.com/office/drawing/2014/main" id="{6585B4A7-6836-43D7-AFFA-3DDFB7B5E366}"/>
                </a:ext>
              </a:extLst>
            </p:cNvPr>
            <p:cNvGrpSpPr/>
            <p:nvPr/>
          </p:nvGrpSpPr>
          <p:grpSpPr>
            <a:xfrm>
              <a:off x="5891212" y="2937510"/>
              <a:ext cx="952500" cy="304800"/>
              <a:chOff x="523874" y="28575"/>
              <a:chExt cx="952500" cy="304800"/>
            </a:xfrm>
          </p:grpSpPr>
          <p:sp>
            <p:nvSpPr>
              <p:cNvPr id="50" name="Rectangle 49">
                <a:extLst>
                  <a:ext uri="{FF2B5EF4-FFF2-40B4-BE49-F238E27FC236}">
                    <a16:creationId xmlns:a16="http://schemas.microsoft.com/office/drawing/2014/main" id="{73061E06-52DF-BECF-0EC9-D70BA8B7F31D}"/>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52" name="Straight Arrow Connector 51">
                <a:extLst>
                  <a:ext uri="{FF2B5EF4-FFF2-40B4-BE49-F238E27FC236}">
                    <a16:creationId xmlns:a16="http://schemas.microsoft.com/office/drawing/2014/main" id="{5D2D604A-F19F-52DA-9AC0-1E2B87A8CD17}"/>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3" name="Text Box 263">
                <a:extLst>
                  <a:ext uri="{FF2B5EF4-FFF2-40B4-BE49-F238E27FC236}">
                    <a16:creationId xmlns:a16="http://schemas.microsoft.com/office/drawing/2014/main" id="{7FCCB29B-177A-161B-5F2A-D674AF66ADC8}"/>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44" name="Group 43">
              <a:extLst>
                <a:ext uri="{FF2B5EF4-FFF2-40B4-BE49-F238E27FC236}">
                  <a16:creationId xmlns:a16="http://schemas.microsoft.com/office/drawing/2014/main" id="{1F9B4A68-86B9-DF1B-5257-ACC338B6AD6D}"/>
                </a:ext>
              </a:extLst>
            </p:cNvPr>
            <p:cNvGrpSpPr/>
            <p:nvPr/>
          </p:nvGrpSpPr>
          <p:grpSpPr>
            <a:xfrm>
              <a:off x="7745817" y="2700602"/>
              <a:ext cx="981076" cy="304800"/>
              <a:chOff x="969414" y="97737"/>
              <a:chExt cx="981076" cy="304800"/>
            </a:xfrm>
          </p:grpSpPr>
          <p:sp>
            <p:nvSpPr>
              <p:cNvPr id="47" name="Rectangle 46">
                <a:extLst>
                  <a:ext uri="{FF2B5EF4-FFF2-40B4-BE49-F238E27FC236}">
                    <a16:creationId xmlns:a16="http://schemas.microsoft.com/office/drawing/2014/main" id="{F9DF421F-8943-E5B0-9F0B-843DEA99E9BB}"/>
                  </a:ext>
                </a:extLst>
              </p:cNvPr>
              <p:cNvSpPr/>
              <p:nvPr/>
            </p:nvSpPr>
            <p:spPr>
              <a:xfrm>
                <a:off x="969414" y="97737"/>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8" name="Straight Arrow Connector 47">
                <a:extLst>
                  <a:ext uri="{FF2B5EF4-FFF2-40B4-BE49-F238E27FC236}">
                    <a16:creationId xmlns:a16="http://schemas.microsoft.com/office/drawing/2014/main" id="{15F73B68-1F94-F6BE-F032-A7A534C1EA15}"/>
                  </a:ext>
                </a:extLst>
              </p:cNvPr>
              <p:cNvCxnSpPr/>
              <p:nvPr/>
            </p:nvCxnSpPr>
            <p:spPr>
              <a:xfrm>
                <a:off x="1436140" y="202512"/>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9" name="Text Box 258">
                <a:extLst>
                  <a:ext uri="{FF2B5EF4-FFF2-40B4-BE49-F238E27FC236}">
                    <a16:creationId xmlns:a16="http://schemas.microsoft.com/office/drawing/2014/main" id="{ED44C67C-DFD4-2F43-4471-14C49574263E}"/>
                  </a:ext>
                </a:extLst>
              </p:cNvPr>
              <p:cNvSpPr txBox="1"/>
              <p:nvPr/>
            </p:nvSpPr>
            <p:spPr>
              <a:xfrm>
                <a:off x="1645690" y="97737"/>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45" name="Text Box 241">
              <a:extLst>
                <a:ext uri="{FF2B5EF4-FFF2-40B4-BE49-F238E27FC236}">
                  <a16:creationId xmlns:a16="http://schemas.microsoft.com/office/drawing/2014/main" id="{FCE320A4-386F-A3E3-B10E-996B7E063362}"/>
                </a:ext>
              </a:extLst>
            </p:cNvPr>
            <p:cNvSpPr txBox="1">
              <a:spLocks noChangeArrowheads="1"/>
            </p:cNvSpPr>
            <p:nvPr/>
          </p:nvSpPr>
          <p:spPr bwMode="auto">
            <a:xfrm>
              <a:off x="5751512" y="3347085"/>
              <a:ext cx="2301875" cy="87947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a:t>
              </a:r>
              <a:r>
                <a:rPr kumimoji="0" lang="en-PH" sz="1000" b="0" i="1" u="none" strike="noStrike" kern="1200" cap="none" spc="0" normalizeH="0" baseline="0" noProof="0" dirty="0" err="1">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Jc</a:t>
              </a: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Tx/>
                <a:buNone/>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Tx/>
                <a:buNone/>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02565" marR="0" lvl="0" indent="-101600" algn="l" defTabSz="914400" rtl="0" eaLnBrk="1" fontAlgn="auto" latinLnBrk="0" hangingPunct="1">
                <a:lnSpc>
                  <a:spcPts val="975"/>
                </a:lnSpc>
                <a:spcBef>
                  <a:spcPts val="0"/>
                </a:spcBef>
                <a:spcAft>
                  <a:spcPts val="0"/>
                </a:spcAft>
                <a:buClrTx/>
                <a:buSzTx/>
                <a:buFontTx/>
                <a:buNone/>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46" name="Text Box 126">
              <a:extLst>
                <a:ext uri="{FF2B5EF4-FFF2-40B4-BE49-F238E27FC236}">
                  <a16:creationId xmlns:a16="http://schemas.microsoft.com/office/drawing/2014/main" id="{0713BF18-B426-0505-D824-10ACB86CD2D8}"/>
                </a:ext>
              </a:extLst>
            </p:cNvPr>
            <p:cNvSpPr txBox="1"/>
            <p:nvPr/>
          </p:nvSpPr>
          <p:spPr>
            <a:xfrm>
              <a:off x="4392799" y="2422785"/>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sp>
        <p:nvSpPr>
          <p:cNvPr id="4" name="Slide Number Placeholder 3">
            <a:extLst>
              <a:ext uri="{FF2B5EF4-FFF2-40B4-BE49-F238E27FC236}">
                <a16:creationId xmlns:a16="http://schemas.microsoft.com/office/drawing/2014/main" id="{F7CF6503-55FB-AACA-5F57-F2299F3432F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459789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CBE13CC3-0EBB-4997-FCE7-B09A824D1CEB}"/>
              </a:ext>
            </a:extLst>
          </p:cNvPr>
          <p:cNvSpPr txBox="1"/>
          <p:nvPr/>
        </p:nvSpPr>
        <p:spPr>
          <a:xfrm>
            <a:off x="805110" y="105354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Other Information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3" name="TextBox 2">
            <a:extLst>
              <a:ext uri="{FF2B5EF4-FFF2-40B4-BE49-F238E27FC236}">
                <a16:creationId xmlns:a16="http://schemas.microsoft.com/office/drawing/2014/main" id="{1A3F9E31-7459-0787-C83C-77A9E5AF21CC}"/>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Job Completion</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6" name="Slide Number Placeholder 5">
            <a:extLst>
              <a:ext uri="{FF2B5EF4-FFF2-40B4-BE49-F238E27FC236}">
                <a16:creationId xmlns:a16="http://schemas.microsoft.com/office/drawing/2014/main" id="{0765E8B5-3833-3CCA-8AE0-81C3C773C8D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Text Box 102">
            <a:extLst>
              <a:ext uri="{FF2B5EF4-FFF2-40B4-BE49-F238E27FC236}">
                <a16:creationId xmlns:a16="http://schemas.microsoft.com/office/drawing/2014/main" id="{E4571DCA-CD7A-258E-B41B-5E7CA6828086}"/>
              </a:ext>
            </a:extLst>
          </p:cNvPr>
          <p:cNvSpPr txBox="1"/>
          <p:nvPr/>
        </p:nvSpPr>
        <p:spPr>
          <a:xfrm>
            <a:off x="549849" y="1561639"/>
            <a:ext cx="4560837" cy="2967468"/>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arrow up icon parallel in the main form on the upper right, and the job completion – main form will be minimize and the other tab will be visible.</a:t>
            </a: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Attachment tab</a:t>
            </a: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 Click the arrow icon parallel to attachment tab</a:t>
            </a: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 Click add document button</a:t>
            </a: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3. Once you click the add document button, a dialog box of upload documents will pop out.</a:t>
            </a: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4. To upload files, follow ‘how to upload document”</a:t>
            </a:r>
          </a:p>
          <a:p>
            <a:pPr marL="182563" marR="227330" lvl="0" indent="0" algn="l" defTabSz="914400" rtl="0" eaLnBrk="1" fontAlgn="auto" latinLnBrk="0" hangingPunct="1">
              <a:lnSpc>
                <a:spcPct val="107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Shipping tab</a:t>
            </a:r>
          </a:p>
          <a:p>
            <a:pPr marL="411163" marR="227330" lvl="0" indent="-228600" algn="l" defTabSz="914400" rtl="0" eaLnBrk="1" fontAlgn="auto" latinLnBrk="0" hangingPunct="1">
              <a:lnSpc>
                <a:spcPct val="107000"/>
              </a:lnSpc>
              <a:spcBef>
                <a:spcPts val="0"/>
              </a:spcBef>
              <a:spcAft>
                <a:spcPts val="0"/>
              </a:spcAft>
              <a:buClrTx/>
              <a:buSzTx/>
              <a:buFontTx/>
              <a:buAutoNum type="arabicPeriod"/>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the arrow icon parallel to Shipping/ billing address</a:t>
            </a:r>
          </a:p>
          <a:p>
            <a:pPr marL="411163" marR="227330" lvl="0" indent="-228600" algn="l" defTabSz="914400" rtl="0" eaLnBrk="1" fontAlgn="auto" latinLnBrk="0" hangingPunct="1">
              <a:lnSpc>
                <a:spcPct val="107000"/>
              </a:lnSpc>
              <a:spcBef>
                <a:spcPts val="0"/>
              </a:spcBef>
              <a:spcAft>
                <a:spcPts val="0"/>
              </a:spcAft>
              <a:buClrTx/>
              <a:buSzTx/>
              <a:buFontTx/>
              <a:buAutoNum type="arabicPeriod"/>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You may view or edit the Shipping and Billing Address for the JC transaction. </a:t>
            </a:r>
          </a:p>
          <a:p>
            <a:pPr marL="182563" marR="227330" lvl="0" indent="0" algn="l" defTabSz="914400" rtl="0" eaLnBrk="1" fontAlgn="auto" latinLnBrk="0" hangingPunct="1">
              <a:lnSpc>
                <a:spcPct val="107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227330" lvl="0" indent="0" algn="l" defTabSz="914400" rtl="0" eaLnBrk="1" fontAlgn="auto" latinLnBrk="0" hangingPunct="1">
              <a:lnSpc>
                <a:spcPct val="107000"/>
              </a:lnSpc>
              <a:spcBef>
                <a:spcPts val="190"/>
              </a:spcBef>
              <a:spcAft>
                <a:spcPts val="80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7" name="Group 6">
            <a:extLst>
              <a:ext uri="{FF2B5EF4-FFF2-40B4-BE49-F238E27FC236}">
                <a16:creationId xmlns:a16="http://schemas.microsoft.com/office/drawing/2014/main" id="{5D3E226D-FDEC-A46E-1E05-E4B6C63FFF4A}"/>
              </a:ext>
            </a:extLst>
          </p:cNvPr>
          <p:cNvGrpSpPr/>
          <p:nvPr/>
        </p:nvGrpSpPr>
        <p:grpSpPr>
          <a:xfrm>
            <a:off x="380999" y="4671895"/>
            <a:ext cx="5332798" cy="1682115"/>
            <a:chOff x="5891614" y="735422"/>
            <a:chExt cx="5332798" cy="1682115"/>
          </a:xfrm>
        </p:grpSpPr>
        <p:pic>
          <p:nvPicPr>
            <p:cNvPr id="10" name="Picture 9">
              <a:extLst>
                <a:ext uri="{FF2B5EF4-FFF2-40B4-BE49-F238E27FC236}">
                  <a16:creationId xmlns:a16="http://schemas.microsoft.com/office/drawing/2014/main" id="{22CDC2AC-DA14-3C61-9DFF-3103E938C1DD}"/>
                </a:ext>
              </a:extLst>
            </p:cNvPr>
            <p:cNvPicPr>
              <a:picLocks noChangeAspect="1"/>
            </p:cNvPicPr>
            <p:nvPr/>
          </p:nvPicPr>
          <p:blipFill>
            <a:blip r:embed="rId3"/>
            <a:srcRect/>
            <a:stretch>
              <a:fillRect/>
            </a:stretch>
          </p:blipFill>
          <p:spPr bwMode="auto">
            <a:xfrm>
              <a:off x="5891614" y="735422"/>
              <a:ext cx="4888865" cy="1357630"/>
            </a:xfrm>
            <a:prstGeom prst="rect">
              <a:avLst/>
            </a:prstGeom>
            <a:ln>
              <a:noFill/>
            </a:ln>
            <a:effectLst>
              <a:outerShdw blurRad="292100" dist="139700" dir="2700000" algn="tl" rotWithShape="0">
                <a:srgbClr val="333333">
                  <a:alpha val="65000"/>
                </a:srgbClr>
              </a:outerShdw>
            </a:effectLst>
          </p:spPr>
        </p:pic>
        <p:pic>
          <p:nvPicPr>
            <p:cNvPr id="11" name="Picture 10">
              <a:extLst>
                <a:ext uri="{FF2B5EF4-FFF2-40B4-BE49-F238E27FC236}">
                  <a16:creationId xmlns:a16="http://schemas.microsoft.com/office/drawing/2014/main" id="{149C5B78-AFD6-1F1E-02F0-9E2E58AF1591}"/>
                </a:ext>
              </a:extLst>
            </p:cNvPr>
            <p:cNvPicPr>
              <a:picLocks noChangeAspect="1"/>
            </p:cNvPicPr>
            <p:nvPr/>
          </p:nvPicPr>
          <p:blipFill>
            <a:blip r:embed="rId4"/>
            <a:srcRect/>
            <a:stretch>
              <a:fillRect/>
            </a:stretch>
          </p:blipFill>
          <p:spPr bwMode="auto">
            <a:xfrm>
              <a:off x="8318584" y="1162142"/>
              <a:ext cx="1795780" cy="1255395"/>
            </a:xfrm>
            <a:prstGeom prst="rect">
              <a:avLst/>
            </a:prstGeom>
            <a:noFill/>
            <a:ln w="9525">
              <a:noFill/>
              <a:miter lim="800000"/>
              <a:headEnd/>
              <a:tailEnd/>
            </a:ln>
          </p:spPr>
        </p:pic>
        <p:grpSp>
          <p:nvGrpSpPr>
            <p:cNvPr id="13" name="Group 2">
              <a:extLst>
                <a:ext uri="{FF2B5EF4-FFF2-40B4-BE49-F238E27FC236}">
                  <a16:creationId xmlns:a16="http://schemas.microsoft.com/office/drawing/2014/main" id="{D67873FC-3940-F873-075B-D45690961169}"/>
                </a:ext>
              </a:extLst>
            </p:cNvPr>
            <p:cNvGrpSpPr>
              <a:grpSpLocks/>
            </p:cNvGrpSpPr>
            <p:nvPr/>
          </p:nvGrpSpPr>
          <p:grpSpPr bwMode="auto">
            <a:xfrm>
              <a:off x="10019500" y="879237"/>
              <a:ext cx="1204912" cy="504825"/>
              <a:chOff x="8538" y="13287"/>
              <a:chExt cx="1898" cy="796"/>
            </a:xfrm>
          </p:grpSpPr>
          <p:sp>
            <p:nvSpPr>
              <p:cNvPr id="15" name="Rectangle 3">
                <a:extLst>
                  <a:ext uri="{FF2B5EF4-FFF2-40B4-BE49-F238E27FC236}">
                    <a16:creationId xmlns:a16="http://schemas.microsoft.com/office/drawing/2014/main" id="{A4C828AF-D9B7-224A-ABB9-88D925259797}"/>
                  </a:ext>
                </a:extLst>
              </p:cNvPr>
              <p:cNvSpPr>
                <a:spLocks noChangeArrowheads="1"/>
              </p:cNvSpPr>
              <p:nvPr/>
            </p:nvSpPr>
            <p:spPr bwMode="auto">
              <a:xfrm>
                <a:off x="8678" y="13737"/>
                <a:ext cx="1022" cy="254"/>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AutoShape 4">
                <a:extLst>
                  <a:ext uri="{FF2B5EF4-FFF2-40B4-BE49-F238E27FC236}">
                    <a16:creationId xmlns:a16="http://schemas.microsoft.com/office/drawing/2014/main" id="{7567ADCE-FAAF-03C3-8B41-CF1A8B48E003}"/>
                  </a:ext>
                </a:extLst>
              </p:cNvPr>
              <p:cNvSpPr>
                <a:spLocks noChangeArrowheads="1"/>
              </p:cNvSpPr>
              <p:nvPr/>
            </p:nvSpPr>
            <p:spPr bwMode="auto">
              <a:xfrm rot="832617" flipH="1">
                <a:off x="8538" y="13937"/>
                <a:ext cx="366" cy="146"/>
              </a:xfrm>
              <a:prstGeom prst="curvedUpArrow">
                <a:avLst>
                  <a:gd name="adj1" fmla="val 29502"/>
                  <a:gd name="adj2" fmla="val 58981"/>
                  <a:gd name="adj3" fmla="val 175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Box 5">
                <a:extLst>
                  <a:ext uri="{FF2B5EF4-FFF2-40B4-BE49-F238E27FC236}">
                    <a16:creationId xmlns:a16="http://schemas.microsoft.com/office/drawing/2014/main" id="{17920109-C35D-7F89-81AB-AC355D118954}"/>
                  </a:ext>
                </a:extLst>
              </p:cNvPr>
              <p:cNvSpPr txBox="1">
                <a:spLocks noChangeArrowheads="1"/>
              </p:cNvSpPr>
              <p:nvPr/>
            </p:nvSpPr>
            <p:spPr bwMode="auto">
              <a:xfrm>
                <a:off x="9688" y="13287"/>
                <a:ext cx="748" cy="4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2</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sp>
          <p:nvSpPr>
            <p:cNvPr id="14" name="Text Box 6">
              <a:extLst>
                <a:ext uri="{FF2B5EF4-FFF2-40B4-BE49-F238E27FC236}">
                  <a16:creationId xmlns:a16="http://schemas.microsoft.com/office/drawing/2014/main" id="{4E4D8E85-3A7E-323A-599C-CEF1B04DD230}"/>
                </a:ext>
              </a:extLst>
            </p:cNvPr>
            <p:cNvSpPr txBox="1">
              <a:spLocks noChangeArrowheads="1"/>
            </p:cNvSpPr>
            <p:nvPr/>
          </p:nvSpPr>
          <p:spPr bwMode="auto">
            <a:xfrm>
              <a:off x="5977873" y="1268397"/>
              <a:ext cx="2195513" cy="957567"/>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92075" marR="0" lvl="0" indent="0" algn="l" defTabSz="914400" rtl="0" eaLnBrk="0" fontAlgn="base" latinLnBrk="0" hangingPunct="0">
                <a:lnSpc>
                  <a:spcPct val="100000"/>
                </a:lnSpc>
                <a:spcBef>
                  <a:spcPts val="0"/>
                </a:spcBef>
                <a:spcAft>
                  <a:spcPts val="0"/>
                </a:spcAft>
                <a:buClrTx/>
                <a:buSzTx/>
                <a:buFontTx/>
                <a:buNone/>
                <a:tabLst/>
                <a:defRPr/>
              </a:pPr>
              <a:r>
                <a:rPr kumimoji="0" lang="en-PH" altLang="en-US" sz="1000" b="0" i="1" u="none" strike="noStrike" kern="1200" cap="none" spc="0" normalizeH="0" baseline="0" noProof="0" dirty="0">
                  <a:ln>
                    <a:noFill/>
                  </a:ln>
                  <a:solidFill>
                    <a:srgbClr val="4F6128"/>
                  </a:solidFill>
                  <a:effectLst/>
                  <a:uLnTx/>
                  <a:uFillTx/>
                  <a:latin typeface="Calibri" panose="020F0502020204030204"/>
                  <a:ea typeface="+mn-ea"/>
                  <a:cs typeface="+mn-cs"/>
                </a:rPr>
                <a:t>How to upload document?</a:t>
              </a:r>
            </a:p>
            <a:p>
              <a:pPr marL="228600" marR="0" lvl="0" indent="-136525"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Type the title of the document.</a:t>
              </a:r>
              <a:endParaRPr kumimoji="0" lang="en-US" alt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136525"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Click add button to add the document you want to upload.</a:t>
              </a:r>
            </a:p>
            <a:p>
              <a:pPr marL="228600" marR="0" lvl="0" indent="-136525"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Then click upload button.</a:t>
              </a:r>
            </a:p>
            <a:p>
              <a:pPr marL="228600" marR="0" lvl="0" indent="-136525"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If you want to add more document, click add document button and repeat steps 1 to #3</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8" name="TextBox 17">
            <a:extLst>
              <a:ext uri="{FF2B5EF4-FFF2-40B4-BE49-F238E27FC236}">
                <a16:creationId xmlns:a16="http://schemas.microsoft.com/office/drawing/2014/main" id="{4E9A7810-A520-E2FC-CBF1-824BB7A7C179}"/>
              </a:ext>
            </a:extLst>
          </p:cNvPr>
          <p:cNvSpPr txBox="1"/>
          <p:nvPr/>
        </p:nvSpPr>
        <p:spPr>
          <a:xfrm>
            <a:off x="7110375" y="105354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Other Buttons</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2" name="Picture 1">
            <a:extLst>
              <a:ext uri="{FF2B5EF4-FFF2-40B4-BE49-F238E27FC236}">
                <a16:creationId xmlns:a16="http://schemas.microsoft.com/office/drawing/2014/main" id="{F002692E-29C0-A0B8-BFE3-F536B3D41124}"/>
              </a:ext>
            </a:extLst>
          </p:cNvPr>
          <p:cNvPicPr>
            <a:picLocks noChangeAspect="1"/>
          </p:cNvPicPr>
          <p:nvPr/>
        </p:nvPicPr>
        <p:blipFill>
          <a:blip r:embed="rId5"/>
          <a:stretch>
            <a:fillRect/>
          </a:stretch>
        </p:blipFill>
        <p:spPr>
          <a:xfrm>
            <a:off x="5476369" y="1639196"/>
            <a:ext cx="6408334" cy="2812353"/>
          </a:xfrm>
          <a:prstGeom prst="rect">
            <a:avLst/>
          </a:prstGeom>
        </p:spPr>
      </p:pic>
    </p:spTree>
    <p:extLst>
      <p:ext uri="{BB962C8B-B14F-4D97-AF65-F5344CB8AC3E}">
        <p14:creationId xmlns:p14="http://schemas.microsoft.com/office/powerpoint/2010/main" val="12436681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1038</Words>
  <Application>Microsoft Office PowerPoint</Application>
  <PresentationFormat>Widescreen</PresentationFormat>
  <Paragraphs>139</Paragraphs>
  <Slides>10</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10</vt:i4>
      </vt:variant>
    </vt:vector>
  </HeadingPairs>
  <TitlesOfParts>
    <vt:vector size="18" baseType="lpstr">
      <vt:lpstr>Animosa Extra Bold</vt:lpstr>
      <vt:lpstr>Arial</vt:lpstr>
      <vt:lpstr>Bodoni MT Condensed</vt:lpstr>
      <vt:lpstr>Calibri</vt:lpstr>
      <vt:lpstr>Calibri Light</vt:lpstr>
      <vt:lpstr>Chivo Light</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3</cp:revision>
  <dcterms:created xsi:type="dcterms:W3CDTF">2023-01-10T04:13:01Z</dcterms:created>
  <dcterms:modified xsi:type="dcterms:W3CDTF">2023-01-10T04:16:18Z</dcterms:modified>
</cp:coreProperties>
</file>