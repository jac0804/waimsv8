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2" r:id="rId5"/>
    <p:sldId id="283" r:id="rId6"/>
    <p:sldId id="284" r:id="rId7"/>
    <p:sldId id="285" r:id="rId8"/>
    <p:sldId id="286" r:id="rId9"/>
    <p:sldId id="287" r:id="rId10"/>
    <p:sldId id="400" r:id="rId11"/>
    <p:sldId id="28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715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419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642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75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0996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538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8946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28443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624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1742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40494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84079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4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General Journal</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accounting adjustments is recorded.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General Journal module under Accounting, general journal transactions list will display based on filtered date and status in the general journal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370040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B5663DEA-2538-703F-CA05-BE4608872A52}"/>
              </a:ext>
            </a:extLst>
          </p:cNvPr>
          <p:cNvGrpSpPr/>
          <p:nvPr/>
        </p:nvGrpSpPr>
        <p:grpSpPr>
          <a:xfrm>
            <a:off x="5354636" y="2062738"/>
            <a:ext cx="6083300" cy="1637665"/>
            <a:chOff x="0" y="0"/>
            <a:chExt cx="6083764" cy="1637665"/>
          </a:xfrm>
        </p:grpSpPr>
        <p:grpSp>
          <p:nvGrpSpPr>
            <p:cNvPr id="3" name="Group 2">
              <a:extLst>
                <a:ext uri="{FF2B5EF4-FFF2-40B4-BE49-F238E27FC236}">
                  <a16:creationId xmlns:a16="http://schemas.microsoft.com/office/drawing/2014/main" id="{2927358D-340A-CC56-C4B1-CB0A51E71540}"/>
                </a:ext>
              </a:extLst>
            </p:cNvPr>
            <p:cNvGrpSpPr/>
            <p:nvPr/>
          </p:nvGrpSpPr>
          <p:grpSpPr>
            <a:xfrm>
              <a:off x="0" y="0"/>
              <a:ext cx="5986393" cy="1637665"/>
              <a:chOff x="0" y="0"/>
              <a:chExt cx="5986393" cy="1637665"/>
            </a:xfrm>
          </p:grpSpPr>
          <p:grpSp>
            <p:nvGrpSpPr>
              <p:cNvPr id="8" name="Group 7">
                <a:extLst>
                  <a:ext uri="{FF2B5EF4-FFF2-40B4-BE49-F238E27FC236}">
                    <a16:creationId xmlns:a16="http://schemas.microsoft.com/office/drawing/2014/main" id="{7235210B-E163-9929-F943-58FC0065F6E2}"/>
                  </a:ext>
                </a:extLst>
              </p:cNvPr>
              <p:cNvGrpSpPr/>
              <p:nvPr/>
            </p:nvGrpSpPr>
            <p:grpSpPr>
              <a:xfrm>
                <a:off x="0" y="0"/>
                <a:ext cx="5984240" cy="1271905"/>
                <a:chOff x="0" y="0"/>
                <a:chExt cx="5984240" cy="1271905"/>
              </a:xfrm>
            </p:grpSpPr>
            <p:pic>
              <p:nvPicPr>
                <p:cNvPr id="10" name="Picture 9">
                  <a:extLst>
                    <a:ext uri="{FF2B5EF4-FFF2-40B4-BE49-F238E27FC236}">
                      <a16:creationId xmlns:a16="http://schemas.microsoft.com/office/drawing/2014/main" id="{5CB3489D-77F3-C441-0580-2A97FE2D0D88}"/>
                    </a:ext>
                  </a:extLst>
                </p:cNvPr>
                <p:cNvPicPr>
                  <a:picLocks noChangeAspect="1"/>
                </p:cNvPicPr>
                <p:nvPr/>
              </p:nvPicPr>
              <p:blipFill rotWithShape="1">
                <a:blip r:embed="rId3">
                  <a:extLst>
                    <a:ext uri="{28A0092B-C50C-407E-A947-70E740481C1C}">
                      <a14:useLocalDpi xmlns:a14="http://schemas.microsoft.com/office/drawing/2010/main" val="0"/>
                    </a:ext>
                  </a:extLst>
                </a:blip>
                <a:srcRect b="27828"/>
                <a:stretch/>
              </p:blipFill>
              <p:spPr bwMode="auto">
                <a:xfrm>
                  <a:off x="0" y="0"/>
                  <a:ext cx="5984240" cy="1271905"/>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F7B5AA81-B025-18B1-A846-A689A02BA7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4" y="1073426"/>
                  <a:ext cx="849630" cy="163195"/>
                </a:xfrm>
                <a:prstGeom prst="rect">
                  <a:avLst/>
                </a:prstGeom>
              </p:spPr>
            </p:pic>
          </p:grpSp>
          <p:pic>
            <p:nvPicPr>
              <p:cNvPr id="9" name="Picture 8">
                <a:extLst>
                  <a:ext uri="{FF2B5EF4-FFF2-40B4-BE49-F238E27FC236}">
                    <a16:creationId xmlns:a16="http://schemas.microsoft.com/office/drawing/2014/main" id="{F486555F-4B2F-4AAF-4017-90AD7CA331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643" y="0"/>
                <a:ext cx="5111750" cy="1637665"/>
              </a:xfrm>
              <a:prstGeom prst="rect">
                <a:avLst/>
              </a:prstGeom>
            </p:spPr>
          </p:pic>
        </p:grpSp>
        <p:sp>
          <p:nvSpPr>
            <p:cNvPr id="5" name="Rectangle 4">
              <a:extLst>
                <a:ext uri="{FF2B5EF4-FFF2-40B4-BE49-F238E27FC236}">
                  <a16:creationId xmlns:a16="http://schemas.microsoft.com/office/drawing/2014/main" id="{581705E1-30A3-69EE-A031-99236E39210B}"/>
                </a:ext>
              </a:extLst>
            </p:cNvPr>
            <p:cNvSpPr/>
            <p:nvPr/>
          </p:nvSpPr>
          <p:spPr>
            <a:xfrm>
              <a:off x="948519" y="750627"/>
              <a:ext cx="5135245" cy="7545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4A77C2-6DCB-E888-15CC-C0FBCCB7346F}"/>
                </a:ext>
              </a:extLst>
            </p:cNvPr>
            <p:cNvSpPr/>
            <p:nvPr/>
          </p:nvSpPr>
          <p:spPr>
            <a:xfrm>
              <a:off x="0" y="873456"/>
              <a:ext cx="841485" cy="165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General Journal – Main Window, you will notice a create button in the upper left of the window. Click the create button and you will be redirect general journal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supplier. Search and select a customer/ supplier</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7" name="Group 16">
            <a:extLst>
              <a:ext uri="{FF2B5EF4-FFF2-40B4-BE49-F238E27FC236}">
                <a16:creationId xmlns:a16="http://schemas.microsoft.com/office/drawing/2014/main" id="{A5D78817-A67E-2B04-E8C7-16F6C4C34952}"/>
              </a:ext>
            </a:extLst>
          </p:cNvPr>
          <p:cNvGrpSpPr/>
          <p:nvPr/>
        </p:nvGrpSpPr>
        <p:grpSpPr>
          <a:xfrm>
            <a:off x="5563305" y="1222309"/>
            <a:ext cx="5823585" cy="1033145"/>
            <a:chOff x="0" y="0"/>
            <a:chExt cx="5823585" cy="1033145"/>
          </a:xfrm>
        </p:grpSpPr>
        <p:pic>
          <p:nvPicPr>
            <p:cNvPr id="22" name="Picture 21">
              <a:extLst>
                <a:ext uri="{FF2B5EF4-FFF2-40B4-BE49-F238E27FC236}">
                  <a16:creationId xmlns:a16="http://schemas.microsoft.com/office/drawing/2014/main" id="{E7CD5B2A-E1DF-A003-1AF3-B228BB6D6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823585" cy="1033145"/>
            </a:xfrm>
            <a:prstGeom prst="rect">
              <a:avLst/>
            </a:prstGeom>
          </p:spPr>
        </p:pic>
        <p:grpSp>
          <p:nvGrpSpPr>
            <p:cNvPr id="24" name="Group 23">
              <a:extLst>
                <a:ext uri="{FF2B5EF4-FFF2-40B4-BE49-F238E27FC236}">
                  <a16:creationId xmlns:a16="http://schemas.microsoft.com/office/drawing/2014/main" id="{01C188FE-D51D-015F-8F04-7AF5D38534BD}"/>
                </a:ext>
              </a:extLst>
            </p:cNvPr>
            <p:cNvGrpSpPr/>
            <p:nvPr/>
          </p:nvGrpSpPr>
          <p:grpSpPr>
            <a:xfrm>
              <a:off x="6824" y="245660"/>
              <a:ext cx="1209675" cy="276225"/>
              <a:chOff x="0" y="0"/>
              <a:chExt cx="1209675" cy="276225"/>
            </a:xfrm>
          </p:grpSpPr>
          <p:sp>
            <p:nvSpPr>
              <p:cNvPr id="25" name="Rectangle 24">
                <a:extLst>
                  <a:ext uri="{FF2B5EF4-FFF2-40B4-BE49-F238E27FC236}">
                    <a16:creationId xmlns:a16="http://schemas.microsoft.com/office/drawing/2014/main" id="{BFB212D8-DF62-0776-94E6-532B5C91BC0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E0B250D-0AC6-19A4-54C3-EA078F80947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196">
                <a:extLst>
                  <a:ext uri="{FF2B5EF4-FFF2-40B4-BE49-F238E27FC236}">
                    <a16:creationId xmlns:a16="http://schemas.microsoft.com/office/drawing/2014/main" id="{27F3B889-DCB1-DACC-7A9A-00F37D8C32F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15" name="Group 14">
            <a:extLst>
              <a:ext uri="{FF2B5EF4-FFF2-40B4-BE49-F238E27FC236}">
                <a16:creationId xmlns:a16="http://schemas.microsoft.com/office/drawing/2014/main" id="{906AD652-2649-CC93-04AF-3FC6E0BB91F1}"/>
              </a:ext>
            </a:extLst>
          </p:cNvPr>
          <p:cNvGrpSpPr/>
          <p:nvPr/>
        </p:nvGrpSpPr>
        <p:grpSpPr>
          <a:xfrm>
            <a:off x="5197545" y="3031556"/>
            <a:ext cx="6189345" cy="2604135"/>
            <a:chOff x="0" y="0"/>
            <a:chExt cx="6189345" cy="2604135"/>
          </a:xfrm>
        </p:grpSpPr>
        <p:grpSp>
          <p:nvGrpSpPr>
            <p:cNvPr id="16" name="Group 15">
              <a:extLst>
                <a:ext uri="{FF2B5EF4-FFF2-40B4-BE49-F238E27FC236}">
                  <a16:creationId xmlns:a16="http://schemas.microsoft.com/office/drawing/2014/main" id="{80624E0C-81CE-5E53-2144-8ACEEC88C6AB}"/>
                </a:ext>
              </a:extLst>
            </p:cNvPr>
            <p:cNvGrpSpPr/>
            <p:nvPr/>
          </p:nvGrpSpPr>
          <p:grpSpPr>
            <a:xfrm>
              <a:off x="0" y="0"/>
              <a:ext cx="6189345" cy="2604135"/>
              <a:chOff x="0" y="0"/>
              <a:chExt cx="6189345" cy="2604135"/>
            </a:xfrm>
          </p:grpSpPr>
          <p:pic>
            <p:nvPicPr>
              <p:cNvPr id="19" name="Picture 18">
                <a:extLst>
                  <a:ext uri="{FF2B5EF4-FFF2-40B4-BE49-F238E27FC236}">
                    <a16:creationId xmlns:a16="http://schemas.microsoft.com/office/drawing/2014/main" id="{B023F24B-3725-51A3-D329-803908A678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6189345" cy="2604135"/>
              </a:xfrm>
              <a:prstGeom prst="rect">
                <a:avLst/>
              </a:prstGeom>
            </p:spPr>
          </p:pic>
          <p:grpSp>
            <p:nvGrpSpPr>
              <p:cNvPr id="30" name="Group 29">
                <a:extLst>
                  <a:ext uri="{FF2B5EF4-FFF2-40B4-BE49-F238E27FC236}">
                    <a16:creationId xmlns:a16="http://schemas.microsoft.com/office/drawing/2014/main" id="{EDA7FFD2-88FB-6913-0487-7362681F67DA}"/>
                  </a:ext>
                </a:extLst>
              </p:cNvPr>
              <p:cNvGrpSpPr/>
              <p:nvPr/>
            </p:nvGrpSpPr>
            <p:grpSpPr>
              <a:xfrm>
                <a:off x="457200" y="784746"/>
                <a:ext cx="5571763" cy="487734"/>
                <a:chOff x="-4022453" y="183411"/>
                <a:chExt cx="5604480" cy="566290"/>
              </a:xfrm>
            </p:grpSpPr>
            <p:sp>
              <p:nvSpPr>
                <p:cNvPr id="32" name="Rectangle 31">
                  <a:extLst>
                    <a:ext uri="{FF2B5EF4-FFF2-40B4-BE49-F238E27FC236}">
                      <a16:creationId xmlns:a16="http://schemas.microsoft.com/office/drawing/2014/main" id="{02BF04D5-5435-BC29-F01F-C642D592D00C}"/>
                    </a:ext>
                  </a:extLst>
                </p:cNvPr>
                <p:cNvSpPr/>
                <p:nvPr/>
              </p:nvSpPr>
              <p:spPr>
                <a:xfrm>
                  <a:off x="-4022453" y="384058"/>
                  <a:ext cx="5326425"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97ACB03-F2B1-A9F1-EE9F-91966C0B1BEC}"/>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1">
                  <a:extLst>
                    <a:ext uri="{FF2B5EF4-FFF2-40B4-BE49-F238E27FC236}">
                      <a16:creationId xmlns:a16="http://schemas.microsoft.com/office/drawing/2014/main" id="{792DA742-79A5-A9F8-CA0E-E801E829D275}"/>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1" name="Text Box 241">
                <a:extLst>
                  <a:ext uri="{FF2B5EF4-FFF2-40B4-BE49-F238E27FC236}">
                    <a16:creationId xmlns:a16="http://schemas.microsoft.com/office/drawing/2014/main" id="{07C6D035-A7C4-94AD-0CA5-210FCE58767D}"/>
                  </a:ext>
                </a:extLst>
              </p:cNvPr>
              <p:cNvSpPr txBox="1">
                <a:spLocks noChangeArrowheads="1"/>
              </p:cNvSpPr>
              <p:nvPr/>
            </p:nvSpPr>
            <p:spPr bwMode="auto">
              <a:xfrm>
                <a:off x="1419367" y="1317009"/>
                <a:ext cx="2786492"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supplier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pic>
          <p:nvPicPr>
            <p:cNvPr id="18" name="Picture 17">
              <a:extLst>
                <a:ext uri="{FF2B5EF4-FFF2-40B4-BE49-F238E27FC236}">
                  <a16:creationId xmlns:a16="http://schemas.microsoft.com/office/drawing/2014/main" id="{45445418-2B64-5D92-15BF-E6E472C704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689" y="6824"/>
              <a:ext cx="1646555" cy="161290"/>
            </a:xfrm>
            <a:prstGeom prst="rect">
              <a:avLst/>
            </a:prstGeom>
          </p:spPr>
        </p:pic>
      </p:gr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supplier, you will be redirect in general journal – main form where you will encode the other necessary information of the transaction and record the journal entry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DC69C6-E34F-30AD-B540-DA5BD0A871EA}"/>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197DF6B-9214-795A-4CAF-B86B66B2007A}"/>
              </a:ext>
            </a:extLst>
          </p:cNvPr>
          <p:cNvPicPr>
            <a:picLocks noChangeAspect="1"/>
          </p:cNvPicPr>
          <p:nvPr/>
        </p:nvPicPr>
        <p:blipFill>
          <a:blip r:embed="rId2"/>
          <a:stretch>
            <a:fillRect/>
          </a:stretch>
        </p:blipFill>
        <p:spPr>
          <a:xfrm>
            <a:off x="5475867" y="247993"/>
            <a:ext cx="6065822" cy="3363281"/>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63193" y="1414520"/>
            <a:ext cx="3914825" cy="14264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customer/ supplier, some details such as address, date are automatically plotted in their respective field.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 </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1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1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921662EE-7930-6611-ACC8-9E97BB60BB01}"/>
              </a:ext>
            </a:extLst>
          </p:cNvPr>
          <p:cNvGrpSpPr/>
          <p:nvPr/>
        </p:nvGrpSpPr>
        <p:grpSpPr>
          <a:xfrm>
            <a:off x="4631951" y="655233"/>
            <a:ext cx="6888324" cy="2992778"/>
            <a:chOff x="59775" y="341194"/>
            <a:chExt cx="6888508" cy="2993344"/>
          </a:xfrm>
        </p:grpSpPr>
        <p:sp>
          <p:nvSpPr>
            <p:cNvPr id="8" name="Rectangle 7">
              <a:extLst>
                <a:ext uri="{FF2B5EF4-FFF2-40B4-BE49-F238E27FC236}">
                  <a16:creationId xmlns:a16="http://schemas.microsoft.com/office/drawing/2014/main" id="{1A224AB9-0FD4-0EFE-4078-5AD10F187D8C}"/>
                </a:ext>
              </a:extLst>
            </p:cNvPr>
            <p:cNvSpPr/>
            <p:nvPr/>
          </p:nvSpPr>
          <p:spPr>
            <a:xfrm>
              <a:off x="903713" y="737378"/>
              <a:ext cx="5822950" cy="116202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C4C6A03-0F12-B33F-3878-E659E54D603B}"/>
                </a:ext>
              </a:extLst>
            </p:cNvPr>
            <p:cNvSpPr/>
            <p:nvPr/>
          </p:nvSpPr>
          <p:spPr>
            <a:xfrm>
              <a:off x="912748" y="2241580"/>
              <a:ext cx="5822950" cy="109295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 Box 1208">
              <a:extLst>
                <a:ext uri="{FF2B5EF4-FFF2-40B4-BE49-F238E27FC236}">
                  <a16:creationId xmlns:a16="http://schemas.microsoft.com/office/drawing/2014/main" id="{D8482B7D-CD7B-F4AC-58D4-7D89ECBEF6C3}"/>
                </a:ext>
              </a:extLst>
            </p:cNvPr>
            <p:cNvSpPr txBox="1"/>
            <p:nvPr/>
          </p:nvSpPr>
          <p:spPr>
            <a:xfrm>
              <a:off x="59775" y="224158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1" name="Text Box 1202">
              <a:extLst>
                <a:ext uri="{FF2B5EF4-FFF2-40B4-BE49-F238E27FC236}">
                  <a16:creationId xmlns:a16="http://schemas.microsoft.com/office/drawing/2014/main" id="{A601481C-5941-6831-BF2A-1CCC7F565BD1}"/>
                </a:ext>
              </a:extLst>
            </p:cNvPr>
            <p:cNvSpPr txBox="1"/>
            <p:nvPr/>
          </p:nvSpPr>
          <p:spPr>
            <a:xfrm>
              <a:off x="65585" y="75830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2" name="Text Box 1203">
              <a:extLst>
                <a:ext uri="{FF2B5EF4-FFF2-40B4-BE49-F238E27FC236}">
                  <a16:creationId xmlns:a16="http://schemas.microsoft.com/office/drawing/2014/main" id="{5540C61A-CEB6-93FF-A550-B5C7C909AB43}"/>
                </a:ext>
              </a:extLst>
            </p:cNvPr>
            <p:cNvSpPr txBox="1"/>
            <p:nvPr/>
          </p:nvSpPr>
          <p:spPr>
            <a:xfrm>
              <a:off x="5424985" y="10440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4.2</a:t>
              </a:r>
            </a:p>
          </p:txBody>
        </p:sp>
        <p:sp>
          <p:nvSpPr>
            <p:cNvPr id="13" name="Rectangle 12">
              <a:extLst>
                <a:ext uri="{FF2B5EF4-FFF2-40B4-BE49-F238E27FC236}">
                  <a16:creationId xmlns:a16="http://schemas.microsoft.com/office/drawing/2014/main" id="{78AFD747-C0AE-1D75-D5A9-8F37B48F180B}"/>
                </a:ext>
              </a:extLst>
            </p:cNvPr>
            <p:cNvSpPr/>
            <p:nvPr/>
          </p:nvSpPr>
          <p:spPr>
            <a:xfrm>
              <a:off x="5261212" y="457200"/>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0A9453A-3872-9696-CC52-EE42ACD81370}"/>
                </a:ext>
              </a:extLst>
            </p:cNvPr>
            <p:cNvCxnSpPr/>
            <p:nvPr/>
          </p:nvCxnSpPr>
          <p:spPr>
            <a:xfrm>
              <a:off x="5650173" y="45975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199">
              <a:extLst>
                <a:ext uri="{FF2B5EF4-FFF2-40B4-BE49-F238E27FC236}">
                  <a16:creationId xmlns:a16="http://schemas.microsoft.com/office/drawing/2014/main" id="{D2E7551C-007F-4DE2-1316-152C183642D3}"/>
                </a:ext>
              </a:extLst>
            </p:cNvPr>
            <p:cNvSpPr txBox="1"/>
            <p:nvPr/>
          </p:nvSpPr>
          <p:spPr>
            <a:xfrm>
              <a:off x="5854890" y="34119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4.3</a:t>
              </a:r>
            </a:p>
          </p:txBody>
        </p:sp>
        <p:sp>
          <p:nvSpPr>
            <p:cNvPr id="29" name="Rectangle 28">
              <a:extLst>
                <a:ext uri="{FF2B5EF4-FFF2-40B4-BE49-F238E27FC236}">
                  <a16:creationId xmlns:a16="http://schemas.microsoft.com/office/drawing/2014/main" id="{9E57D1B9-C2D6-A6A3-D367-C51AAB4BDE05}"/>
                </a:ext>
              </a:extLst>
            </p:cNvPr>
            <p:cNvSpPr/>
            <p:nvPr/>
          </p:nvSpPr>
          <p:spPr>
            <a:xfrm>
              <a:off x="6199466" y="1934646"/>
              <a:ext cx="748817" cy="27552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Text Box 1206">
              <a:extLst>
                <a:ext uri="{FF2B5EF4-FFF2-40B4-BE49-F238E27FC236}">
                  <a16:creationId xmlns:a16="http://schemas.microsoft.com/office/drawing/2014/main" id="{745827D0-08FA-6615-A358-29FC39A2CA3A}"/>
                </a:ext>
              </a:extLst>
            </p:cNvPr>
            <p:cNvSpPr txBox="1"/>
            <p:nvPr/>
          </p:nvSpPr>
          <p:spPr>
            <a:xfrm>
              <a:off x="6329755" y="221017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5.6</a:t>
              </a:r>
            </a:p>
          </p:txBody>
        </p:sp>
        <p:sp>
          <p:nvSpPr>
            <p:cNvPr id="37" name="Rectangle 36">
              <a:extLst>
                <a:ext uri="{FF2B5EF4-FFF2-40B4-BE49-F238E27FC236}">
                  <a16:creationId xmlns:a16="http://schemas.microsoft.com/office/drawing/2014/main" id="{92FC0C01-768A-15B4-F99F-D2CE077BA756}"/>
                </a:ext>
              </a:extLst>
            </p:cNvPr>
            <p:cNvSpPr/>
            <p:nvPr/>
          </p:nvSpPr>
          <p:spPr>
            <a:xfrm>
              <a:off x="1517557" y="1960619"/>
              <a:ext cx="471112" cy="2724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Text Box 1335">
              <a:extLst>
                <a:ext uri="{FF2B5EF4-FFF2-40B4-BE49-F238E27FC236}">
                  <a16:creationId xmlns:a16="http://schemas.microsoft.com/office/drawing/2014/main" id="{20B2C182-40FB-414E-7D45-3A63B733C5A6}"/>
                </a:ext>
              </a:extLst>
            </p:cNvPr>
            <p:cNvSpPr txBox="1"/>
            <p:nvPr/>
          </p:nvSpPr>
          <p:spPr>
            <a:xfrm>
              <a:off x="1513689" y="224158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40" name="Rectangle 39">
              <a:extLst>
                <a:ext uri="{FF2B5EF4-FFF2-40B4-BE49-F238E27FC236}">
                  <a16:creationId xmlns:a16="http://schemas.microsoft.com/office/drawing/2014/main" id="{9D84CB5C-A167-DB53-36AA-D0669C32CF68}"/>
                </a:ext>
              </a:extLst>
            </p:cNvPr>
            <p:cNvSpPr/>
            <p:nvPr/>
          </p:nvSpPr>
          <p:spPr>
            <a:xfrm>
              <a:off x="2085056" y="1960619"/>
              <a:ext cx="521323" cy="26548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Text Box 1337">
              <a:extLst>
                <a:ext uri="{FF2B5EF4-FFF2-40B4-BE49-F238E27FC236}">
                  <a16:creationId xmlns:a16="http://schemas.microsoft.com/office/drawing/2014/main" id="{EE852AC9-AD4D-D0E0-E012-9D14717E8BE6}"/>
                </a:ext>
              </a:extLst>
            </p:cNvPr>
            <p:cNvSpPr txBox="1"/>
            <p:nvPr/>
          </p:nvSpPr>
          <p:spPr>
            <a:xfrm>
              <a:off x="2095686" y="226285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5.4</a:t>
              </a:r>
            </a:p>
          </p:txBody>
        </p:sp>
      </p:grpSp>
      <p:sp>
        <p:nvSpPr>
          <p:cNvPr id="3" name="Text Box 1210">
            <a:extLst>
              <a:ext uri="{FF2B5EF4-FFF2-40B4-BE49-F238E27FC236}">
                <a16:creationId xmlns:a16="http://schemas.microsoft.com/office/drawing/2014/main" id="{1CFF90FA-1377-7FA9-BD4C-5BD9C78BFC6F}"/>
              </a:ext>
            </a:extLst>
          </p:cNvPr>
          <p:cNvSpPr txBox="1"/>
          <p:nvPr/>
        </p:nvSpPr>
        <p:spPr>
          <a:xfrm>
            <a:off x="163664" y="3058422"/>
            <a:ext cx="4271904" cy="33632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1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Unpaid</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This is where unpaid receivables and payables are floated.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 </a:t>
            </a:r>
            <a:r>
              <a:rPr kumimoji="0" lang="en-US" sz="11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Received checks</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This is where received checks are floated. If there are reversals such as bounced checks, this is where you will pick up the checks recorded in received payment module.</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5.3 </a:t>
            </a:r>
            <a:r>
              <a:rPr kumimoji="0" lang="en-US" sz="11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CA</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This is where transactions of cash advances recorded in cash/check voucher module are floated.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457200" marR="0" lvl="1" indent="0" algn="just" defTabSz="914400" rtl="0" eaLnBrk="1" fontAlgn="auto" latinLnBrk="0" hangingPunct="1">
              <a:lnSpc>
                <a:spcPct val="15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5.4 </a:t>
            </a:r>
            <a:r>
              <a:rPr kumimoji="0" lang="en-US" sz="11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Add Account :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this to select other account. By clicking add new account, add the necessary details by following the instructions below.</a:t>
            </a:r>
            <a:r>
              <a:rPr kumimoji="0" lang="en-PH" sz="11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15" name="TextBox 14">
            <a:extLst>
              <a:ext uri="{FF2B5EF4-FFF2-40B4-BE49-F238E27FC236}">
                <a16:creationId xmlns:a16="http://schemas.microsoft.com/office/drawing/2014/main" id="{49965681-AD19-BC98-9BF2-B1A9449762F4}"/>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35A660-5B60-1CB3-304A-5CB0D9982CC9}"/>
              </a:ext>
            </a:extLst>
          </p:cNvPr>
          <p:cNvSpPr/>
          <p:nvPr/>
        </p:nvSpPr>
        <p:spPr>
          <a:xfrm>
            <a:off x="8919947" y="2221680"/>
            <a:ext cx="660152" cy="2823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 Box 1337">
            <a:extLst>
              <a:ext uri="{FF2B5EF4-FFF2-40B4-BE49-F238E27FC236}">
                <a16:creationId xmlns:a16="http://schemas.microsoft.com/office/drawing/2014/main" id="{0C443783-D51E-8168-E9A1-3AB73852376E}"/>
              </a:ext>
            </a:extLst>
          </p:cNvPr>
          <p:cNvSpPr txBox="1"/>
          <p:nvPr/>
        </p:nvSpPr>
        <p:spPr>
          <a:xfrm>
            <a:off x="8930576" y="2523856"/>
            <a:ext cx="474967" cy="28569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sp>
        <p:nvSpPr>
          <p:cNvPr id="19" name="Rectangle 18">
            <a:extLst>
              <a:ext uri="{FF2B5EF4-FFF2-40B4-BE49-F238E27FC236}">
                <a16:creationId xmlns:a16="http://schemas.microsoft.com/office/drawing/2014/main" id="{9DD20CE9-DE76-B74B-5944-C72600C1C3FA}"/>
              </a:ext>
            </a:extLst>
          </p:cNvPr>
          <p:cNvSpPr/>
          <p:nvPr/>
        </p:nvSpPr>
        <p:spPr>
          <a:xfrm>
            <a:off x="9622059" y="2232664"/>
            <a:ext cx="386682" cy="2823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 Box 1337">
            <a:extLst>
              <a:ext uri="{FF2B5EF4-FFF2-40B4-BE49-F238E27FC236}">
                <a16:creationId xmlns:a16="http://schemas.microsoft.com/office/drawing/2014/main" id="{D962D4DD-BA28-EDF4-72FB-4ACFBB811655}"/>
              </a:ext>
            </a:extLst>
          </p:cNvPr>
          <p:cNvSpPr txBox="1"/>
          <p:nvPr/>
        </p:nvSpPr>
        <p:spPr>
          <a:xfrm>
            <a:off x="9586832" y="2528958"/>
            <a:ext cx="474967" cy="28569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5.3</a:t>
            </a:r>
          </a:p>
        </p:txBody>
      </p:sp>
      <p:sp>
        <p:nvSpPr>
          <p:cNvPr id="24" name="Rectangle 23">
            <a:extLst>
              <a:ext uri="{FF2B5EF4-FFF2-40B4-BE49-F238E27FC236}">
                <a16:creationId xmlns:a16="http://schemas.microsoft.com/office/drawing/2014/main" id="{047785D6-AD1B-E068-1111-CE0E55EA08D4}"/>
              </a:ext>
            </a:extLst>
          </p:cNvPr>
          <p:cNvSpPr/>
          <p:nvPr/>
        </p:nvSpPr>
        <p:spPr>
          <a:xfrm>
            <a:off x="10130835" y="2274353"/>
            <a:ext cx="521308" cy="2598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ext Box 1337">
            <a:extLst>
              <a:ext uri="{FF2B5EF4-FFF2-40B4-BE49-F238E27FC236}">
                <a16:creationId xmlns:a16="http://schemas.microsoft.com/office/drawing/2014/main" id="{B7D25A27-147E-A48B-2854-9EEB23FDA07A}"/>
              </a:ext>
            </a:extLst>
          </p:cNvPr>
          <p:cNvSpPr txBox="1"/>
          <p:nvPr/>
        </p:nvSpPr>
        <p:spPr>
          <a:xfrm>
            <a:off x="10146681" y="2542720"/>
            <a:ext cx="474967" cy="28569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5.5</a:t>
            </a:r>
          </a:p>
        </p:txBody>
      </p:sp>
      <p:grpSp>
        <p:nvGrpSpPr>
          <p:cNvPr id="42" name="Group 41">
            <a:extLst>
              <a:ext uri="{FF2B5EF4-FFF2-40B4-BE49-F238E27FC236}">
                <a16:creationId xmlns:a16="http://schemas.microsoft.com/office/drawing/2014/main" id="{000AA706-0FA2-73BA-54A4-FFDBDC0340BF}"/>
              </a:ext>
            </a:extLst>
          </p:cNvPr>
          <p:cNvGrpSpPr/>
          <p:nvPr/>
        </p:nvGrpSpPr>
        <p:grpSpPr>
          <a:xfrm>
            <a:off x="5484901" y="3721687"/>
            <a:ext cx="5906135" cy="2949575"/>
            <a:chOff x="5484901" y="3721687"/>
            <a:chExt cx="5906135" cy="2949575"/>
          </a:xfrm>
        </p:grpSpPr>
        <p:pic>
          <p:nvPicPr>
            <p:cNvPr id="26" name="Picture 25">
              <a:extLst>
                <a:ext uri="{FF2B5EF4-FFF2-40B4-BE49-F238E27FC236}">
                  <a16:creationId xmlns:a16="http://schemas.microsoft.com/office/drawing/2014/main" id="{3B54409F-BADB-BD42-E0CA-70F93A4C57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84901" y="3721687"/>
              <a:ext cx="5906135" cy="1947545"/>
            </a:xfrm>
            <a:prstGeom prst="rect">
              <a:avLst/>
            </a:prstGeom>
          </p:spPr>
        </p:pic>
        <p:pic>
          <p:nvPicPr>
            <p:cNvPr id="27" name="Picture 26">
              <a:extLst>
                <a:ext uri="{FF2B5EF4-FFF2-40B4-BE49-F238E27FC236}">
                  <a16:creationId xmlns:a16="http://schemas.microsoft.com/office/drawing/2014/main" id="{09879D60-0F8A-86A6-6824-4A45B59957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49696" y="4693872"/>
              <a:ext cx="3716655" cy="1977390"/>
            </a:xfrm>
            <a:prstGeom prst="rect">
              <a:avLst/>
            </a:prstGeom>
          </p:spPr>
        </p:pic>
        <p:sp>
          <p:nvSpPr>
            <p:cNvPr id="31" name="Rectangle 1222">
              <a:extLst>
                <a:ext uri="{FF2B5EF4-FFF2-40B4-BE49-F238E27FC236}">
                  <a16:creationId xmlns:a16="http://schemas.microsoft.com/office/drawing/2014/main" id="{D7530971-6540-E39B-0BC3-3E5A5432757E}"/>
                </a:ext>
              </a:extLst>
            </p:cNvPr>
            <p:cNvSpPr>
              <a:spLocks noChangeArrowheads="1"/>
            </p:cNvSpPr>
            <p:nvPr/>
          </p:nvSpPr>
          <p:spPr bwMode="auto">
            <a:xfrm>
              <a:off x="5832404" y="4856193"/>
              <a:ext cx="3551238" cy="3556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Box 3">
              <a:extLst>
                <a:ext uri="{FF2B5EF4-FFF2-40B4-BE49-F238E27FC236}">
                  <a16:creationId xmlns:a16="http://schemas.microsoft.com/office/drawing/2014/main" id="{4EC0B3A1-262D-468A-8082-322E9426F4C2}"/>
                </a:ext>
              </a:extLst>
            </p:cNvPr>
            <p:cNvSpPr txBox="1">
              <a:spLocks noChangeArrowheads="1"/>
            </p:cNvSpPr>
            <p:nvPr/>
          </p:nvSpPr>
          <p:spPr bwMode="auto">
            <a:xfrm>
              <a:off x="5492746" y="5417747"/>
              <a:ext cx="3098099" cy="752500"/>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360363"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	How to search an account?	</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150813"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account name in the search bar.</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150813"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685800" marR="0" lvl="1" indent="-150813" algn="l" defTabSz="914400" rtl="0" eaLnBrk="0" fontAlgn="base" latinLnBrk="0" hangingPunct="0">
                <a:lnSpc>
                  <a:spcPct val="78000"/>
                </a:lnSpc>
                <a:spcBef>
                  <a:spcPct val="0"/>
                </a:spcBef>
                <a:spcAft>
                  <a:spcPct val="0"/>
                </a:spcAft>
                <a:buClrTx/>
                <a:buSzTx/>
                <a:buFont typeface="+mj-lt"/>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account.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Rectangle 1219">
              <a:extLst>
                <a:ext uri="{FF2B5EF4-FFF2-40B4-BE49-F238E27FC236}">
                  <a16:creationId xmlns:a16="http://schemas.microsoft.com/office/drawing/2014/main" id="{68B00791-2F15-91E0-C453-4F73DACBDD03}"/>
                </a:ext>
              </a:extLst>
            </p:cNvPr>
            <p:cNvSpPr>
              <a:spLocks noChangeArrowheads="1"/>
            </p:cNvSpPr>
            <p:nvPr/>
          </p:nvSpPr>
          <p:spPr bwMode="auto">
            <a:xfrm>
              <a:off x="8437968" y="4425074"/>
              <a:ext cx="590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Curved Right Arrow 1221">
              <a:extLst>
                <a:ext uri="{FF2B5EF4-FFF2-40B4-BE49-F238E27FC236}">
                  <a16:creationId xmlns:a16="http://schemas.microsoft.com/office/drawing/2014/main" id="{89DA5B3C-6AA4-3372-90C8-8B92C40B6F8D}"/>
                </a:ext>
              </a:extLst>
            </p:cNvPr>
            <p:cNvSpPr>
              <a:spLocks noChangeArrowheads="1"/>
            </p:cNvSpPr>
            <p:nvPr/>
          </p:nvSpPr>
          <p:spPr bwMode="auto">
            <a:xfrm>
              <a:off x="7809159" y="4443470"/>
              <a:ext cx="546100" cy="546100"/>
            </a:xfrm>
            <a:prstGeom prst="curvedRightArrow">
              <a:avLst>
                <a:gd name="adj1" fmla="val 25000"/>
                <a:gd name="adj2" fmla="val 50000"/>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78507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4F2DB5E-5503-DB3A-FD0E-711120EB750A}"/>
              </a:ext>
            </a:extLst>
          </p:cNvPr>
          <p:cNvPicPr>
            <a:picLocks noChangeAspect="1"/>
          </p:cNvPicPr>
          <p:nvPr/>
        </p:nvPicPr>
        <p:blipFill>
          <a:blip r:embed="rId2"/>
          <a:stretch>
            <a:fillRect/>
          </a:stretch>
        </p:blipFill>
        <p:spPr>
          <a:xfrm>
            <a:off x="5611058" y="696386"/>
            <a:ext cx="6216875" cy="3561369"/>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 name="Group 1">
            <a:extLst>
              <a:ext uri="{FF2B5EF4-FFF2-40B4-BE49-F238E27FC236}">
                <a16:creationId xmlns:a16="http://schemas.microsoft.com/office/drawing/2014/main" id="{8C9B3553-3818-FBB2-832C-EE3C3A89E162}"/>
              </a:ext>
            </a:extLst>
          </p:cNvPr>
          <p:cNvGrpSpPr/>
          <p:nvPr/>
        </p:nvGrpSpPr>
        <p:grpSpPr>
          <a:xfrm>
            <a:off x="7166103" y="1201902"/>
            <a:ext cx="2609029" cy="3429462"/>
            <a:chOff x="1996169" y="696120"/>
            <a:chExt cx="2609029" cy="3429714"/>
          </a:xfrm>
        </p:grpSpPr>
        <p:sp>
          <p:nvSpPr>
            <p:cNvPr id="27" name="Text Box 1237">
              <a:extLst>
                <a:ext uri="{FF2B5EF4-FFF2-40B4-BE49-F238E27FC236}">
                  <a16:creationId xmlns:a16="http://schemas.microsoft.com/office/drawing/2014/main" id="{9DF32455-72CD-8AF9-D3B4-2618559484C9}"/>
                </a:ext>
              </a:extLst>
            </p:cNvPr>
            <p:cNvSpPr txBox="1"/>
            <p:nvPr/>
          </p:nvSpPr>
          <p:spPr>
            <a:xfrm>
              <a:off x="3442367" y="3836970"/>
              <a:ext cx="474980" cy="28105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3</a:t>
              </a:r>
            </a:p>
          </p:txBody>
        </p:sp>
        <p:sp>
          <p:nvSpPr>
            <p:cNvPr id="34" name="Text Box 1235">
              <a:extLst>
                <a:ext uri="{FF2B5EF4-FFF2-40B4-BE49-F238E27FC236}">
                  <a16:creationId xmlns:a16="http://schemas.microsoft.com/office/drawing/2014/main" id="{A8217BBA-B343-F8BF-88FB-AE3256C48469}"/>
                </a:ext>
              </a:extLst>
            </p:cNvPr>
            <p:cNvSpPr txBox="1"/>
            <p:nvPr/>
          </p:nvSpPr>
          <p:spPr>
            <a:xfrm>
              <a:off x="2784545" y="384008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42" name="Text Box 1231">
              <a:extLst>
                <a:ext uri="{FF2B5EF4-FFF2-40B4-BE49-F238E27FC236}">
                  <a16:creationId xmlns:a16="http://schemas.microsoft.com/office/drawing/2014/main" id="{3F89A5FF-A4E5-B99F-9EB8-E14C0C3F1EA2}"/>
                </a:ext>
              </a:extLst>
            </p:cNvPr>
            <p:cNvSpPr txBox="1"/>
            <p:nvPr/>
          </p:nvSpPr>
          <p:spPr>
            <a:xfrm>
              <a:off x="2062636" y="384008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16" name="Rectangle 15">
              <a:extLst>
                <a:ext uri="{FF2B5EF4-FFF2-40B4-BE49-F238E27FC236}">
                  <a16:creationId xmlns:a16="http://schemas.microsoft.com/office/drawing/2014/main" id="{E052F6BF-54CD-1A2F-9FCB-92A4CFA352A8}"/>
                </a:ext>
              </a:extLst>
            </p:cNvPr>
            <p:cNvSpPr/>
            <p:nvPr/>
          </p:nvSpPr>
          <p:spPr>
            <a:xfrm>
              <a:off x="1997483" y="1385904"/>
              <a:ext cx="1914371" cy="4470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352CB656-7214-17F3-E815-AB8C8CB7439C}"/>
                </a:ext>
              </a:extLst>
            </p:cNvPr>
            <p:cNvCxnSpPr/>
            <p:nvPr/>
          </p:nvCxnSpPr>
          <p:spPr>
            <a:xfrm>
              <a:off x="3904442" y="155942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44">
              <a:extLst>
                <a:ext uri="{FF2B5EF4-FFF2-40B4-BE49-F238E27FC236}">
                  <a16:creationId xmlns:a16="http://schemas.microsoft.com/office/drawing/2014/main" id="{6EA3ED4A-DA1D-FCEA-17AE-A823F51853C6}"/>
                </a:ext>
              </a:extLst>
            </p:cNvPr>
            <p:cNvSpPr txBox="1"/>
            <p:nvPr/>
          </p:nvSpPr>
          <p:spPr>
            <a:xfrm>
              <a:off x="4088687" y="1386263"/>
              <a:ext cx="474980" cy="285750"/>
            </a:xfrm>
            <a:prstGeom prst="rect">
              <a:avLst/>
            </a:prstGeom>
            <a:solidFill>
              <a:schemeClr val="accent4">
                <a:lumMod val="20000"/>
                <a:lumOff val="80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sp>
          <p:nvSpPr>
            <p:cNvPr id="19" name="Rectangle 18">
              <a:extLst>
                <a:ext uri="{FF2B5EF4-FFF2-40B4-BE49-F238E27FC236}">
                  <a16:creationId xmlns:a16="http://schemas.microsoft.com/office/drawing/2014/main" id="{7DAF29C9-6C74-9070-4F12-746D3D14BF01}"/>
                </a:ext>
              </a:extLst>
            </p:cNvPr>
            <p:cNvSpPr/>
            <p:nvPr/>
          </p:nvSpPr>
          <p:spPr>
            <a:xfrm>
              <a:off x="1996169" y="1813120"/>
              <a:ext cx="191568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E7ED09EC-4B5C-ED23-FE26-73494952B367}"/>
                </a:ext>
              </a:extLst>
            </p:cNvPr>
            <p:cNvCxnSpPr/>
            <p:nvPr/>
          </p:nvCxnSpPr>
          <p:spPr>
            <a:xfrm>
              <a:off x="3905677" y="195439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242">
              <a:extLst>
                <a:ext uri="{FF2B5EF4-FFF2-40B4-BE49-F238E27FC236}">
                  <a16:creationId xmlns:a16="http://schemas.microsoft.com/office/drawing/2014/main" id="{5247DB89-6CF6-6830-5DB8-D764F0897872}"/>
                </a:ext>
              </a:extLst>
            </p:cNvPr>
            <p:cNvSpPr txBox="1"/>
            <p:nvPr/>
          </p:nvSpPr>
          <p:spPr>
            <a:xfrm>
              <a:off x="4089922" y="1719819"/>
              <a:ext cx="474980" cy="285750"/>
            </a:xfrm>
            <a:prstGeom prst="rect">
              <a:avLst/>
            </a:prstGeom>
            <a:solidFill>
              <a:schemeClr val="accent4">
                <a:lumMod val="20000"/>
                <a:lumOff val="80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sp>
          <p:nvSpPr>
            <p:cNvPr id="25" name="Rectangle 24">
              <a:extLst>
                <a:ext uri="{FF2B5EF4-FFF2-40B4-BE49-F238E27FC236}">
                  <a16:creationId xmlns:a16="http://schemas.microsoft.com/office/drawing/2014/main" id="{BF0EE75D-7935-8B10-8F9D-FB1176F197BC}"/>
                </a:ext>
              </a:extLst>
            </p:cNvPr>
            <p:cNvSpPr/>
            <p:nvPr/>
          </p:nvSpPr>
          <p:spPr>
            <a:xfrm>
              <a:off x="3322106" y="3445797"/>
              <a:ext cx="518538" cy="3064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E40093E0-F694-0DF4-FCF4-EF9FCB109D0A}"/>
                </a:ext>
              </a:extLst>
            </p:cNvPr>
            <p:cNvCxnSpPr/>
            <p:nvPr/>
          </p:nvCxnSpPr>
          <p:spPr>
            <a:xfrm flipH="1">
              <a:off x="3589942" y="3686819"/>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6865D534-34A7-F185-B4CB-48E9518312D4}"/>
                </a:ext>
              </a:extLst>
            </p:cNvPr>
            <p:cNvSpPr/>
            <p:nvPr/>
          </p:nvSpPr>
          <p:spPr>
            <a:xfrm>
              <a:off x="2818664" y="3444298"/>
              <a:ext cx="504151" cy="29962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C146A5A-347C-7437-616D-CFD89A7C2B84}"/>
                </a:ext>
              </a:extLst>
            </p:cNvPr>
            <p:cNvCxnSpPr/>
            <p:nvPr/>
          </p:nvCxnSpPr>
          <p:spPr>
            <a:xfrm flipH="1">
              <a:off x="3117284" y="366039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C6B4ABA2-220B-4391-7223-933A716644C4}"/>
                </a:ext>
              </a:extLst>
            </p:cNvPr>
            <p:cNvSpPr/>
            <p:nvPr/>
          </p:nvSpPr>
          <p:spPr>
            <a:xfrm>
              <a:off x="2300126" y="3444299"/>
              <a:ext cx="518538" cy="29962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676DD283-3EF7-0923-43D5-63E54DEB0F8E}"/>
                </a:ext>
              </a:extLst>
            </p:cNvPr>
            <p:cNvCxnSpPr/>
            <p:nvPr/>
          </p:nvCxnSpPr>
          <p:spPr>
            <a:xfrm flipH="1">
              <a:off x="2480067" y="3670985"/>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Rectangle 42">
              <a:extLst>
                <a:ext uri="{FF2B5EF4-FFF2-40B4-BE49-F238E27FC236}">
                  <a16:creationId xmlns:a16="http://schemas.microsoft.com/office/drawing/2014/main" id="{26D476BC-F071-D649-0DC8-544E16A2E613}"/>
                </a:ext>
              </a:extLst>
            </p:cNvPr>
            <p:cNvSpPr/>
            <p:nvPr/>
          </p:nvSpPr>
          <p:spPr>
            <a:xfrm>
              <a:off x="2000483" y="2075364"/>
              <a:ext cx="1911371" cy="51876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6620E278-C478-279F-DCFC-F26DBCC35B7B}"/>
                </a:ext>
              </a:extLst>
            </p:cNvPr>
            <p:cNvCxnSpPr>
              <a:cxnSpLocks/>
            </p:cNvCxnSpPr>
            <p:nvPr/>
          </p:nvCxnSpPr>
          <p:spPr>
            <a:xfrm>
              <a:off x="3914913" y="290836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1228">
              <a:extLst>
                <a:ext uri="{FF2B5EF4-FFF2-40B4-BE49-F238E27FC236}">
                  <a16:creationId xmlns:a16="http://schemas.microsoft.com/office/drawing/2014/main" id="{6C7745DB-CE08-7DF7-6EAF-09AF94C62018}"/>
                </a:ext>
              </a:extLst>
            </p:cNvPr>
            <p:cNvSpPr txBox="1"/>
            <p:nvPr/>
          </p:nvSpPr>
          <p:spPr>
            <a:xfrm>
              <a:off x="4099158" y="2701088"/>
              <a:ext cx="474980" cy="285750"/>
            </a:xfrm>
            <a:prstGeom prst="rect">
              <a:avLst/>
            </a:prstGeom>
            <a:solidFill>
              <a:schemeClr val="accent4">
                <a:lumMod val="20000"/>
                <a:lumOff val="80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 	 	</a:t>
              </a:r>
            </a:p>
          </p:txBody>
        </p:sp>
        <p:sp>
          <p:nvSpPr>
            <p:cNvPr id="46" name="Rectangle 45">
              <a:extLst>
                <a:ext uri="{FF2B5EF4-FFF2-40B4-BE49-F238E27FC236}">
                  <a16:creationId xmlns:a16="http://schemas.microsoft.com/office/drawing/2014/main" id="{90D57409-7B9B-F0C1-78AF-423A75A5575E}"/>
                </a:ext>
              </a:extLst>
            </p:cNvPr>
            <p:cNvSpPr/>
            <p:nvPr/>
          </p:nvSpPr>
          <p:spPr>
            <a:xfrm>
              <a:off x="1997484" y="771099"/>
              <a:ext cx="1948873" cy="24772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F790355-CAF1-1DC2-6512-F53C15251CCB}"/>
                </a:ext>
              </a:extLst>
            </p:cNvPr>
            <p:cNvCxnSpPr/>
            <p:nvPr/>
          </p:nvCxnSpPr>
          <p:spPr>
            <a:xfrm>
              <a:off x="3971014" y="92627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1227">
              <a:extLst>
                <a:ext uri="{FF2B5EF4-FFF2-40B4-BE49-F238E27FC236}">
                  <a16:creationId xmlns:a16="http://schemas.microsoft.com/office/drawing/2014/main" id="{64268DCC-23D1-DAC8-7973-1074C88E8801}"/>
                </a:ext>
              </a:extLst>
            </p:cNvPr>
            <p:cNvSpPr txBox="1"/>
            <p:nvPr/>
          </p:nvSpPr>
          <p:spPr>
            <a:xfrm>
              <a:off x="4130218" y="696120"/>
              <a:ext cx="474980" cy="285750"/>
            </a:xfrm>
            <a:prstGeom prst="rect">
              <a:avLst/>
            </a:prstGeom>
            <a:solidFill>
              <a:schemeClr val="accent4">
                <a:lumMod val="20000"/>
                <a:lumOff val="80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sp>
        <p:nvSpPr>
          <p:cNvPr id="50" name="Text Box 1246">
            <a:extLst>
              <a:ext uri="{FF2B5EF4-FFF2-40B4-BE49-F238E27FC236}">
                <a16:creationId xmlns:a16="http://schemas.microsoft.com/office/drawing/2014/main" id="{FEF9E8FE-79B5-5491-40D1-04A1013F439C}"/>
              </a:ext>
            </a:extLst>
          </p:cNvPr>
          <p:cNvSpPr txBox="1"/>
          <p:nvPr/>
        </p:nvSpPr>
        <p:spPr>
          <a:xfrm>
            <a:off x="560018" y="1625093"/>
            <a:ext cx="3914825" cy="384924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p>
          <a:p>
            <a:pPr marL="90170" marR="0" lvl="0" indent="0" algn="just" defTabSz="914400" rtl="0" eaLnBrk="1" fontAlgn="auto" latinLnBrk="0" hangingPunct="1">
              <a:lnSpc>
                <a:spcPct val="15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5.5.</a:t>
            </a:r>
            <a:r>
              <a:rPr kumimoji="0" lang="en-US" sz="12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Generate EWT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tagged accounts with EWT and VAT. Click generate EWT to automatically compute EWT and VAT amount.</a:t>
            </a:r>
          </a:p>
          <a:p>
            <a:pPr marL="90170" marR="0" lvl="0" indent="0" algn="just"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5.6.</a:t>
            </a:r>
            <a:r>
              <a:rPr kumimoji="0" lang="en-US" sz="1200" b="1" i="1"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Closing Entry</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 Click closing entry to display all income and expense accounts with their respective amount.</a:t>
            </a:r>
          </a:p>
          <a:p>
            <a:pPr marL="90170" marR="0" lvl="0" indent="0" algn="just"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save account button.</a:t>
            </a:r>
          </a:p>
        </p:txBody>
      </p:sp>
      <p:grpSp>
        <p:nvGrpSpPr>
          <p:cNvPr id="53" name="Group 52">
            <a:extLst>
              <a:ext uri="{FF2B5EF4-FFF2-40B4-BE49-F238E27FC236}">
                <a16:creationId xmlns:a16="http://schemas.microsoft.com/office/drawing/2014/main" id="{D5646B72-4F7E-ABA2-5877-2C707C4A03CF}"/>
              </a:ext>
            </a:extLst>
          </p:cNvPr>
          <p:cNvGrpSpPr/>
          <p:nvPr/>
        </p:nvGrpSpPr>
        <p:grpSpPr>
          <a:xfrm>
            <a:off x="5334786" y="4727519"/>
            <a:ext cx="6189345" cy="1623059"/>
            <a:chOff x="0" y="0"/>
            <a:chExt cx="6189345" cy="1623629"/>
          </a:xfrm>
        </p:grpSpPr>
        <p:pic>
          <p:nvPicPr>
            <p:cNvPr id="54" name="Picture 53">
              <a:extLst>
                <a:ext uri="{FF2B5EF4-FFF2-40B4-BE49-F238E27FC236}">
                  <a16:creationId xmlns:a16="http://schemas.microsoft.com/office/drawing/2014/main" id="{DDBC043D-50C2-EA1A-87DB-A815DEBD6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89345" cy="1508125"/>
            </a:xfrm>
            <a:prstGeom prst="rect">
              <a:avLst/>
            </a:prstGeom>
          </p:spPr>
        </p:pic>
        <p:sp>
          <p:nvSpPr>
            <p:cNvPr id="55" name="Text Box 241">
              <a:extLst>
                <a:ext uri="{FF2B5EF4-FFF2-40B4-BE49-F238E27FC236}">
                  <a16:creationId xmlns:a16="http://schemas.microsoft.com/office/drawing/2014/main" id="{3F2D2012-ED89-3EC3-4DF7-401EB05FBBC4}"/>
                </a:ext>
              </a:extLst>
            </p:cNvPr>
            <p:cNvSpPr txBox="1">
              <a:spLocks noChangeArrowheads="1"/>
            </p:cNvSpPr>
            <p:nvPr/>
          </p:nvSpPr>
          <p:spPr bwMode="auto">
            <a:xfrm>
              <a:off x="0" y="648269"/>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general journal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08593A88-FE74-30AB-49F4-EADE4FC17014}"/>
                </a:ext>
              </a:extLst>
            </p:cNvPr>
            <p:cNvSpPr/>
            <p:nvPr/>
          </p:nvSpPr>
          <p:spPr>
            <a:xfrm>
              <a:off x="5459105" y="47767"/>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F6D799F8-59EF-DFD5-7D76-D2EDE63EED9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59A385D-8D78-D779-21B2-C0B1016CF33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Text Box 2">
            <a:extLst>
              <a:ext uri="{FF2B5EF4-FFF2-40B4-BE49-F238E27FC236}">
                <a16:creationId xmlns:a16="http://schemas.microsoft.com/office/drawing/2014/main" id="{95EC787C-006B-B489-4194-E65DE31804BF}"/>
              </a:ext>
            </a:extLst>
          </p:cNvPr>
          <p:cNvSpPr txBox="1">
            <a:spLocks noChangeArrowheads="1"/>
          </p:cNvSpPr>
          <p:nvPr/>
        </p:nvSpPr>
        <p:spPr bwMode="auto">
          <a:xfrm>
            <a:off x="10455341" y="1120978"/>
            <a:ext cx="1517193" cy="2538542"/>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add details per account?	</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176213" marR="0" lvl="1" indent="-92075"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the date picker if you want to change the date.</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  Add amount in debit or credit field or </a:t>
            </a: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automatically copy the total amount of accounts plotted in the main form, click balance button.</a:t>
            </a: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Add notes, if there’s any</a:t>
            </a: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For EWT and VAT, tick the check box if account should be computed with EWT and/or </a:t>
            </a:r>
            <a:r>
              <a:rPr kumimoji="0" lang="en-PH" altLang="en-US" sz="800" b="0" i="0" u="none" strike="noStrike" kern="1200" cap="none" spc="0" normalizeH="0" baseline="0" noProof="0" dirty="0" err="1">
                <a:ln>
                  <a:noFill/>
                </a:ln>
                <a:solidFill>
                  <a:prstClr val="black"/>
                </a:solidFill>
                <a:effectLst/>
                <a:uLnTx/>
                <a:uFillTx/>
                <a:latin typeface="Calibri" panose="020F0502020204030204"/>
                <a:ea typeface="+mn-ea"/>
                <a:cs typeface="+mn-cs"/>
              </a:rPr>
              <a:t>VAT.Click</a:t>
            </a: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 EWT lookup button, to select EWT rate.</a:t>
            </a: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lookup button in item group, branch and department if there’s any.</a:t>
            </a:r>
          </a:p>
          <a:p>
            <a:pPr marL="176213"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Once done, click add to cart or add/save button.</a:t>
            </a:r>
          </a:p>
          <a:p>
            <a:pPr marL="228600" marR="0" lvl="0" indent="-228600" algn="l" defTabSz="914400" rtl="0" eaLnBrk="0" fontAlgn="base" latinLnBrk="0" hangingPunct="0">
              <a:lnSpc>
                <a:spcPct val="78000"/>
              </a:lnSpc>
              <a:spcBef>
                <a:spcPct val="0"/>
              </a:spcBef>
              <a:spcAft>
                <a:spcPct val="0"/>
              </a:spcAft>
              <a:buClrTx/>
              <a:buSzTx/>
              <a:buFont typeface="+mj-lt"/>
              <a:buAutoNum type="arabicPeriod"/>
              <a:tabLst/>
              <a:defRPr/>
            </a:pPr>
            <a:endPar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E1F9743E-8058-A975-1454-4DC5D7B4B089}"/>
              </a:ext>
            </a:extLst>
          </p:cNvPr>
          <p:cNvCxnSpPr/>
          <p:nvPr/>
        </p:nvCxnSpPr>
        <p:spPr>
          <a:xfrm>
            <a:off x="9078520" y="2777108"/>
            <a:ext cx="193040" cy="76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242">
            <a:extLst>
              <a:ext uri="{FF2B5EF4-FFF2-40B4-BE49-F238E27FC236}">
                <a16:creationId xmlns:a16="http://schemas.microsoft.com/office/drawing/2014/main" id="{6E00D2BA-1CEA-EA2C-40FE-C6E1811233B8}"/>
              </a:ext>
            </a:extLst>
          </p:cNvPr>
          <p:cNvSpPr txBox="1"/>
          <p:nvPr/>
        </p:nvSpPr>
        <p:spPr>
          <a:xfrm>
            <a:off x="9262765" y="2542554"/>
            <a:ext cx="474980" cy="285729"/>
          </a:xfrm>
          <a:prstGeom prst="rect">
            <a:avLst/>
          </a:prstGeom>
          <a:solidFill>
            <a:schemeClr val="accent4">
              <a:lumMod val="20000"/>
              <a:lumOff val="80000"/>
            </a:schemeClr>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sp>
        <p:nvSpPr>
          <p:cNvPr id="29" name="Rectangle 28">
            <a:extLst>
              <a:ext uri="{FF2B5EF4-FFF2-40B4-BE49-F238E27FC236}">
                <a16:creationId xmlns:a16="http://schemas.microsoft.com/office/drawing/2014/main" id="{27FED8B0-DAED-9A9B-561E-F072A3AE0B4D}"/>
              </a:ext>
            </a:extLst>
          </p:cNvPr>
          <p:cNvSpPr/>
          <p:nvPr/>
        </p:nvSpPr>
        <p:spPr>
          <a:xfrm>
            <a:off x="7163005" y="3140586"/>
            <a:ext cx="1911371" cy="617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02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720129" y="2437964"/>
            <a:ext cx="3821670" cy="12390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A4EE4DC4-49B0-E8C0-0CA1-E2ED27E47F82}"/>
              </a:ext>
            </a:extLst>
          </p:cNvPr>
          <p:cNvGrpSpPr/>
          <p:nvPr/>
        </p:nvGrpSpPr>
        <p:grpSpPr>
          <a:xfrm>
            <a:off x="5282731" y="2292994"/>
            <a:ext cx="6275070" cy="2063115"/>
            <a:chOff x="0" y="0"/>
            <a:chExt cx="6275278" cy="2063703"/>
          </a:xfrm>
        </p:grpSpPr>
        <p:pic>
          <p:nvPicPr>
            <p:cNvPr id="5" name="Picture 4">
              <a:extLst>
                <a:ext uri="{FF2B5EF4-FFF2-40B4-BE49-F238E27FC236}">
                  <a16:creationId xmlns:a16="http://schemas.microsoft.com/office/drawing/2014/main" id="{A56149B3-E60E-9DDE-36E5-455C3769A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737995"/>
            </a:xfrm>
            <a:prstGeom prst="rect">
              <a:avLst/>
            </a:prstGeom>
          </p:spPr>
        </p:pic>
        <p:sp>
          <p:nvSpPr>
            <p:cNvPr id="6" name="Rectangle 5">
              <a:extLst>
                <a:ext uri="{FF2B5EF4-FFF2-40B4-BE49-F238E27FC236}">
                  <a16:creationId xmlns:a16="http://schemas.microsoft.com/office/drawing/2014/main" id="{C68B164C-3E7E-7A64-28EF-6AEB0B022C88}"/>
                </a:ext>
              </a:extLst>
            </p:cNvPr>
            <p:cNvSpPr/>
            <p:nvPr/>
          </p:nvSpPr>
          <p:spPr>
            <a:xfrm>
              <a:off x="5493224" y="443552"/>
              <a:ext cx="181140" cy="2300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DE3DB81-8EA8-1F4E-3008-11BC336BDB35}"/>
                </a:ext>
              </a:extLst>
            </p:cNvPr>
            <p:cNvCxnSpPr/>
            <p:nvPr/>
          </p:nvCxnSpPr>
          <p:spPr>
            <a:xfrm flipV="1">
              <a:off x="5677469" y="51577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1258">
              <a:extLst>
                <a:ext uri="{FF2B5EF4-FFF2-40B4-BE49-F238E27FC236}">
                  <a16:creationId xmlns:a16="http://schemas.microsoft.com/office/drawing/2014/main" id="{E5BE83E9-6911-FE22-A691-F142795E0A46}"/>
                </a:ext>
              </a:extLst>
            </p:cNvPr>
            <p:cNvSpPr txBox="1"/>
            <p:nvPr/>
          </p:nvSpPr>
          <p:spPr>
            <a:xfrm>
              <a:off x="5800298" y="38213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pic>
          <p:nvPicPr>
            <p:cNvPr id="9" name="Picture 8">
              <a:extLst>
                <a:ext uri="{FF2B5EF4-FFF2-40B4-BE49-F238E27FC236}">
                  <a16:creationId xmlns:a16="http://schemas.microsoft.com/office/drawing/2014/main" id="{D07DF0B9-D017-CCEE-2C9D-EABBDFDEEC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907" y="746078"/>
              <a:ext cx="4690745" cy="1317625"/>
            </a:xfrm>
            <a:prstGeom prst="rect">
              <a:avLst/>
            </a:prstGeom>
            <a:ln>
              <a:noFill/>
            </a:ln>
            <a:effectLst>
              <a:outerShdw blurRad="292100" dist="139700" dir="2700000" algn="tl" rotWithShape="0">
                <a:srgbClr val="333333">
                  <a:alpha val="65000"/>
                </a:srgbClr>
              </a:outerShdw>
            </a:effectLst>
          </p:spPr>
        </p:pic>
        <p:sp>
          <p:nvSpPr>
            <p:cNvPr id="10" name="Curved Right Arrow 1256">
              <a:extLst>
                <a:ext uri="{FF2B5EF4-FFF2-40B4-BE49-F238E27FC236}">
                  <a16:creationId xmlns:a16="http://schemas.microsoft.com/office/drawing/2014/main" id="{E2A633E7-1198-BD10-8877-AC4254D1C32A}"/>
                </a:ext>
              </a:extLst>
            </p:cNvPr>
            <p:cNvSpPr/>
            <p:nvPr/>
          </p:nvSpPr>
          <p:spPr>
            <a:xfrm>
              <a:off x="5042848" y="53908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B812C37-5BC6-D932-0F31-27A8AB8BB2A5}"/>
                </a:ext>
              </a:extLst>
            </p:cNvPr>
            <p:cNvSpPr/>
            <p:nvPr/>
          </p:nvSpPr>
          <p:spPr>
            <a:xfrm>
              <a:off x="3534770" y="1057702"/>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36B8CFE8-925E-AA1B-158A-49BE3E9DB4E4}"/>
                </a:ext>
              </a:extLst>
            </p:cNvPr>
            <p:cNvCxnSpPr/>
            <p:nvPr/>
          </p:nvCxnSpPr>
          <p:spPr>
            <a:xfrm flipV="1">
              <a:off x="3930555" y="111627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253">
              <a:extLst>
                <a:ext uri="{FF2B5EF4-FFF2-40B4-BE49-F238E27FC236}">
                  <a16:creationId xmlns:a16="http://schemas.microsoft.com/office/drawing/2014/main" id="{F0E24813-435C-A279-E015-A3BBB91F22A6}"/>
                </a:ext>
              </a:extLst>
            </p:cNvPr>
            <p:cNvSpPr txBox="1"/>
            <p:nvPr/>
          </p:nvSpPr>
          <p:spPr>
            <a:xfrm>
              <a:off x="4053385" y="99628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grpSp>
      <p:sp>
        <p:nvSpPr>
          <p:cNvPr id="2" name="TextBox 1">
            <a:extLst>
              <a:ext uri="{FF2B5EF4-FFF2-40B4-BE49-F238E27FC236}">
                <a16:creationId xmlns:a16="http://schemas.microsoft.com/office/drawing/2014/main" id="{FFA5618D-97A2-EE55-1706-BB4CF1BF9408}"/>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0FE4BDDE-5A46-CDB0-FF72-E14D31D6C03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0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40323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793955"/>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General Journal– Main Window</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13" name="Text Box 1261">
            <a:extLst>
              <a:ext uri="{FF2B5EF4-FFF2-40B4-BE49-F238E27FC236}">
                <a16:creationId xmlns:a16="http://schemas.microsoft.com/office/drawing/2014/main" id="{57BDB169-5346-A438-EDAE-64BF685733FD}"/>
              </a:ext>
            </a:extLst>
          </p:cNvPr>
          <p:cNvSpPr txBox="1"/>
          <p:nvPr/>
        </p:nvSpPr>
        <p:spPr>
          <a:xfrm>
            <a:off x="674748" y="2015473"/>
            <a:ext cx="4045186" cy="16843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general journal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general journal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C9336D94-870D-AEC3-29D7-08A3CA316A55}"/>
              </a:ext>
            </a:extLst>
          </p:cNvPr>
          <p:cNvGrpSpPr/>
          <p:nvPr/>
        </p:nvGrpSpPr>
        <p:grpSpPr>
          <a:xfrm>
            <a:off x="5349873" y="1403235"/>
            <a:ext cx="6092825" cy="1693545"/>
            <a:chOff x="0" y="0"/>
            <a:chExt cx="6092977" cy="1693545"/>
          </a:xfrm>
        </p:grpSpPr>
        <p:pic>
          <p:nvPicPr>
            <p:cNvPr id="16" name="Picture 15">
              <a:extLst>
                <a:ext uri="{FF2B5EF4-FFF2-40B4-BE49-F238E27FC236}">
                  <a16:creationId xmlns:a16="http://schemas.microsoft.com/office/drawing/2014/main" id="{BAB04108-A02C-C979-A683-8443873D2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72" y="0"/>
              <a:ext cx="6072505" cy="1693545"/>
            </a:xfrm>
            <a:prstGeom prst="rect">
              <a:avLst/>
            </a:prstGeom>
          </p:spPr>
        </p:pic>
        <p:grpSp>
          <p:nvGrpSpPr>
            <p:cNvPr id="17" name="Group 16">
              <a:extLst>
                <a:ext uri="{FF2B5EF4-FFF2-40B4-BE49-F238E27FC236}">
                  <a16:creationId xmlns:a16="http://schemas.microsoft.com/office/drawing/2014/main" id="{FD66B454-555E-5DC8-A6EF-BA1D28D5E199}"/>
                </a:ext>
              </a:extLst>
            </p:cNvPr>
            <p:cNvGrpSpPr/>
            <p:nvPr/>
          </p:nvGrpSpPr>
          <p:grpSpPr>
            <a:xfrm>
              <a:off x="0" y="839338"/>
              <a:ext cx="1476374" cy="333375"/>
              <a:chOff x="0" y="0"/>
              <a:chExt cx="1476374" cy="333375"/>
            </a:xfrm>
          </p:grpSpPr>
          <p:sp>
            <p:nvSpPr>
              <p:cNvPr id="18" name="Rectangle 17">
                <a:extLst>
                  <a:ext uri="{FF2B5EF4-FFF2-40B4-BE49-F238E27FC236}">
                    <a16:creationId xmlns:a16="http://schemas.microsoft.com/office/drawing/2014/main" id="{A59F383A-27E2-D22B-2671-DD8F19659A2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D4555ECA-E25B-7B7D-02A3-74F5A839ED6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65">
                <a:extLst>
                  <a:ext uri="{FF2B5EF4-FFF2-40B4-BE49-F238E27FC236}">
                    <a16:creationId xmlns:a16="http://schemas.microsoft.com/office/drawing/2014/main" id="{5B96C055-43AC-EE8C-5F9B-0524D6C7579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E383EAE0-85DE-1024-7883-A0C8C1416A8B}"/>
              </a:ext>
            </a:extLst>
          </p:cNvPr>
          <p:cNvSpPr txBox="1"/>
          <p:nvPr/>
        </p:nvSpPr>
        <p:spPr>
          <a:xfrm>
            <a:off x="7119936" y="5286030"/>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General Journal– Main Form</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EF091414-AAE9-DF66-3669-15DADD1D4274}"/>
              </a:ext>
            </a:extLst>
          </p:cNvPr>
          <p:cNvGrpSpPr/>
          <p:nvPr/>
        </p:nvGrpSpPr>
        <p:grpSpPr>
          <a:xfrm>
            <a:off x="4728208" y="3728904"/>
            <a:ext cx="6714490" cy="1752600"/>
            <a:chOff x="0" y="0"/>
            <a:chExt cx="6714784" cy="1752932"/>
          </a:xfrm>
        </p:grpSpPr>
        <p:pic>
          <p:nvPicPr>
            <p:cNvPr id="32" name="Picture 31">
              <a:extLst>
                <a:ext uri="{FF2B5EF4-FFF2-40B4-BE49-F238E27FC236}">
                  <a16:creationId xmlns:a16="http://schemas.microsoft.com/office/drawing/2014/main" id="{6892D1C2-6C0D-259B-8489-127200D16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439" y="0"/>
              <a:ext cx="6189345" cy="1684655"/>
            </a:xfrm>
            <a:prstGeom prst="rect">
              <a:avLst/>
            </a:prstGeom>
          </p:spPr>
        </p:pic>
        <p:grpSp>
          <p:nvGrpSpPr>
            <p:cNvPr id="33" name="Group 32">
              <a:extLst>
                <a:ext uri="{FF2B5EF4-FFF2-40B4-BE49-F238E27FC236}">
                  <a16:creationId xmlns:a16="http://schemas.microsoft.com/office/drawing/2014/main" id="{6BBFA037-8290-BE59-9A2C-7A3FB05AA3DC}"/>
                </a:ext>
              </a:extLst>
            </p:cNvPr>
            <p:cNvGrpSpPr/>
            <p:nvPr/>
          </p:nvGrpSpPr>
          <p:grpSpPr>
            <a:xfrm>
              <a:off x="1828800" y="702860"/>
              <a:ext cx="952500" cy="304800"/>
              <a:chOff x="523874" y="28575"/>
              <a:chExt cx="952500" cy="304800"/>
            </a:xfrm>
          </p:grpSpPr>
          <p:sp>
            <p:nvSpPr>
              <p:cNvPr id="42" name="Rectangle 41">
                <a:extLst>
                  <a:ext uri="{FF2B5EF4-FFF2-40B4-BE49-F238E27FC236}">
                    <a16:creationId xmlns:a16="http://schemas.microsoft.com/office/drawing/2014/main" id="{B163EE3B-1C1C-0775-A07B-A8881985053E}"/>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B0E621B0-3786-1207-9AB1-B7C57CE3B02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1272">
                <a:extLst>
                  <a:ext uri="{FF2B5EF4-FFF2-40B4-BE49-F238E27FC236}">
                    <a16:creationId xmlns:a16="http://schemas.microsoft.com/office/drawing/2014/main" id="{0B87673A-5C68-82C8-AB8D-B0EE624F2B7F}"/>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34" name="Group 33">
              <a:extLst>
                <a:ext uri="{FF2B5EF4-FFF2-40B4-BE49-F238E27FC236}">
                  <a16:creationId xmlns:a16="http://schemas.microsoft.com/office/drawing/2014/main" id="{5DF5C4C3-59ED-ACCF-B20B-B674099270CB}"/>
                </a:ext>
              </a:extLst>
            </p:cNvPr>
            <p:cNvGrpSpPr/>
            <p:nvPr/>
          </p:nvGrpSpPr>
          <p:grpSpPr>
            <a:xfrm>
              <a:off x="5336275" y="429905"/>
              <a:ext cx="981076" cy="304800"/>
              <a:chOff x="333374" y="28575"/>
              <a:chExt cx="981076" cy="304800"/>
            </a:xfrm>
          </p:grpSpPr>
          <p:sp>
            <p:nvSpPr>
              <p:cNvPr id="39" name="Rectangle 38">
                <a:extLst>
                  <a:ext uri="{FF2B5EF4-FFF2-40B4-BE49-F238E27FC236}">
                    <a16:creationId xmlns:a16="http://schemas.microsoft.com/office/drawing/2014/main" id="{AB8E0592-FE2E-B501-553F-18FFD8AAF694}"/>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FFD8D99-A63B-4370-943A-70F70250C274}"/>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1276">
                <a:extLst>
                  <a:ext uri="{FF2B5EF4-FFF2-40B4-BE49-F238E27FC236}">
                    <a16:creationId xmlns:a16="http://schemas.microsoft.com/office/drawing/2014/main" id="{863F296A-55F5-6726-5CFC-C0D219DA48F3}"/>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35" name="Group 34">
              <a:extLst>
                <a:ext uri="{FF2B5EF4-FFF2-40B4-BE49-F238E27FC236}">
                  <a16:creationId xmlns:a16="http://schemas.microsoft.com/office/drawing/2014/main" id="{C71836A3-A874-DBFB-0B49-16545D2B87A0}"/>
                </a:ext>
              </a:extLst>
            </p:cNvPr>
            <p:cNvGrpSpPr>
              <a:grpSpLocks/>
            </p:cNvGrpSpPr>
            <p:nvPr/>
          </p:nvGrpSpPr>
          <p:grpSpPr bwMode="auto">
            <a:xfrm>
              <a:off x="2851747" y="873457"/>
              <a:ext cx="2552700" cy="879475"/>
              <a:chOff x="6116" y="177"/>
              <a:chExt cx="4020" cy="1385"/>
            </a:xfrm>
          </p:grpSpPr>
          <p:pic>
            <p:nvPicPr>
              <p:cNvPr id="37" name="Picture 36">
                <a:extLst>
                  <a:ext uri="{FF2B5EF4-FFF2-40B4-BE49-F238E27FC236}">
                    <a16:creationId xmlns:a16="http://schemas.microsoft.com/office/drawing/2014/main" id="{C4D96E71-4866-D52F-482A-12030EF9A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241">
                <a:extLst>
                  <a:ext uri="{FF2B5EF4-FFF2-40B4-BE49-F238E27FC236}">
                    <a16:creationId xmlns:a16="http://schemas.microsoft.com/office/drawing/2014/main" id="{FE1B6FF4-C3CB-9BA3-D982-69414551156D}"/>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6" name="Text Box 1277">
              <a:extLst>
                <a:ext uri="{FF2B5EF4-FFF2-40B4-BE49-F238E27FC236}">
                  <a16:creationId xmlns:a16="http://schemas.microsoft.com/office/drawing/2014/main" id="{97169DC1-BAE7-7028-17D8-9B6678036058}"/>
                </a:ext>
              </a:extLst>
            </p:cNvPr>
            <p:cNvSpPr txBox="1"/>
            <p:nvPr/>
          </p:nvSpPr>
          <p:spPr>
            <a:xfrm>
              <a:off x="0" y="197893"/>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6" name="Text Box 1278">
            <a:extLst>
              <a:ext uri="{FF2B5EF4-FFF2-40B4-BE49-F238E27FC236}">
                <a16:creationId xmlns:a16="http://schemas.microsoft.com/office/drawing/2014/main" id="{5B0F9908-3F77-090B-1A90-6FC94BC2FB28}"/>
              </a:ext>
            </a:extLst>
          </p:cNvPr>
          <p:cNvSpPr txBox="1"/>
          <p:nvPr/>
        </p:nvSpPr>
        <p:spPr>
          <a:xfrm>
            <a:off x="713266" y="4030636"/>
            <a:ext cx="3978906" cy="136454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GJ transaction, if you wish to edit the header of the transaction click edit button.</a:t>
            </a: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GJ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9CEC29-868E-2DAE-3B2C-C243E415592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5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1219845" y="642052"/>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6" name="Text Box 1279">
            <a:extLst>
              <a:ext uri="{FF2B5EF4-FFF2-40B4-BE49-F238E27FC236}">
                <a16:creationId xmlns:a16="http://schemas.microsoft.com/office/drawing/2014/main" id="{55A993B9-9630-8338-3B96-3F2938EAF706}"/>
              </a:ext>
            </a:extLst>
          </p:cNvPr>
          <p:cNvSpPr txBox="1"/>
          <p:nvPr/>
        </p:nvSpPr>
        <p:spPr>
          <a:xfrm>
            <a:off x="583013" y="2374537"/>
            <a:ext cx="3978906" cy="31384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A685925-62D7-A373-5A5A-500AC5D1A48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E5ED70C-DFAC-CEE1-38AC-BA4F07B0CA4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693AC1B8-AA9C-EFD9-F1E3-87551B0BF4B7}"/>
              </a:ext>
            </a:extLst>
          </p:cNvPr>
          <p:cNvGrpSpPr/>
          <p:nvPr/>
        </p:nvGrpSpPr>
        <p:grpSpPr>
          <a:xfrm>
            <a:off x="5126663" y="2158545"/>
            <a:ext cx="6260227" cy="2277457"/>
            <a:chOff x="5126663" y="2158545"/>
            <a:chExt cx="6260227" cy="2277457"/>
          </a:xfrm>
        </p:grpSpPr>
        <p:grpSp>
          <p:nvGrpSpPr>
            <p:cNvPr id="16" name="Group 15">
              <a:extLst>
                <a:ext uri="{FF2B5EF4-FFF2-40B4-BE49-F238E27FC236}">
                  <a16:creationId xmlns:a16="http://schemas.microsoft.com/office/drawing/2014/main" id="{F49199C4-AC69-88A0-FE0D-487881BA63F4}"/>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06BC1C2C-EE88-40C0-8BD9-723D3CC09295}"/>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E4745E7E-6AC0-BCC2-30DD-0805A4A420D1}"/>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6D316FF9-F77D-43C4-2BD8-2D8C0F15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33BE00EC-12B8-FE15-3C86-66A2EC71939B}"/>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2E968127-AAAB-E086-8D12-70056556B056}"/>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3352BE86-2392-3CA9-9BC6-3655CAD000C8}"/>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8BC1A8B-4CE2-8838-876A-2BD0C572745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A5CB6656-274D-E916-EC24-8AF5E77FAADC}"/>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69952D66-2009-494E-74C3-AC854F2DC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214DE05F-5C06-68FD-1ED0-9F9036E2DEBC}"/>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0FDA70B6-EB2E-C974-6BD2-B9224AC44D5F}"/>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5EBC5219-B3DB-2011-E117-E587B3D6DE65}"/>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 Box 98">
                  <a:extLst>
                    <a:ext uri="{FF2B5EF4-FFF2-40B4-BE49-F238E27FC236}">
                      <a16:creationId xmlns:a16="http://schemas.microsoft.com/office/drawing/2014/main" id="{AB0398E7-7140-3E2F-8A34-A88BB92A5E0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7" name="Rectangle 16">
              <a:extLst>
                <a:ext uri="{FF2B5EF4-FFF2-40B4-BE49-F238E27FC236}">
                  <a16:creationId xmlns:a16="http://schemas.microsoft.com/office/drawing/2014/main" id="{FEF8D5DC-FD37-6D9A-C18C-3C177069D71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48428-DBE6-82A9-84F0-9551D695110B}"/>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3D965E54-A64A-E6B7-CEA2-34CE5D54AE58}"/>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2" name="Rectangle 21">
              <a:extLst>
                <a:ext uri="{FF2B5EF4-FFF2-40B4-BE49-F238E27FC236}">
                  <a16:creationId xmlns:a16="http://schemas.microsoft.com/office/drawing/2014/main" id="{5DC4494B-CAD7-99AC-7D49-141FE9271445}"/>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CCFA6C6-2EC3-31A9-17A5-06090D22BD94}"/>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3FCA4F5D-A962-9FEA-7C27-99B2C954EE3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77635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45738"/>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8969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383EAE0-85DE-1024-7883-A0C8C1416A8B}"/>
              </a:ext>
            </a:extLst>
          </p:cNvPr>
          <p:cNvSpPr txBox="1"/>
          <p:nvPr/>
        </p:nvSpPr>
        <p:spPr>
          <a:xfrm>
            <a:off x="7119936" y="52860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 Box 1291">
            <a:extLst>
              <a:ext uri="{FF2B5EF4-FFF2-40B4-BE49-F238E27FC236}">
                <a16:creationId xmlns:a16="http://schemas.microsoft.com/office/drawing/2014/main" id="{5EF25984-919D-6FB8-EBD4-F65FF2F2742D}"/>
              </a:ext>
            </a:extLst>
          </p:cNvPr>
          <p:cNvSpPr txBox="1"/>
          <p:nvPr/>
        </p:nvSpPr>
        <p:spPr>
          <a:xfrm>
            <a:off x="646986" y="1744842"/>
            <a:ext cx="4045186" cy="19888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general journal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general journal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92">
            <a:extLst>
              <a:ext uri="{FF2B5EF4-FFF2-40B4-BE49-F238E27FC236}">
                <a16:creationId xmlns:a16="http://schemas.microsoft.com/office/drawing/2014/main" id="{48AD7BD0-05B9-15E4-FAAF-94BC0AA481E8}"/>
              </a:ext>
            </a:extLst>
          </p:cNvPr>
          <p:cNvSpPr txBox="1"/>
          <p:nvPr/>
        </p:nvSpPr>
        <p:spPr>
          <a:xfrm>
            <a:off x="646986" y="3845035"/>
            <a:ext cx="4038836" cy="4984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552C8F25-FB05-3D90-1F53-6E777E1C3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4895" y="1045738"/>
            <a:ext cx="6072505" cy="1693545"/>
          </a:xfrm>
          <a:prstGeom prst="rect">
            <a:avLst/>
          </a:prstGeom>
        </p:spPr>
      </p:pic>
      <p:grpSp>
        <p:nvGrpSpPr>
          <p:cNvPr id="9" name="Group 8">
            <a:extLst>
              <a:ext uri="{FF2B5EF4-FFF2-40B4-BE49-F238E27FC236}">
                <a16:creationId xmlns:a16="http://schemas.microsoft.com/office/drawing/2014/main" id="{71FBC940-599C-B40C-7251-E11F5363235C}"/>
              </a:ext>
            </a:extLst>
          </p:cNvPr>
          <p:cNvGrpSpPr/>
          <p:nvPr/>
        </p:nvGrpSpPr>
        <p:grpSpPr>
          <a:xfrm>
            <a:off x="4841005" y="3451809"/>
            <a:ext cx="6716395" cy="1743075"/>
            <a:chOff x="0" y="0"/>
            <a:chExt cx="6716395" cy="1743075"/>
          </a:xfrm>
        </p:grpSpPr>
        <p:pic>
          <p:nvPicPr>
            <p:cNvPr id="10" name="Picture 9">
              <a:extLst>
                <a:ext uri="{FF2B5EF4-FFF2-40B4-BE49-F238E27FC236}">
                  <a16:creationId xmlns:a16="http://schemas.microsoft.com/office/drawing/2014/main" id="{32DC769F-48C3-4D24-4E0D-486DB6EE4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0"/>
              <a:ext cx="6189345" cy="1684655"/>
            </a:xfrm>
            <a:prstGeom prst="rect">
              <a:avLst/>
            </a:prstGeom>
          </p:spPr>
        </p:pic>
        <p:grpSp>
          <p:nvGrpSpPr>
            <p:cNvPr id="11" name="Group 10">
              <a:extLst>
                <a:ext uri="{FF2B5EF4-FFF2-40B4-BE49-F238E27FC236}">
                  <a16:creationId xmlns:a16="http://schemas.microsoft.com/office/drawing/2014/main" id="{19B126DB-46D9-4C49-0015-AF9E3A9A56FE}"/>
                </a:ext>
              </a:extLst>
            </p:cNvPr>
            <p:cNvGrpSpPr/>
            <p:nvPr/>
          </p:nvGrpSpPr>
          <p:grpSpPr>
            <a:xfrm>
              <a:off x="1828800" y="698500"/>
              <a:ext cx="952500" cy="304800"/>
              <a:chOff x="523874" y="28575"/>
              <a:chExt cx="952500" cy="304800"/>
            </a:xfrm>
          </p:grpSpPr>
          <p:sp>
            <p:nvSpPr>
              <p:cNvPr id="29" name="Rectangle 28">
                <a:extLst>
                  <a:ext uri="{FF2B5EF4-FFF2-40B4-BE49-F238E27FC236}">
                    <a16:creationId xmlns:a16="http://schemas.microsoft.com/office/drawing/2014/main" id="{F61B4315-4FAE-B627-4862-6A35201ED512}"/>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D334A409-3BAF-0D04-12BF-A1552870670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 Box 1346">
                <a:extLst>
                  <a:ext uri="{FF2B5EF4-FFF2-40B4-BE49-F238E27FC236}">
                    <a16:creationId xmlns:a16="http://schemas.microsoft.com/office/drawing/2014/main" id="{AD08F02B-7857-62FD-B9C2-A211FA60503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2" name="Group 11">
              <a:extLst>
                <a:ext uri="{FF2B5EF4-FFF2-40B4-BE49-F238E27FC236}">
                  <a16:creationId xmlns:a16="http://schemas.microsoft.com/office/drawing/2014/main" id="{72AC10CF-B983-05CF-68D5-13DF9D91C68E}"/>
                </a:ext>
              </a:extLst>
            </p:cNvPr>
            <p:cNvGrpSpPr/>
            <p:nvPr/>
          </p:nvGrpSpPr>
          <p:grpSpPr>
            <a:xfrm>
              <a:off x="3016250" y="374650"/>
              <a:ext cx="981076" cy="304800"/>
              <a:chOff x="333374" y="28575"/>
              <a:chExt cx="981076" cy="304800"/>
            </a:xfrm>
          </p:grpSpPr>
          <p:sp>
            <p:nvSpPr>
              <p:cNvPr id="25" name="Rectangle 24">
                <a:extLst>
                  <a:ext uri="{FF2B5EF4-FFF2-40B4-BE49-F238E27FC236}">
                    <a16:creationId xmlns:a16="http://schemas.microsoft.com/office/drawing/2014/main" id="{15117BC3-D547-52F8-410D-B18561FED533}"/>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F6B838E4-76C6-3D22-1684-B4CC0F86263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350">
                <a:extLst>
                  <a:ext uri="{FF2B5EF4-FFF2-40B4-BE49-F238E27FC236}">
                    <a16:creationId xmlns:a16="http://schemas.microsoft.com/office/drawing/2014/main" id="{473C8C95-71AC-738C-CF3D-0D6ABD90D2A4}"/>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4" name="Group 13">
              <a:extLst>
                <a:ext uri="{FF2B5EF4-FFF2-40B4-BE49-F238E27FC236}">
                  <a16:creationId xmlns:a16="http://schemas.microsoft.com/office/drawing/2014/main" id="{544B1BAD-E69C-8D3A-E96B-B7E4963C87E2}"/>
                </a:ext>
              </a:extLst>
            </p:cNvPr>
            <p:cNvGrpSpPr>
              <a:grpSpLocks/>
            </p:cNvGrpSpPr>
            <p:nvPr/>
          </p:nvGrpSpPr>
          <p:grpSpPr bwMode="auto">
            <a:xfrm>
              <a:off x="2850515" y="863600"/>
              <a:ext cx="2438400" cy="879475"/>
              <a:chOff x="6116" y="177"/>
              <a:chExt cx="3840" cy="1385"/>
            </a:xfrm>
          </p:grpSpPr>
          <p:pic>
            <p:nvPicPr>
              <p:cNvPr id="23" name="Picture 22">
                <a:extLst>
                  <a:ext uri="{FF2B5EF4-FFF2-40B4-BE49-F238E27FC236}">
                    <a16:creationId xmlns:a16="http://schemas.microsoft.com/office/drawing/2014/main" id="{E0054877-F332-BECD-9C59-24D232A6CD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41">
                <a:extLst>
                  <a:ext uri="{FF2B5EF4-FFF2-40B4-BE49-F238E27FC236}">
                    <a16:creationId xmlns:a16="http://schemas.microsoft.com/office/drawing/2014/main" id="{A20640F8-5021-998C-19BD-DF55B6C7BEBB}"/>
                  </a:ext>
                </a:extLst>
              </p:cNvPr>
              <p:cNvSpPr txBox="1">
                <a:spLocks noChangeArrowheads="1"/>
              </p:cNvSpPr>
              <p:nvPr/>
            </p:nvSpPr>
            <p:spPr bwMode="auto">
              <a:xfrm>
                <a:off x="6116" y="177"/>
                <a:ext cx="384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0" name="Text Box 1351">
              <a:extLst>
                <a:ext uri="{FF2B5EF4-FFF2-40B4-BE49-F238E27FC236}">
                  <a16:creationId xmlns:a16="http://schemas.microsoft.com/office/drawing/2014/main" id="{1E425344-A3EE-43D9-EC90-FB47C2FF8BFD}"/>
                </a:ext>
              </a:extLst>
            </p:cNvPr>
            <p:cNvSpPr txBox="1"/>
            <p:nvPr/>
          </p:nvSpPr>
          <p:spPr>
            <a:xfrm>
              <a:off x="0" y="24130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E2458751-11A8-96A3-D626-32A004BF589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E8E3A37-310A-9E48-94C2-72B1CA0CB887}"/>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A80F8A8F-41EE-08D3-5188-D2453A268D69}"/>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Text Box 102">
            <a:extLst>
              <a:ext uri="{FF2B5EF4-FFF2-40B4-BE49-F238E27FC236}">
                <a16:creationId xmlns:a16="http://schemas.microsoft.com/office/drawing/2014/main" id="{4B11BA4D-7CA6-77DA-9E85-3F294FDA5A81}"/>
              </a:ext>
            </a:extLst>
          </p:cNvPr>
          <p:cNvSpPr txBox="1"/>
          <p:nvPr/>
        </p:nvSpPr>
        <p:spPr>
          <a:xfrm>
            <a:off x="805110" y="1579464"/>
            <a:ext cx="3852820" cy="4649057"/>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received payment – main form will be minimize and the other information will be displayed as shown in the photo.</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Particular tab</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Click maximize arrow to view the Particular tab</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Provide the necessary details in their fields</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2.1. Click Add button to add new row</a:t>
            </a: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2.2. Type particular and amount if there’s any</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2.3. If done, click save all button</a:t>
            </a:r>
            <a:endParaRPr kumimoji="0" lang="en-PH"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15000"/>
              </a:lnSpc>
              <a:spcBef>
                <a:spcPts val="0"/>
              </a:spcBef>
              <a:spcAft>
                <a:spcPts val="100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Click save button once done</a:t>
            </a:r>
          </a:p>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F0C89F75-BE92-0F10-865B-FBFAFC4A33D0}"/>
              </a:ext>
            </a:extLst>
          </p:cNvPr>
          <p:cNvGrpSpPr/>
          <p:nvPr/>
        </p:nvGrpSpPr>
        <p:grpSpPr>
          <a:xfrm>
            <a:off x="5635104" y="1506654"/>
            <a:ext cx="5470901" cy="1430421"/>
            <a:chOff x="6430729" y="1985714"/>
            <a:chExt cx="4349750" cy="1137285"/>
          </a:xfrm>
        </p:grpSpPr>
        <p:pic>
          <p:nvPicPr>
            <p:cNvPr id="8" name="Picture 7">
              <a:extLst>
                <a:ext uri="{FF2B5EF4-FFF2-40B4-BE49-F238E27FC236}">
                  <a16:creationId xmlns:a16="http://schemas.microsoft.com/office/drawing/2014/main" id="{2D201F8C-728A-D18E-3CE6-9BF7A652714D}"/>
                </a:ext>
              </a:extLst>
            </p:cNvPr>
            <p:cNvPicPr>
              <a:picLocks noChangeAspect="1"/>
            </p:cNvPicPr>
            <p:nvPr/>
          </p:nvPicPr>
          <p:blipFill>
            <a:blip r:embed="rId3"/>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9" name="Rectangle 898">
              <a:extLst>
                <a:ext uri="{FF2B5EF4-FFF2-40B4-BE49-F238E27FC236}">
                  <a16:creationId xmlns:a16="http://schemas.microsoft.com/office/drawing/2014/main" id="{9DBB7635-0B39-4979-CC4D-F51D157FB868}"/>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Box 900">
              <a:extLst>
                <a:ext uri="{FF2B5EF4-FFF2-40B4-BE49-F238E27FC236}">
                  <a16:creationId xmlns:a16="http://schemas.microsoft.com/office/drawing/2014/main" id="{A1C25599-40F0-7A45-D04D-C071091FE2F9}"/>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2.1</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 name="Rectangle 4">
              <a:extLst>
                <a:ext uri="{FF2B5EF4-FFF2-40B4-BE49-F238E27FC236}">
                  <a16:creationId xmlns:a16="http://schemas.microsoft.com/office/drawing/2014/main" id="{FD7BAE9D-B067-0CEB-F2CB-655352C35629}"/>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611E336E-4162-9971-BDBB-DE2FADE701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13" name="AutoShape 6">
              <a:extLst>
                <a:ext uri="{FF2B5EF4-FFF2-40B4-BE49-F238E27FC236}">
                  <a16:creationId xmlns:a16="http://schemas.microsoft.com/office/drawing/2014/main" id="{D207105A-BE27-E83E-7116-516F33CF438D}"/>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6">
              <a:extLst>
                <a:ext uri="{FF2B5EF4-FFF2-40B4-BE49-F238E27FC236}">
                  <a16:creationId xmlns:a16="http://schemas.microsoft.com/office/drawing/2014/main" id="{FC393FBB-E23B-5D06-2BF1-CBF0D50C9509}"/>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17" name="Group 16">
            <a:extLst>
              <a:ext uri="{FF2B5EF4-FFF2-40B4-BE49-F238E27FC236}">
                <a16:creationId xmlns:a16="http://schemas.microsoft.com/office/drawing/2014/main" id="{2C921632-F95C-B85E-6DF2-75168B8E110F}"/>
              </a:ext>
            </a:extLst>
          </p:cNvPr>
          <p:cNvGrpSpPr/>
          <p:nvPr/>
        </p:nvGrpSpPr>
        <p:grpSpPr>
          <a:xfrm>
            <a:off x="5551969" y="4122292"/>
            <a:ext cx="5662254" cy="1853632"/>
            <a:chOff x="6261610" y="3735002"/>
            <a:chExt cx="5138532" cy="1682183"/>
          </a:xfrm>
        </p:grpSpPr>
        <p:pic>
          <p:nvPicPr>
            <p:cNvPr id="19" name="Picture 18">
              <a:extLst>
                <a:ext uri="{FF2B5EF4-FFF2-40B4-BE49-F238E27FC236}">
                  <a16:creationId xmlns:a16="http://schemas.microsoft.com/office/drawing/2014/main" id="{3BDA7842-8EF5-E2B6-A1D5-774A138B292B}"/>
                </a:ext>
              </a:extLst>
            </p:cNvPr>
            <p:cNvPicPr>
              <a:picLocks noChangeAspect="1"/>
            </p:cNvPicPr>
            <p:nvPr/>
          </p:nvPicPr>
          <p:blipFill>
            <a:blip r:embed="rId5"/>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20" name="Text Box 7">
              <a:extLst>
                <a:ext uri="{FF2B5EF4-FFF2-40B4-BE49-F238E27FC236}">
                  <a16:creationId xmlns:a16="http://schemas.microsoft.com/office/drawing/2014/main" id="{22BF9C45-B837-5DED-96A1-F7B374BC58CD}"/>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438"/>
                </a:spcBef>
                <a:spcAft>
                  <a:spcPts val="80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pitchFamily="34" charset="0"/>
                  <a:ea typeface="+mn-ea"/>
                  <a:cs typeface="+mn-cs"/>
                </a:rPr>
                <a:t>How to upload document?</a:t>
              </a:r>
              <a:endParaRPr kumimoji="0" lang="en-PH" altLang="en-US" sz="1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1D120A0D-747F-54C3-307D-73415C005B0C}"/>
                </a:ext>
              </a:extLst>
            </p:cNvPr>
            <p:cNvPicPr>
              <a:picLocks noChangeAspect="1"/>
            </p:cNvPicPr>
            <p:nvPr/>
          </p:nvPicPr>
          <p:blipFill>
            <a:blip r:embed="rId6"/>
            <a:srcRect/>
            <a:stretch>
              <a:fillRect/>
            </a:stretch>
          </p:blipFill>
          <p:spPr bwMode="auto">
            <a:xfrm>
              <a:off x="8565789" y="4158615"/>
              <a:ext cx="1797685" cy="1258570"/>
            </a:xfrm>
            <a:prstGeom prst="rect">
              <a:avLst/>
            </a:prstGeom>
            <a:noFill/>
            <a:ln w="9525">
              <a:noFill/>
              <a:miter lim="800000"/>
              <a:headEnd/>
              <a:tailEnd/>
            </a:ln>
          </p:spPr>
        </p:pic>
        <p:sp>
          <p:nvSpPr>
            <p:cNvPr id="23" name="Rectangle 8">
              <a:extLst>
                <a:ext uri="{FF2B5EF4-FFF2-40B4-BE49-F238E27FC236}">
                  <a16:creationId xmlns:a16="http://schemas.microsoft.com/office/drawing/2014/main" id="{F44E10F6-A160-DFFD-EC3E-76E086D5DF6F}"/>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AutoShape 9">
              <a:extLst>
                <a:ext uri="{FF2B5EF4-FFF2-40B4-BE49-F238E27FC236}">
                  <a16:creationId xmlns:a16="http://schemas.microsoft.com/office/drawing/2014/main" id="{50027A92-29D8-57DC-20F3-D55494C463A7}"/>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Box 10">
              <a:extLst>
                <a:ext uri="{FF2B5EF4-FFF2-40B4-BE49-F238E27FC236}">
                  <a16:creationId xmlns:a16="http://schemas.microsoft.com/office/drawing/2014/main" id="{F7FD971F-0B3B-2035-DEF4-1DEEAA6B6BDC}"/>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6" name="TextBox 25">
            <a:extLst>
              <a:ext uri="{FF2B5EF4-FFF2-40B4-BE49-F238E27FC236}">
                <a16:creationId xmlns:a16="http://schemas.microsoft.com/office/drawing/2014/main" id="{E2B2D4CA-8A62-D406-C94B-FB2CCA5DB067}"/>
              </a:ext>
            </a:extLst>
          </p:cNvPr>
          <p:cNvSpPr txBox="1"/>
          <p:nvPr/>
        </p:nvSpPr>
        <p:spPr>
          <a:xfrm>
            <a:off x="5559040" y="1161001"/>
            <a:ext cx="2552700" cy="281231"/>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Particular Tab</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1845122C-075A-CE48-6631-2CC1C27F31DB}"/>
              </a:ext>
            </a:extLst>
          </p:cNvPr>
          <p:cNvSpPr txBox="1"/>
          <p:nvPr/>
        </p:nvSpPr>
        <p:spPr>
          <a:xfrm>
            <a:off x="5468834" y="3780310"/>
            <a:ext cx="2552700" cy="281231"/>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Attachment Tab</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0604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8" name="TextBox 17">
            <a:extLst>
              <a:ext uri="{FF2B5EF4-FFF2-40B4-BE49-F238E27FC236}">
                <a16:creationId xmlns:a16="http://schemas.microsoft.com/office/drawing/2014/main" id="{22B4859C-C8DC-7A01-B785-DE22D1AFC5EE}"/>
              </a:ext>
            </a:extLst>
          </p:cNvPr>
          <p:cNvSpPr txBox="1"/>
          <p:nvPr/>
        </p:nvSpPr>
        <p:spPr>
          <a:xfrm>
            <a:off x="1100672" y="154203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34" name="Picture 33">
            <a:extLst>
              <a:ext uri="{FF2B5EF4-FFF2-40B4-BE49-F238E27FC236}">
                <a16:creationId xmlns:a16="http://schemas.microsoft.com/office/drawing/2014/main" id="{1249798D-B613-255C-771F-975F31FF8C28}"/>
              </a:ext>
            </a:extLst>
          </p:cNvPr>
          <p:cNvPicPr>
            <a:picLocks noChangeAspect="1"/>
          </p:cNvPicPr>
          <p:nvPr/>
        </p:nvPicPr>
        <p:blipFill>
          <a:blip r:embed="rId3"/>
          <a:stretch>
            <a:fillRect/>
          </a:stretch>
        </p:blipFill>
        <p:spPr>
          <a:xfrm>
            <a:off x="2553453" y="2306881"/>
            <a:ext cx="6095999" cy="2779331"/>
          </a:xfrm>
          <a:prstGeom prst="rect">
            <a:avLst/>
          </a:prstGeom>
        </p:spPr>
      </p:pic>
      <p:sp>
        <p:nvSpPr>
          <p:cNvPr id="2" name="TextBox 1">
            <a:extLst>
              <a:ext uri="{FF2B5EF4-FFF2-40B4-BE49-F238E27FC236}">
                <a16:creationId xmlns:a16="http://schemas.microsoft.com/office/drawing/2014/main" id="{A80F8A8F-41EE-08D3-5188-D2453A268D69}"/>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4768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Words>
  <Application>Microsoft Office PowerPoint</Application>
  <PresentationFormat>Widescreen</PresentationFormat>
  <Paragraphs>184</Paragraphs>
  <Slides>11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Animosa Extra Bold</vt:lpstr>
      <vt:lpstr>Arial</vt:lpstr>
      <vt:lpstr>Bahnschrift Condensed</vt:lpstr>
      <vt:lpstr>Bodoni MT Condensed</vt:lpstr>
      <vt:lpstr>Calibri</vt:lpstr>
      <vt:lpstr>Calibri Light</vt:lpstr>
      <vt:lpstr>Century Gothic</vt:lpstr>
      <vt:lpstr>Chivo Light</vt:lpstr>
      <vt:lpstr>Times New Roman</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2023-01-12T11:31:24Z</dcterms:created>
  <dcterms:modified xsi:type="dcterms:W3CDTF">2023-01-12T11:31:44Z</dcterms:modified>
</cp:coreProperties>
</file>