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2" r:id="rId2"/>
    <p:sldId id="403" r:id="rId3"/>
    <p:sldId id="404" r:id="rId4"/>
    <p:sldId id="405" r:id="rId5"/>
    <p:sldId id="406" r:id="rId6"/>
    <p:sldId id="407" r:id="rId7"/>
    <p:sldId id="408" r:id="rId8"/>
    <p:sldId id="409" r:id="rId9"/>
    <p:sldId id="410" r:id="rId10"/>
    <p:sldId id="41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D878-0753-F392-AF9F-41E67EC01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813077E-086C-AE3D-6B1D-48EA5DDB8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5D98DA7-E558-AA30-AF15-0340E663566E}"/>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51907BBB-F5DC-8469-704A-ADCF7382EB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3A25FF-B186-86B3-5DA7-0DE737161EEB}"/>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047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09EB-F45E-5020-F092-CAB4E2A1A5C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DCFE082-0056-6934-4F20-AAF8A35B3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1202C01-33C7-6DFD-A7F9-D6EFAE1C7B6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4F60123-AE56-3775-17A7-376313A5A1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BF1040-D801-1A33-2ABA-12B3ECE3F7DA}"/>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7816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12C8-C193-CA77-F267-F2D38AEB0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ABA16E-F445-6DE0-E4AB-FA857BB0D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1706-6377-16A3-26C0-CDC1DD14F53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43740A1B-6E28-00A2-A359-1A81493F2A8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2FD67A-984D-CB54-7D3C-E41FBC48DB29}"/>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4615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3E1-011C-FF64-6675-6A294EAEBD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D063726-BE72-D88A-8722-6EB8A1051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21CDFA6-F6FD-FE06-B7DD-CCF09FFC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BE782168-B6CD-866F-7DCE-910E73DA24BD}"/>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3D417449-BD17-3108-EC60-4424F748D2C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5E131C9-76A9-AF13-9BC5-42B8ABB5232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6725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A3D1-9EBA-97EE-D4D3-163570241AB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AFADDC-271B-8CAE-5707-8BA2EC4C9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10C24-F835-154B-9CA6-0FBECEAF4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2F982B2-D809-5BA7-E41A-65DA4EBF0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2E793-30A9-2F51-D8C8-CF34D4E8D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A48DE28-86B4-52BC-CF04-9EE4C65E6743}"/>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8" name="Footer Placeholder 7">
            <a:extLst>
              <a:ext uri="{FF2B5EF4-FFF2-40B4-BE49-F238E27FC236}">
                <a16:creationId xmlns:a16="http://schemas.microsoft.com/office/drawing/2014/main" id="{3C1E5AA5-3CC8-CA75-120A-ED5A54D9E72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877E7FD-696D-A86A-C8CF-112FEDACAB4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209855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65E-FD78-E30D-DCDF-2590444617FE}"/>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DDBC497B-9109-B54D-C969-200277CA5E01}"/>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4" name="Footer Placeholder 3">
            <a:extLst>
              <a:ext uri="{FF2B5EF4-FFF2-40B4-BE49-F238E27FC236}">
                <a16:creationId xmlns:a16="http://schemas.microsoft.com/office/drawing/2014/main" id="{88469FF5-4430-4A3C-6348-D516AF654BB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F7EF08B-23C7-A26B-1EBF-D6480DF3563E}"/>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79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96A591-1EC1-91A1-DF00-9F80C23039EF}"/>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3" name="Footer Placeholder 2">
            <a:extLst>
              <a:ext uri="{FF2B5EF4-FFF2-40B4-BE49-F238E27FC236}">
                <a16:creationId xmlns:a16="http://schemas.microsoft.com/office/drawing/2014/main" id="{F8DEE169-FCA4-1F57-C74A-6F1BEA7D0033}"/>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E2D1F2A7-930B-275F-204F-FBBA78C2F1B5}"/>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7692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76-2ABE-D57C-EB8A-CBC797BAC8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714EB5C1-03B1-D6C8-2F6D-80C73EB29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E0EE84D-5466-A990-ED4D-1C915B538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B405-C12F-8974-AFAC-BC02E749E54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CD577E86-7A35-D515-665F-D31416F359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B6795A9-CE47-DF3D-F79D-D538E68AEAC3}"/>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828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2437-CA9E-008C-E67B-EFFEE88E9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AF6E16A-A812-5234-FAA8-2FA2AB64A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A767D58-2C56-F05C-191C-78A940B29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2E6F-08D8-8634-9298-426512867EB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E42A3B93-4B8B-6960-21DF-3162DDBBE30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1E6718-0304-24D4-DE74-D99D4B86514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18128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5083-DFDF-EFB5-3210-786B4CDD5D1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0F30E59-0B36-9BDC-9E1A-90F2E2FE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23758F8-6CD8-DAAC-BD28-D77A8221C08A}"/>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DDA0FC65-5187-9868-048F-753747C9A3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F020681-FA3F-CDF4-4736-BE90574904A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02813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94EB09-8790-825C-E6DF-DC3D220A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C93AC03-5B79-B3CC-937A-E9326AD90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7F3150F-FF7F-423F-A07D-2196E530A9C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6228607-03AE-F239-DF0F-DBE38C417C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32C7311-2AD4-0720-88BE-D53F67274AB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077593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19E0E-E3DB-1F61-737B-981CECC0B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B3AFFF6-9EFE-E46E-19D4-D1D38810D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F1A037-1FE2-0FE0-A9A3-BE0A04F93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EBDD2511-467C-00AC-A741-7BD7B2FD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D3F12802-CEDB-1835-A96E-E43D007F8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FD21C-FA42-4D69-9558-A07270C73C58}" type="slidenum">
              <a:rPr lang="en-PH" smtClean="0"/>
              <a:t>‹#›</a:t>
            </a:fld>
            <a:endParaRPr lang="en-PH"/>
          </a:p>
        </p:txBody>
      </p:sp>
    </p:spTree>
    <p:extLst>
      <p:ext uri="{BB962C8B-B14F-4D97-AF65-F5344CB8AC3E}">
        <p14:creationId xmlns:p14="http://schemas.microsoft.com/office/powerpoint/2010/main" val="296282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Service Receiving</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a typeface="Open Sans" panose="020B0606030504020204" pitchFamily="34" charset="0"/>
                <a:cs typeface="Times New Roman" panose="02020603050405020304" pitchFamily="18" charset="0"/>
              </a:rPr>
              <a:t>is where we record service receiving from quotation.</a:t>
            </a: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BBC2BCD-CB69-3D41-CA99-ABA789E257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31237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Service Receiving module under Purchases, Service Receiving transactions list will display based on filtered date and status in the service receiving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Service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8A77B91F-4A8F-0BA6-D9FB-55FDED9369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A28318ED-D80D-86EF-2BC6-51F827064EC2}"/>
              </a:ext>
            </a:extLst>
          </p:cNvPr>
          <p:cNvGrpSpPr/>
          <p:nvPr/>
        </p:nvGrpSpPr>
        <p:grpSpPr>
          <a:xfrm>
            <a:off x="5374487" y="1961909"/>
            <a:ext cx="6065286" cy="1771650"/>
            <a:chOff x="5374487" y="1961909"/>
            <a:chExt cx="6065286" cy="1771650"/>
          </a:xfrm>
        </p:grpSpPr>
        <p:pic>
          <p:nvPicPr>
            <p:cNvPr id="2" name="Picture 1">
              <a:extLst>
                <a:ext uri="{FF2B5EF4-FFF2-40B4-BE49-F238E27FC236}">
                  <a16:creationId xmlns:a16="http://schemas.microsoft.com/office/drawing/2014/main" id="{A1568817-1C35-8373-BFEA-3BC0E0E221A2}"/>
                </a:ext>
              </a:extLst>
            </p:cNvPr>
            <p:cNvPicPr>
              <a:picLocks noChangeAspect="1"/>
            </p:cNvPicPr>
            <p:nvPr/>
          </p:nvPicPr>
          <p:blipFill>
            <a:blip r:embed="rId3"/>
            <a:stretch>
              <a:fillRect/>
            </a:stretch>
          </p:blipFill>
          <p:spPr>
            <a:xfrm>
              <a:off x="5374888" y="1961909"/>
              <a:ext cx="6064885" cy="1771650"/>
            </a:xfrm>
            <a:prstGeom prst="rect">
              <a:avLst/>
            </a:prstGeom>
          </p:spPr>
        </p:pic>
        <p:sp>
          <p:nvSpPr>
            <p:cNvPr id="5" name="Rectangle 2">
              <a:extLst>
                <a:ext uri="{FF2B5EF4-FFF2-40B4-BE49-F238E27FC236}">
                  <a16:creationId xmlns:a16="http://schemas.microsoft.com/office/drawing/2014/main" id="{8C700353-C539-56E3-7AC1-D10B3082A87D}"/>
                </a:ext>
              </a:extLst>
            </p:cNvPr>
            <p:cNvSpPr>
              <a:spLocks noChangeArrowheads="1"/>
            </p:cNvSpPr>
            <p:nvPr/>
          </p:nvSpPr>
          <p:spPr bwMode="auto">
            <a:xfrm>
              <a:off x="6340094" y="2979497"/>
              <a:ext cx="4964112" cy="75406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7" name="Rectangle 3">
              <a:extLst>
                <a:ext uri="{FF2B5EF4-FFF2-40B4-BE49-F238E27FC236}">
                  <a16:creationId xmlns:a16="http://schemas.microsoft.com/office/drawing/2014/main" id="{F4873D7C-2098-9683-2193-17F673BBDA7B}"/>
                </a:ext>
              </a:extLst>
            </p:cNvPr>
            <p:cNvSpPr>
              <a:spLocks noChangeArrowheads="1"/>
            </p:cNvSpPr>
            <p:nvPr/>
          </p:nvSpPr>
          <p:spPr bwMode="auto">
            <a:xfrm>
              <a:off x="5374487" y="3024353"/>
              <a:ext cx="884237"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cxnSp>
          <p:nvCxnSpPr>
            <p:cNvPr id="1028" name="AutoShape 4">
              <a:extLst>
                <a:ext uri="{FF2B5EF4-FFF2-40B4-BE49-F238E27FC236}">
                  <a16:creationId xmlns:a16="http://schemas.microsoft.com/office/drawing/2014/main" id="{65B0A90F-A24C-EB72-E217-A23589D6D58E}"/>
                </a:ext>
              </a:extLst>
            </p:cNvPr>
            <p:cNvCxnSpPr>
              <a:cxnSpLocks noChangeShapeType="1"/>
            </p:cNvCxnSpPr>
            <p:nvPr/>
          </p:nvCxnSpPr>
          <p:spPr bwMode="auto">
            <a:xfrm>
              <a:off x="6258245" y="3099759"/>
              <a:ext cx="136525" cy="460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79969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E69EB16-9ED2-5CE9-4946-CB0E25798BF1}"/>
              </a:ext>
            </a:extLst>
          </p:cNvPr>
          <p:cNvPicPr>
            <a:picLocks noChangeAspect="1"/>
          </p:cNvPicPr>
          <p:nvPr/>
        </p:nvPicPr>
        <p:blipFill>
          <a:blip r:embed="rId2"/>
          <a:stretch>
            <a:fillRect/>
          </a:stretch>
        </p:blipFill>
        <p:spPr bwMode="auto">
          <a:xfrm>
            <a:off x="5046142" y="2830696"/>
            <a:ext cx="6605270" cy="2621280"/>
          </a:xfrm>
          <a:prstGeom prst="rect">
            <a:avLst/>
          </a:prstGeom>
          <a:noFill/>
          <a:ln w="9525">
            <a:noFill/>
            <a:miter lim="800000"/>
            <a:headEnd/>
            <a:tailEnd/>
          </a:ln>
        </p:spPr>
      </p:pic>
      <p:sp>
        <p:nvSpPr>
          <p:cNvPr id="23" name="TextBox 22">
            <a:extLst>
              <a:ext uri="{FF2B5EF4-FFF2-40B4-BE49-F238E27FC236}">
                <a16:creationId xmlns:a16="http://schemas.microsoft.com/office/drawing/2014/main" id="{2384804B-EE2E-A346-8D83-E2034F24A0DC}"/>
              </a:ext>
            </a:extLst>
          </p:cNvPr>
          <p:cNvSpPr txBox="1"/>
          <p:nvPr/>
        </p:nvSpPr>
        <p:spPr>
          <a:xfrm>
            <a:off x="596630" y="965527"/>
            <a:ext cx="40612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335585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CREATE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Service Receiving – Main Window, you will notice a create button in the upper left of the window. Click the create button and you will be redirect in service receiving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82618" y="3742983"/>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service receiving– main form where you will encode the other necessary information of the transaction and record the services’ to be receive from the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105C49A-5770-7EC0-9CE4-07917B9D64B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B808C4F7-A9F4-2B3C-71DB-3C5305EEF9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0C5FEF6D-92A4-CD07-F3F5-B97F52C140C1}"/>
              </a:ext>
            </a:extLst>
          </p:cNvPr>
          <p:cNvGrpSpPr/>
          <p:nvPr/>
        </p:nvGrpSpPr>
        <p:grpSpPr>
          <a:xfrm>
            <a:off x="5374888" y="1001231"/>
            <a:ext cx="5608320" cy="1183640"/>
            <a:chOff x="5374888" y="1001231"/>
            <a:chExt cx="5608320" cy="1183640"/>
          </a:xfrm>
        </p:grpSpPr>
        <p:pic>
          <p:nvPicPr>
            <p:cNvPr id="10" name="Picture 9">
              <a:extLst>
                <a:ext uri="{FF2B5EF4-FFF2-40B4-BE49-F238E27FC236}">
                  <a16:creationId xmlns:a16="http://schemas.microsoft.com/office/drawing/2014/main" id="{654A133C-6850-0014-51A9-4A4ED41A2973}"/>
                </a:ext>
              </a:extLst>
            </p:cNvPr>
            <p:cNvPicPr>
              <a:picLocks noChangeAspect="1"/>
            </p:cNvPicPr>
            <p:nvPr/>
          </p:nvPicPr>
          <p:blipFill>
            <a:blip r:embed="rId4"/>
            <a:stretch>
              <a:fillRect/>
            </a:stretch>
          </p:blipFill>
          <p:spPr>
            <a:xfrm>
              <a:off x="5374888" y="1001231"/>
              <a:ext cx="5608320" cy="1183640"/>
            </a:xfrm>
            <a:prstGeom prst="rect">
              <a:avLst/>
            </a:prstGeom>
          </p:spPr>
        </p:pic>
        <p:grpSp>
          <p:nvGrpSpPr>
            <p:cNvPr id="6" name="Group 2">
              <a:extLst>
                <a:ext uri="{FF2B5EF4-FFF2-40B4-BE49-F238E27FC236}">
                  <a16:creationId xmlns:a16="http://schemas.microsoft.com/office/drawing/2014/main" id="{0AF2944A-8432-DEF6-191A-DE4FAB292C35}"/>
                </a:ext>
              </a:extLst>
            </p:cNvPr>
            <p:cNvGrpSpPr>
              <a:grpSpLocks/>
            </p:cNvGrpSpPr>
            <p:nvPr/>
          </p:nvGrpSpPr>
          <p:grpSpPr bwMode="auto">
            <a:xfrm>
              <a:off x="5421990" y="1215695"/>
              <a:ext cx="1209675" cy="276225"/>
              <a:chOff x="0" y="0"/>
              <a:chExt cx="12096" cy="2762"/>
            </a:xfrm>
          </p:grpSpPr>
          <p:sp>
            <p:nvSpPr>
              <p:cNvPr id="7" name="Rectangle 1194">
                <a:extLst>
                  <a:ext uri="{FF2B5EF4-FFF2-40B4-BE49-F238E27FC236}">
                    <a16:creationId xmlns:a16="http://schemas.microsoft.com/office/drawing/2014/main" id="{93E51D5D-5A79-34AE-1C8C-D896EA966026}"/>
                  </a:ext>
                </a:extLst>
              </p:cNvPr>
              <p:cNvSpPr>
                <a:spLocks noChangeArrowheads="1"/>
              </p:cNvSpPr>
              <p:nvPr/>
            </p:nvSpPr>
            <p:spPr bwMode="auto">
              <a:xfrm>
                <a:off x="0" y="0"/>
                <a:ext cx="8001" cy="22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195" name="Straight Arrow Connector 1195">
                <a:extLst>
                  <a:ext uri="{FF2B5EF4-FFF2-40B4-BE49-F238E27FC236}">
                    <a16:creationId xmlns:a16="http://schemas.microsoft.com/office/drawing/2014/main" id="{42473223-4EAB-2CBF-3E8D-CA07275EA15F}"/>
                  </a:ext>
                </a:extLst>
              </p:cNvPr>
              <p:cNvCxnSpPr>
                <a:cxnSpLocks noChangeShapeType="1"/>
              </p:cNvCxnSpPr>
              <p:nvPr/>
            </p:nvCxn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8" name="Text Box 1196">
                <a:extLst>
                  <a:ext uri="{FF2B5EF4-FFF2-40B4-BE49-F238E27FC236}">
                    <a16:creationId xmlns:a16="http://schemas.microsoft.com/office/drawing/2014/main" id="{0EF9F7F5-7FD2-DAAA-CD56-50FDF71CF381}"/>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sp>
        <p:nvSpPr>
          <p:cNvPr id="16" name="Text Box 6">
            <a:extLst>
              <a:ext uri="{FF2B5EF4-FFF2-40B4-BE49-F238E27FC236}">
                <a16:creationId xmlns:a16="http://schemas.microsoft.com/office/drawing/2014/main" id="{61339206-2295-99F7-E613-C849BC9E3709}"/>
              </a:ext>
            </a:extLst>
          </p:cNvPr>
          <p:cNvSpPr txBox="1">
            <a:spLocks noChangeArrowheads="1"/>
          </p:cNvSpPr>
          <p:nvPr/>
        </p:nvSpPr>
        <p:spPr bwMode="auto">
          <a:xfrm>
            <a:off x="6969040" y="4263232"/>
            <a:ext cx="2420016" cy="62512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268288" marR="0" lvl="0" indent="-176213"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supplier?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supplier name in the search bar.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supplier.</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2">
            <a:extLst>
              <a:ext uri="{FF2B5EF4-FFF2-40B4-BE49-F238E27FC236}">
                <a16:creationId xmlns:a16="http://schemas.microsoft.com/office/drawing/2014/main" id="{8E481E44-4CD1-BB14-8A2E-4DBEEBC8A3CF}"/>
              </a:ext>
            </a:extLst>
          </p:cNvPr>
          <p:cNvGrpSpPr>
            <a:grpSpLocks/>
          </p:cNvGrpSpPr>
          <p:nvPr/>
        </p:nvGrpSpPr>
        <p:grpSpPr bwMode="auto">
          <a:xfrm>
            <a:off x="5531764" y="3482594"/>
            <a:ext cx="5418137" cy="488950"/>
            <a:chOff x="2379" y="185"/>
            <a:chExt cx="8533" cy="768"/>
          </a:xfrm>
        </p:grpSpPr>
        <p:sp>
          <p:nvSpPr>
            <p:cNvPr id="18" name="Rectangle 3">
              <a:extLst>
                <a:ext uri="{FF2B5EF4-FFF2-40B4-BE49-F238E27FC236}">
                  <a16:creationId xmlns:a16="http://schemas.microsoft.com/office/drawing/2014/main" id="{B3F3EBF0-BCF1-FD59-B194-0B000ACD2D43}"/>
                </a:ext>
              </a:extLst>
            </p:cNvPr>
            <p:cNvSpPr>
              <a:spLocks noChangeArrowheads="1"/>
            </p:cNvSpPr>
            <p:nvPr/>
          </p:nvSpPr>
          <p:spPr bwMode="auto">
            <a:xfrm>
              <a:off x="2379" y="457"/>
              <a:ext cx="7834" cy="49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cxnSp>
          <p:nvCxnSpPr>
            <p:cNvPr id="30" name="AutoShape 4">
              <a:extLst>
                <a:ext uri="{FF2B5EF4-FFF2-40B4-BE49-F238E27FC236}">
                  <a16:creationId xmlns:a16="http://schemas.microsoft.com/office/drawing/2014/main" id="{414216BC-41CF-4670-4F39-BA72DE3C11E1}"/>
                </a:ext>
              </a:extLst>
            </p:cNvPr>
            <p:cNvCxnSpPr>
              <a:cxnSpLocks noChangeShapeType="1"/>
            </p:cNvCxnSpPr>
            <p:nvPr/>
          </p:nvCxnSpPr>
          <p:spPr bwMode="auto">
            <a:xfrm flipV="1">
              <a:off x="10232" y="388"/>
              <a:ext cx="305" cy="25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19" name="Text Box 5">
              <a:extLst>
                <a:ext uri="{FF2B5EF4-FFF2-40B4-BE49-F238E27FC236}">
                  <a16:creationId xmlns:a16="http://schemas.microsoft.com/office/drawing/2014/main" id="{3FF7D119-7DC4-6386-3B8C-E0BA1CF80F8B}"/>
                </a:ext>
              </a:extLst>
            </p:cNvPr>
            <p:cNvSpPr txBox="1">
              <a:spLocks noChangeArrowheads="1"/>
            </p:cNvSpPr>
            <p:nvPr/>
          </p:nvSpPr>
          <p:spPr bwMode="auto">
            <a:xfrm>
              <a:off x="10549" y="185"/>
              <a:ext cx="363" cy="453"/>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44673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CACA93-208C-2782-C987-18341A16E605}"/>
              </a:ext>
            </a:extLst>
          </p:cNvPr>
          <p:cNvPicPr>
            <a:picLocks noChangeAspect="1"/>
          </p:cNvPicPr>
          <p:nvPr/>
        </p:nvPicPr>
        <p:blipFill>
          <a:blip r:embed="rId2"/>
          <a:stretch>
            <a:fillRect/>
          </a:stretch>
        </p:blipFill>
        <p:spPr>
          <a:xfrm>
            <a:off x="5314695" y="1368620"/>
            <a:ext cx="6263640" cy="3072130"/>
          </a:xfrm>
          <a:prstGeom prst="rect">
            <a:avLst/>
          </a:prstGeom>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8" y="1343906"/>
            <a:ext cx="4670747" cy="265371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saving the header, you may now add the ordered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Service Quotation: </a:t>
            </a:r>
            <a:r>
              <a:rPr kumimoji="0" lang="en-US" sz="120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If services are from quotation, click Service Quotation to select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Add item:</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If ordered items will have no reference, manually add the item by clicking the add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1147865" y="636020"/>
            <a:ext cx="422702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0" name="Picture 39">
            <a:extLst>
              <a:ext uri="{FF2B5EF4-FFF2-40B4-BE49-F238E27FC236}">
                <a16:creationId xmlns:a16="http://schemas.microsoft.com/office/drawing/2014/main" id="{C0AFF49D-D8A3-F527-3349-5704904F9D17}"/>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60A31C5F-1004-D402-4B32-6B0522C637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Text Box 2">
            <a:extLst>
              <a:ext uri="{FF2B5EF4-FFF2-40B4-BE49-F238E27FC236}">
                <a16:creationId xmlns:a16="http://schemas.microsoft.com/office/drawing/2014/main" id="{B8C27943-22E0-E373-1502-5072E087777C}"/>
              </a:ext>
            </a:extLst>
          </p:cNvPr>
          <p:cNvSpPr txBox="1">
            <a:spLocks noChangeArrowheads="1"/>
          </p:cNvSpPr>
          <p:nvPr/>
        </p:nvSpPr>
        <p:spPr bwMode="auto">
          <a:xfrm>
            <a:off x="5374888" y="3429000"/>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Stock</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29" name="Picture 28">
            <a:extLst>
              <a:ext uri="{FF2B5EF4-FFF2-40B4-BE49-F238E27FC236}">
                <a16:creationId xmlns:a16="http://schemas.microsoft.com/office/drawing/2014/main" id="{AAA130EC-53EC-D4AB-B255-80A4EF424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5575" y="1604066"/>
            <a:ext cx="809524" cy="314286"/>
          </a:xfrm>
          <a:prstGeom prst="rect">
            <a:avLst/>
          </a:prstGeom>
        </p:spPr>
      </p:pic>
      <p:pic>
        <p:nvPicPr>
          <p:cNvPr id="31" name="Picture 30">
            <a:extLst>
              <a:ext uri="{FF2B5EF4-FFF2-40B4-BE49-F238E27FC236}">
                <a16:creationId xmlns:a16="http://schemas.microsoft.com/office/drawing/2014/main" id="{BDF7B3E7-4383-979C-E759-938A52A25B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72693" y="1733357"/>
            <a:ext cx="1104762" cy="314286"/>
          </a:xfrm>
          <a:prstGeom prst="rect">
            <a:avLst/>
          </a:prstGeom>
        </p:spPr>
      </p:pic>
      <p:sp>
        <p:nvSpPr>
          <p:cNvPr id="32" name="Text Box 3">
            <a:extLst>
              <a:ext uri="{FF2B5EF4-FFF2-40B4-BE49-F238E27FC236}">
                <a16:creationId xmlns:a16="http://schemas.microsoft.com/office/drawing/2014/main" id="{5B82716B-A1DD-AB34-6F7E-1CAE858D36C2}"/>
              </a:ext>
            </a:extLst>
          </p:cNvPr>
          <p:cNvSpPr txBox="1">
            <a:spLocks noChangeArrowheads="1"/>
          </p:cNvSpPr>
          <p:nvPr/>
        </p:nvSpPr>
        <p:spPr bwMode="auto">
          <a:xfrm>
            <a:off x="10300260" y="2904685"/>
            <a:ext cx="960437"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3" name="Rectangle 32">
            <a:extLst>
              <a:ext uri="{FF2B5EF4-FFF2-40B4-BE49-F238E27FC236}">
                <a16:creationId xmlns:a16="http://schemas.microsoft.com/office/drawing/2014/main" id="{10106960-F335-FCE2-C328-6D2CB026B237}"/>
              </a:ext>
            </a:extLst>
          </p:cNvPr>
          <p:cNvSpPr/>
          <p:nvPr/>
        </p:nvSpPr>
        <p:spPr>
          <a:xfrm>
            <a:off x="14123819" y="7183725"/>
            <a:ext cx="1428276" cy="2587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2">
            <a:extLst>
              <a:ext uri="{FF2B5EF4-FFF2-40B4-BE49-F238E27FC236}">
                <a16:creationId xmlns:a16="http://schemas.microsoft.com/office/drawing/2014/main" id="{8AA29F58-C34B-8FF8-2008-5A701A345E90}"/>
              </a:ext>
            </a:extLst>
          </p:cNvPr>
          <p:cNvSpPr>
            <a:spLocks noChangeArrowheads="1"/>
          </p:cNvSpPr>
          <p:nvPr/>
        </p:nvSpPr>
        <p:spPr bwMode="auto">
          <a:xfrm>
            <a:off x="5324219" y="3807436"/>
            <a:ext cx="6205537" cy="6731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pic>
        <p:nvPicPr>
          <p:cNvPr id="35" name="Picture 34">
            <a:extLst>
              <a:ext uri="{FF2B5EF4-FFF2-40B4-BE49-F238E27FC236}">
                <a16:creationId xmlns:a16="http://schemas.microsoft.com/office/drawing/2014/main" id="{C32CA8A5-D524-3DF5-4C95-16B30610E2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71908" y="3650897"/>
            <a:ext cx="476190" cy="409524"/>
          </a:xfrm>
          <a:prstGeom prst="rect">
            <a:avLst/>
          </a:prstGeom>
        </p:spPr>
      </p:pic>
      <p:sp>
        <p:nvSpPr>
          <p:cNvPr id="9" name="Rectangle 3">
            <a:extLst>
              <a:ext uri="{FF2B5EF4-FFF2-40B4-BE49-F238E27FC236}">
                <a16:creationId xmlns:a16="http://schemas.microsoft.com/office/drawing/2014/main" id="{32085514-564B-FF3F-8E7E-933CFD7901E5}"/>
              </a:ext>
            </a:extLst>
          </p:cNvPr>
          <p:cNvSpPr>
            <a:spLocks noChangeArrowheads="1"/>
          </p:cNvSpPr>
          <p:nvPr/>
        </p:nvSpPr>
        <p:spPr bwMode="auto">
          <a:xfrm>
            <a:off x="5325833" y="2071166"/>
            <a:ext cx="6205537" cy="126206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Tree>
    <p:extLst>
      <p:ext uri="{BB962C8B-B14F-4D97-AF65-F5344CB8AC3E}">
        <p14:creationId xmlns:p14="http://schemas.microsoft.com/office/powerpoint/2010/main" val="2504188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7966500-AF55-C33B-AC1B-589774B71242}"/>
              </a:ext>
            </a:extLst>
          </p:cNvPr>
          <p:cNvPicPr>
            <a:picLocks noChangeAspect="1"/>
          </p:cNvPicPr>
          <p:nvPr/>
        </p:nvPicPr>
        <p:blipFill>
          <a:blip r:embed="rId2"/>
          <a:stretch>
            <a:fillRect/>
          </a:stretch>
        </p:blipFill>
        <p:spPr bwMode="auto">
          <a:xfrm>
            <a:off x="6045510" y="3187125"/>
            <a:ext cx="4773930" cy="1793875"/>
          </a:xfrm>
          <a:prstGeom prst="rect">
            <a:avLst/>
          </a:prstGeom>
          <a:noFill/>
          <a:ln w="9525">
            <a:noFill/>
            <a:miter lim="800000"/>
            <a:headEnd/>
            <a:tailEnd/>
          </a:ln>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727624" y="1889535"/>
            <a:ext cx="4161164" cy="28828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PICK SERVICE QUOTATION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t>
            </a:r>
            <a:r>
              <a:rPr lang="en-US" sz="1100" dirty="0">
                <a:solidFill>
                  <a:prstClr val="black"/>
                </a:solidFill>
                <a:latin typeface="Chivo Light" panose="020B0303030202020804" pitchFamily="34" charset="0"/>
                <a:ea typeface="Times New Roman" panose="02020603050405020304" pitchFamily="18" charset="0"/>
                <a:cs typeface="Times New Roman" panose="02020603050405020304" pitchFamily="18" charset="0"/>
              </a:rPr>
              <a:t>Service</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Receiving– Main Window, you will notice a Pick Service Quotation button in the upper left of the window. Click the button and a confirmation message will pop out. Click OK to proceed.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proceed to pick Service Quotation, search and select the </a:t>
            </a:r>
            <a:r>
              <a:rPr lang="en-US" sz="1100" dirty="0">
                <a:solidFill>
                  <a:prstClr val="black"/>
                </a:solidFill>
                <a:latin typeface="Chivo Light" panose="020B0303030202020804" pitchFamily="34" charset="0"/>
                <a:ea typeface="Times New Roman" panose="02020603050405020304" pitchFamily="18" charset="0"/>
                <a:cs typeface="Times New Roman" panose="02020603050405020304" pitchFamily="18" charset="0"/>
              </a:rPr>
              <a:t>quotation</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transaction you want to create a service receiving.</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Quotation transaction, you will be redirected in service receiving – main form where details from selected Quotation transaction are copied from header to details of service items.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758757" y="644898"/>
            <a:ext cx="4616131"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D11E27FB-06F5-E849-BB3F-91C60ECF03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8" name="Rectangle 3">
            <a:extLst>
              <a:ext uri="{FF2B5EF4-FFF2-40B4-BE49-F238E27FC236}">
                <a16:creationId xmlns:a16="http://schemas.microsoft.com/office/drawing/2014/main" id="{5E41B357-465E-D625-7DBA-FDC98C44C44B}"/>
              </a:ext>
            </a:extLst>
          </p:cNvPr>
          <p:cNvSpPr>
            <a:spLocks noChangeArrowheads="1"/>
          </p:cNvSpPr>
          <p:nvPr/>
        </p:nvSpPr>
        <p:spPr bwMode="auto">
          <a:xfrm>
            <a:off x="6142180" y="3330946"/>
            <a:ext cx="4598987" cy="3873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100" name="AutoShape 4">
            <a:extLst>
              <a:ext uri="{FF2B5EF4-FFF2-40B4-BE49-F238E27FC236}">
                <a16:creationId xmlns:a16="http://schemas.microsoft.com/office/drawing/2014/main" id="{AEE348C3-6286-7BA3-9AC8-1D4582596B1C}"/>
              </a:ext>
            </a:extLst>
          </p:cNvPr>
          <p:cNvCxnSpPr>
            <a:cxnSpLocks noChangeShapeType="1"/>
          </p:cNvCxnSpPr>
          <p:nvPr/>
        </p:nvCxnSpPr>
        <p:spPr bwMode="auto">
          <a:xfrm flipV="1">
            <a:off x="10741167" y="3524621"/>
            <a:ext cx="215900" cy="1317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0" name="Text Box 7">
            <a:extLst>
              <a:ext uri="{FF2B5EF4-FFF2-40B4-BE49-F238E27FC236}">
                <a16:creationId xmlns:a16="http://schemas.microsoft.com/office/drawing/2014/main" id="{B5BBF8ED-1CE3-B6CE-18FB-B046FA7A1288}"/>
              </a:ext>
            </a:extLst>
          </p:cNvPr>
          <p:cNvSpPr txBox="1">
            <a:spLocks noChangeArrowheads="1"/>
          </p:cNvSpPr>
          <p:nvPr/>
        </p:nvSpPr>
        <p:spPr bwMode="auto">
          <a:xfrm>
            <a:off x="10988126" y="3381746"/>
            <a:ext cx="47625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8" name="Text Box 8">
            <a:extLst>
              <a:ext uri="{FF2B5EF4-FFF2-40B4-BE49-F238E27FC236}">
                <a16:creationId xmlns:a16="http://schemas.microsoft.com/office/drawing/2014/main" id="{4A6F47AF-E713-1905-0048-D06822AD4823}"/>
              </a:ext>
            </a:extLst>
          </p:cNvPr>
          <p:cNvSpPr txBox="1">
            <a:spLocks noChangeArrowheads="1"/>
          </p:cNvSpPr>
          <p:nvPr/>
        </p:nvSpPr>
        <p:spPr bwMode="auto">
          <a:xfrm>
            <a:off x="6616048" y="4036839"/>
            <a:ext cx="3497770" cy="830726"/>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176213" marR="0" lvl="0" indent="-92075"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Service Quotation transaction?</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transaction number in the search bar.</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transaction.</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08D4E26-C425-7C6D-4D64-3EAF38A444BC}"/>
              </a:ext>
            </a:extLst>
          </p:cNvPr>
          <p:cNvGrpSpPr/>
          <p:nvPr/>
        </p:nvGrpSpPr>
        <p:grpSpPr>
          <a:xfrm>
            <a:off x="5609539" y="1030883"/>
            <a:ext cx="5796280" cy="1387097"/>
            <a:chOff x="5609539" y="1030883"/>
            <a:chExt cx="5796280" cy="1387097"/>
          </a:xfrm>
        </p:grpSpPr>
        <p:pic>
          <p:nvPicPr>
            <p:cNvPr id="7" name="Picture 6">
              <a:extLst>
                <a:ext uri="{FF2B5EF4-FFF2-40B4-BE49-F238E27FC236}">
                  <a16:creationId xmlns:a16="http://schemas.microsoft.com/office/drawing/2014/main" id="{045B3B3F-B94B-97EC-88DE-9B9C89FB3590}"/>
                </a:ext>
              </a:extLst>
            </p:cNvPr>
            <p:cNvPicPr>
              <a:picLocks noChangeAspect="1"/>
            </p:cNvPicPr>
            <p:nvPr/>
          </p:nvPicPr>
          <p:blipFill>
            <a:blip r:embed="rId3"/>
            <a:stretch>
              <a:fillRect/>
            </a:stretch>
          </p:blipFill>
          <p:spPr>
            <a:xfrm>
              <a:off x="5609539" y="1030883"/>
              <a:ext cx="5796280" cy="840740"/>
            </a:xfrm>
            <a:prstGeom prst="rect">
              <a:avLst/>
            </a:prstGeom>
          </p:spPr>
        </p:pic>
        <p:grpSp>
          <p:nvGrpSpPr>
            <p:cNvPr id="11" name="Group 10">
              <a:extLst>
                <a:ext uri="{FF2B5EF4-FFF2-40B4-BE49-F238E27FC236}">
                  <a16:creationId xmlns:a16="http://schemas.microsoft.com/office/drawing/2014/main" id="{7E05F203-733F-06DE-3070-443857CC1EFC}"/>
                </a:ext>
              </a:extLst>
            </p:cNvPr>
            <p:cNvGrpSpPr/>
            <p:nvPr/>
          </p:nvGrpSpPr>
          <p:grpSpPr>
            <a:xfrm>
              <a:off x="5625090" y="1425048"/>
              <a:ext cx="1282370" cy="740097"/>
              <a:chOff x="5625090" y="1558657"/>
              <a:chExt cx="1282370" cy="740097"/>
            </a:xfrm>
          </p:grpSpPr>
          <p:pic>
            <p:nvPicPr>
              <p:cNvPr id="8" name="Picture 7">
                <a:extLst>
                  <a:ext uri="{FF2B5EF4-FFF2-40B4-BE49-F238E27FC236}">
                    <a16:creationId xmlns:a16="http://schemas.microsoft.com/office/drawing/2014/main" id="{2A499E96-EFA6-F23A-636A-C44E614B4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9841" y="1558657"/>
                <a:ext cx="1247619" cy="304762"/>
              </a:xfrm>
              <a:prstGeom prst="rect">
                <a:avLst/>
              </a:prstGeom>
            </p:spPr>
          </p:pic>
          <p:sp>
            <p:nvSpPr>
              <p:cNvPr id="9" name="AutoShape 2">
                <a:extLst>
                  <a:ext uri="{FF2B5EF4-FFF2-40B4-BE49-F238E27FC236}">
                    <a16:creationId xmlns:a16="http://schemas.microsoft.com/office/drawing/2014/main" id="{9B875B7C-4ADD-BA8E-8E35-FD58E0BA0E67}"/>
                  </a:ext>
                </a:extLst>
              </p:cNvPr>
              <p:cNvSpPr>
                <a:spLocks noChangeArrowheads="1"/>
              </p:cNvSpPr>
              <p:nvPr/>
            </p:nvSpPr>
            <p:spPr bwMode="auto">
              <a:xfrm rot="-1380156">
                <a:off x="5625090" y="1860604"/>
                <a:ext cx="325437" cy="438150"/>
              </a:xfrm>
              <a:prstGeom prst="curvedRightArrow">
                <a:avLst>
                  <a:gd name="adj1" fmla="val 26927"/>
                  <a:gd name="adj2" fmla="val 53854"/>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4" name="Picture 13">
              <a:extLst>
                <a:ext uri="{FF2B5EF4-FFF2-40B4-BE49-F238E27FC236}">
                  <a16:creationId xmlns:a16="http://schemas.microsoft.com/office/drawing/2014/main" id="{CE8F4F59-F8BE-474C-E61C-15BEDD87C840}"/>
                </a:ext>
              </a:extLst>
            </p:cNvPr>
            <p:cNvPicPr>
              <a:picLocks noChangeAspect="1"/>
            </p:cNvPicPr>
            <p:nvPr/>
          </p:nvPicPr>
          <p:blipFill>
            <a:blip r:embed="rId5"/>
            <a:stretch>
              <a:fillRect/>
            </a:stretch>
          </p:blipFill>
          <p:spPr bwMode="auto">
            <a:xfrm>
              <a:off x="6023198" y="1829970"/>
              <a:ext cx="2259965" cy="588010"/>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122362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9ADDA2-5A38-0E24-5A7B-F5EAE6042805}"/>
              </a:ext>
            </a:extLst>
          </p:cNvPr>
          <p:cNvPicPr>
            <a:picLocks noChangeAspect="1"/>
          </p:cNvPicPr>
          <p:nvPr/>
        </p:nvPicPr>
        <p:blipFill>
          <a:blip r:embed="rId2"/>
          <a:stretch>
            <a:fillRect/>
          </a:stretch>
        </p:blipFill>
        <p:spPr>
          <a:xfrm>
            <a:off x="4943988" y="1946803"/>
            <a:ext cx="5284470" cy="1548130"/>
          </a:xfrm>
          <a:prstGeom prst="rect">
            <a:avLst/>
          </a:prstGeom>
        </p:spPr>
      </p:pic>
      <p:pic>
        <p:nvPicPr>
          <p:cNvPr id="6" name="Picture 5">
            <a:extLst>
              <a:ext uri="{FF2B5EF4-FFF2-40B4-BE49-F238E27FC236}">
                <a16:creationId xmlns:a16="http://schemas.microsoft.com/office/drawing/2014/main" id="{1F83034D-DF94-0604-8ADB-3626D8E7017F}"/>
              </a:ext>
            </a:extLst>
          </p:cNvPr>
          <p:cNvPicPr>
            <a:picLocks noChangeAspect="1"/>
          </p:cNvPicPr>
          <p:nvPr/>
        </p:nvPicPr>
        <p:blipFill>
          <a:blip r:embed="rId3"/>
          <a:stretch>
            <a:fillRect/>
          </a:stretch>
        </p:blipFill>
        <p:spPr bwMode="auto">
          <a:xfrm>
            <a:off x="5403730" y="2733283"/>
            <a:ext cx="4919345" cy="1585595"/>
          </a:xfrm>
          <a:prstGeom prst="rect">
            <a:avLst/>
          </a:prstGeom>
          <a:ln>
            <a:noFill/>
          </a:ln>
          <a:effectLst>
            <a:outerShdw blurRad="292100" dist="139700" dir="2700000" algn="tl" rotWithShape="0">
              <a:srgbClr val="333333">
                <a:alpha val="65000"/>
              </a:srgbClr>
            </a:outerShdw>
          </a:effectLst>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74174" y="2216009"/>
            <a:ext cx="4179346" cy="19276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In header, click post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901431" y="636020"/>
            <a:ext cx="4473458"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62" name="Picture 61">
            <a:extLst>
              <a:ext uri="{FF2B5EF4-FFF2-40B4-BE49-F238E27FC236}">
                <a16:creationId xmlns:a16="http://schemas.microsoft.com/office/drawing/2014/main" id="{72D1975D-1298-16DF-574C-1D3E6A6E0E07}"/>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2" name="Slide Number Placeholder 21">
            <a:extLst>
              <a:ext uri="{FF2B5EF4-FFF2-40B4-BE49-F238E27FC236}">
                <a16:creationId xmlns:a16="http://schemas.microsoft.com/office/drawing/2014/main" id="{4953F828-13D1-C646-F75F-2377817E82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F54F23D8-7168-F60C-F515-7CBB8128B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67316" y="2236792"/>
            <a:ext cx="1466667" cy="676190"/>
          </a:xfrm>
          <a:prstGeom prst="rect">
            <a:avLst/>
          </a:prstGeom>
        </p:spPr>
      </p:pic>
      <p:sp>
        <p:nvSpPr>
          <p:cNvPr id="28" name="Rectangle 2">
            <a:extLst>
              <a:ext uri="{FF2B5EF4-FFF2-40B4-BE49-F238E27FC236}">
                <a16:creationId xmlns:a16="http://schemas.microsoft.com/office/drawing/2014/main" id="{E64990EB-C9C8-732D-E522-5E3D47021CF5}"/>
              </a:ext>
            </a:extLst>
          </p:cNvPr>
          <p:cNvSpPr>
            <a:spLocks noChangeArrowheads="1"/>
          </p:cNvSpPr>
          <p:nvPr/>
        </p:nvSpPr>
        <p:spPr bwMode="auto">
          <a:xfrm>
            <a:off x="8462674" y="3083503"/>
            <a:ext cx="423862"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Box 3">
            <a:extLst>
              <a:ext uri="{FF2B5EF4-FFF2-40B4-BE49-F238E27FC236}">
                <a16:creationId xmlns:a16="http://schemas.microsoft.com/office/drawing/2014/main" id="{6C4591B2-6F43-48E6-578E-B9DFA5E10F3C}"/>
              </a:ext>
            </a:extLst>
          </p:cNvPr>
          <p:cNvSpPr txBox="1">
            <a:spLocks noChangeArrowheads="1"/>
          </p:cNvSpPr>
          <p:nvPr/>
        </p:nvSpPr>
        <p:spPr bwMode="auto">
          <a:xfrm>
            <a:off x="9063066" y="3003263"/>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9</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5124" name="AutoShape 4">
            <a:extLst>
              <a:ext uri="{FF2B5EF4-FFF2-40B4-BE49-F238E27FC236}">
                <a16:creationId xmlns:a16="http://schemas.microsoft.com/office/drawing/2014/main" id="{4D596D90-5209-E2CF-F79C-294115AC0AE5}"/>
              </a:ext>
            </a:extLst>
          </p:cNvPr>
          <p:cNvCxnSpPr>
            <a:cxnSpLocks noChangeShapeType="1"/>
          </p:cNvCxnSpPr>
          <p:nvPr/>
        </p:nvCxnSpPr>
        <p:spPr bwMode="auto">
          <a:xfrm flipV="1">
            <a:off x="8904157" y="3144117"/>
            <a:ext cx="141288"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06390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623D6A-1213-D47B-6063-20B70ABB134F}"/>
              </a:ext>
            </a:extLst>
          </p:cNvPr>
          <p:cNvPicPr>
            <a:picLocks noChangeAspect="1"/>
          </p:cNvPicPr>
          <p:nvPr/>
        </p:nvPicPr>
        <p:blipFill>
          <a:blip r:embed="rId2"/>
          <a:stretch>
            <a:fillRect/>
          </a:stretch>
        </p:blipFill>
        <p:spPr bwMode="auto">
          <a:xfrm>
            <a:off x="5328273" y="3753350"/>
            <a:ext cx="5799455" cy="1865630"/>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service receiving – main window, search the service receiving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service receiving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SR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service receiving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80389" y="306988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Service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6" name="Group 5">
            <a:extLst>
              <a:ext uri="{FF2B5EF4-FFF2-40B4-BE49-F238E27FC236}">
                <a16:creationId xmlns:a16="http://schemas.microsoft.com/office/drawing/2014/main" id="{1636DCFE-A032-4FC5-9334-2A61C9AABDDA}"/>
              </a:ext>
            </a:extLst>
          </p:cNvPr>
          <p:cNvGrpSpPr/>
          <p:nvPr/>
        </p:nvGrpSpPr>
        <p:grpSpPr>
          <a:xfrm>
            <a:off x="5374888" y="918298"/>
            <a:ext cx="6224905" cy="2127885"/>
            <a:chOff x="5374888" y="918298"/>
            <a:chExt cx="6224905" cy="2127885"/>
          </a:xfrm>
        </p:grpSpPr>
        <p:pic>
          <p:nvPicPr>
            <p:cNvPr id="2" name="Picture 1">
              <a:extLst>
                <a:ext uri="{FF2B5EF4-FFF2-40B4-BE49-F238E27FC236}">
                  <a16:creationId xmlns:a16="http://schemas.microsoft.com/office/drawing/2014/main" id="{3D2D7CE0-D702-36B3-18BA-C14250E05E56}"/>
                </a:ext>
              </a:extLst>
            </p:cNvPr>
            <p:cNvPicPr>
              <a:picLocks noChangeAspect="1"/>
            </p:cNvPicPr>
            <p:nvPr/>
          </p:nvPicPr>
          <p:blipFill>
            <a:blip r:embed="rId3"/>
            <a:stretch>
              <a:fillRect/>
            </a:stretch>
          </p:blipFill>
          <p:spPr>
            <a:xfrm>
              <a:off x="5374888" y="918298"/>
              <a:ext cx="6224905" cy="2127885"/>
            </a:xfrm>
            <a:prstGeom prst="rect">
              <a:avLst/>
            </a:prstGeom>
          </p:spPr>
        </p:pic>
        <p:grpSp>
          <p:nvGrpSpPr>
            <p:cNvPr id="17" name="Group 16">
              <a:extLst>
                <a:ext uri="{FF2B5EF4-FFF2-40B4-BE49-F238E27FC236}">
                  <a16:creationId xmlns:a16="http://schemas.microsoft.com/office/drawing/2014/main" id="{20336060-7936-AF0F-787C-E6433EDAE074}"/>
                </a:ext>
              </a:extLst>
            </p:cNvPr>
            <p:cNvGrpSpPr/>
            <p:nvPr/>
          </p:nvGrpSpPr>
          <p:grpSpPr>
            <a:xfrm>
              <a:off x="5473425" y="2145272"/>
              <a:ext cx="1475739" cy="333375"/>
              <a:chOff x="0" y="0"/>
              <a:chExt cx="1476374" cy="333375"/>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Service Receiving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46" name="Group 45">
            <a:extLst>
              <a:ext uri="{FF2B5EF4-FFF2-40B4-BE49-F238E27FC236}">
                <a16:creationId xmlns:a16="http://schemas.microsoft.com/office/drawing/2014/main" id="{BD77D0F0-EA14-6BB2-EAF1-0B6F6ED36430}"/>
              </a:ext>
            </a:extLst>
          </p:cNvPr>
          <p:cNvGrpSpPr/>
          <p:nvPr/>
        </p:nvGrpSpPr>
        <p:grpSpPr>
          <a:xfrm>
            <a:off x="4871897" y="4001136"/>
            <a:ext cx="6317616" cy="1591551"/>
            <a:chOff x="2937192" y="2614689"/>
            <a:chExt cx="6317616" cy="1591551"/>
          </a:xfrm>
        </p:grpSpPr>
        <p:grpSp>
          <p:nvGrpSpPr>
            <p:cNvPr id="25" name="Group 24">
              <a:extLst>
                <a:ext uri="{FF2B5EF4-FFF2-40B4-BE49-F238E27FC236}">
                  <a16:creationId xmlns:a16="http://schemas.microsoft.com/office/drawing/2014/main" id="{75C33D07-BBCC-8D02-2F53-17367C29E947}"/>
                </a:ext>
              </a:extLst>
            </p:cNvPr>
            <p:cNvGrpSpPr/>
            <p:nvPr/>
          </p:nvGrpSpPr>
          <p:grpSpPr>
            <a:xfrm>
              <a:off x="4587557" y="2993536"/>
              <a:ext cx="931560" cy="304800"/>
              <a:chOff x="384174" y="104921"/>
              <a:chExt cx="931560" cy="304800"/>
            </a:xfrm>
          </p:grpSpPr>
          <p:sp>
            <p:nvSpPr>
              <p:cNvPr id="43" name="Rectangle 42">
                <a:extLst>
                  <a:ext uri="{FF2B5EF4-FFF2-40B4-BE49-F238E27FC236}">
                    <a16:creationId xmlns:a16="http://schemas.microsoft.com/office/drawing/2014/main" id="{983A04F5-A004-B6D9-3EF0-78211965BA23}"/>
                  </a:ext>
                </a:extLst>
              </p:cNvPr>
              <p:cNvSpPr/>
              <p:nvPr/>
            </p:nvSpPr>
            <p:spPr>
              <a:xfrm>
                <a:off x="384174" y="104921"/>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639460" y="232205"/>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849009" y="12743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8273732" y="2714625"/>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4587557" y="332676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t>
              </a:r>
              <a:r>
                <a:rPr lang="en-PH" sz="1000" i="1" dirty="0">
                  <a:solidFill>
                    <a:srgbClr val="4F6128"/>
                  </a:solidFill>
                  <a:latin typeface="Calibri" panose="020F0502020204030204" pitchFamily="34" charset="0"/>
                  <a:ea typeface="Calibri" panose="020F0502020204030204" pitchFamily="34" charset="0"/>
                  <a:cs typeface="Times New Roman" panose="02020603050405020304" pitchFamily="18" charset="0"/>
                </a:rPr>
                <a:t>SR</a:t>
              </a: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2937192" y="2614689"/>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Slide Number Placeholder 3">
            <a:extLst>
              <a:ext uri="{FF2B5EF4-FFF2-40B4-BE49-F238E27FC236}">
                <a16:creationId xmlns:a16="http://schemas.microsoft.com/office/drawing/2014/main" id="{22787987-032A-5572-DEF9-4A6B94EF61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584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03929"/>
            <a:ext cx="4179346" cy="26228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service receiving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Slide Number Placeholder 12">
            <a:extLst>
              <a:ext uri="{FF2B5EF4-FFF2-40B4-BE49-F238E27FC236}">
                <a16:creationId xmlns:a16="http://schemas.microsoft.com/office/drawing/2014/main" id="{2D3514A9-2C6C-1ED2-B4F1-26B26DC435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6777E37D-6E7C-46CF-C096-B8C04BE7FA6C}"/>
              </a:ext>
            </a:extLst>
          </p:cNvPr>
          <p:cNvGrpSpPr/>
          <p:nvPr/>
        </p:nvGrpSpPr>
        <p:grpSpPr>
          <a:xfrm>
            <a:off x="5267314" y="1951786"/>
            <a:ext cx="6717993" cy="2443710"/>
            <a:chOff x="5267314" y="1951786"/>
            <a:chExt cx="6717993" cy="2443710"/>
          </a:xfrm>
        </p:grpSpPr>
        <p:pic>
          <p:nvPicPr>
            <p:cNvPr id="2" name="Picture 1">
              <a:extLst>
                <a:ext uri="{FF2B5EF4-FFF2-40B4-BE49-F238E27FC236}">
                  <a16:creationId xmlns:a16="http://schemas.microsoft.com/office/drawing/2014/main" id="{BAA3FD00-ACBE-5899-B523-F29ACA89501D}"/>
                </a:ext>
              </a:extLst>
            </p:cNvPr>
            <p:cNvPicPr>
              <a:picLocks noChangeAspect="1"/>
            </p:cNvPicPr>
            <p:nvPr/>
          </p:nvPicPr>
          <p:blipFill>
            <a:blip r:embed="rId3"/>
            <a:stretch>
              <a:fillRect/>
            </a:stretch>
          </p:blipFill>
          <p:spPr bwMode="auto">
            <a:xfrm>
              <a:off x="5325460" y="1975628"/>
              <a:ext cx="6525512" cy="1658980"/>
            </a:xfrm>
            <a:prstGeom prst="rect">
              <a:avLst/>
            </a:prstGeom>
            <a:noFill/>
            <a:ln w="9525">
              <a:noFill/>
              <a:miter lim="800000"/>
              <a:headEnd/>
              <a:tailEnd/>
            </a:ln>
          </p:spPr>
        </p:pic>
        <p:sp>
          <p:nvSpPr>
            <p:cNvPr id="29" name="Rectangle 28">
              <a:extLst>
                <a:ext uri="{FF2B5EF4-FFF2-40B4-BE49-F238E27FC236}">
                  <a16:creationId xmlns:a16="http://schemas.microsoft.com/office/drawing/2014/main" id="{FBAE50D3-2DE3-0C38-E336-B48A1BA5E47D}"/>
                </a:ext>
              </a:extLst>
            </p:cNvPr>
            <p:cNvSpPr/>
            <p:nvPr/>
          </p:nvSpPr>
          <p:spPr>
            <a:xfrm>
              <a:off x="5374888" y="3042847"/>
              <a:ext cx="6610419" cy="7512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371C4211-64F4-7F0A-C7CC-DE12635EC9D3}"/>
                </a:ext>
              </a:extLst>
            </p:cNvPr>
            <p:cNvGrpSpPr/>
            <p:nvPr/>
          </p:nvGrpSpPr>
          <p:grpSpPr>
            <a:xfrm>
              <a:off x="10279114" y="1981163"/>
              <a:ext cx="647672" cy="796355"/>
              <a:chOff x="306787" y="-291522"/>
              <a:chExt cx="647700" cy="796655"/>
            </a:xfrm>
          </p:grpSpPr>
          <p:sp>
            <p:nvSpPr>
              <p:cNvPr id="31" name="Rectangle 30">
                <a:extLst>
                  <a:ext uri="{FF2B5EF4-FFF2-40B4-BE49-F238E27FC236}">
                    <a16:creationId xmlns:a16="http://schemas.microsoft.com/office/drawing/2014/main" id="{78B6B24D-5D73-613D-3EDA-B7775AB4B8AE}"/>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633B8C67-E70B-F29D-353B-15379C11AA9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756">
                <a:extLst>
                  <a:ext uri="{FF2B5EF4-FFF2-40B4-BE49-F238E27FC236}">
                    <a16:creationId xmlns:a16="http://schemas.microsoft.com/office/drawing/2014/main" id="{6E861F2D-5DA4-578D-A582-16AAE16C2FB6}"/>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pic>
          <p:nvPicPr>
            <p:cNvPr id="4" name="Picture 3">
              <a:extLst>
                <a:ext uri="{FF2B5EF4-FFF2-40B4-BE49-F238E27FC236}">
                  <a16:creationId xmlns:a16="http://schemas.microsoft.com/office/drawing/2014/main" id="{1F3CEBBD-7AAE-15B4-1A27-17D02FF9240D}"/>
                </a:ext>
              </a:extLst>
            </p:cNvPr>
            <p:cNvPicPr>
              <a:picLocks noChangeAspect="1"/>
            </p:cNvPicPr>
            <p:nvPr/>
          </p:nvPicPr>
          <p:blipFill>
            <a:blip r:embed="rId4"/>
            <a:srcRect/>
            <a:stretch>
              <a:fillRect/>
            </a:stretch>
          </p:blipFill>
          <p:spPr bwMode="auto">
            <a:xfrm>
              <a:off x="5430254" y="3669056"/>
              <a:ext cx="4848860" cy="726440"/>
            </a:xfrm>
            <a:prstGeom prst="rect">
              <a:avLst/>
            </a:prstGeom>
            <a:ln>
              <a:noFill/>
            </a:ln>
            <a:effectLst>
              <a:outerShdw blurRad="292100" dist="139700" dir="2700000" algn="tl" rotWithShape="0">
                <a:srgbClr val="333333">
                  <a:alpha val="65000"/>
                </a:srgbClr>
              </a:outerShdw>
            </a:effectLst>
          </p:spPr>
        </p:pic>
        <p:grpSp>
          <p:nvGrpSpPr>
            <p:cNvPr id="22" name="Group 21">
              <a:extLst>
                <a:ext uri="{FF2B5EF4-FFF2-40B4-BE49-F238E27FC236}">
                  <a16:creationId xmlns:a16="http://schemas.microsoft.com/office/drawing/2014/main" id="{B8CB635C-9D32-44B7-5309-371CAB468F5F}"/>
                </a:ext>
              </a:extLst>
            </p:cNvPr>
            <p:cNvGrpSpPr/>
            <p:nvPr/>
          </p:nvGrpSpPr>
          <p:grpSpPr>
            <a:xfrm>
              <a:off x="5267314" y="1951786"/>
              <a:ext cx="3100715" cy="2008909"/>
              <a:chOff x="76200" y="0"/>
              <a:chExt cx="3101191" cy="2008909"/>
            </a:xfrm>
          </p:grpSpPr>
          <p:sp>
            <p:nvSpPr>
              <p:cNvPr id="24" name="Text Box 749">
                <a:extLst>
                  <a:ext uri="{FF2B5EF4-FFF2-40B4-BE49-F238E27FC236}">
                    <a16:creationId xmlns:a16="http://schemas.microsoft.com/office/drawing/2014/main" id="{440E66B0-5200-C25E-9082-AFCD96F102B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6" name="Curved Left Arrow 758">
                <a:extLst>
                  <a:ext uri="{FF2B5EF4-FFF2-40B4-BE49-F238E27FC236}">
                    <a16:creationId xmlns:a16="http://schemas.microsoft.com/office/drawing/2014/main" id="{B3791622-5349-C63D-8A2E-6884447228D7}"/>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CFDA45A8-6ADA-1EBA-649C-56EF5C2CBC14}"/>
                </a:ext>
              </a:extLst>
            </p:cNvPr>
            <p:cNvSpPr/>
            <p:nvPr/>
          </p:nvSpPr>
          <p:spPr>
            <a:xfrm>
              <a:off x="10996314" y="1980940"/>
              <a:ext cx="862051"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FA39DC68-E64F-9B46-EFDB-6203FAD61641}"/>
                </a:ext>
              </a:extLst>
            </p:cNvPr>
            <p:cNvCxnSpPr>
              <a:cxnSpLocks/>
            </p:cNvCxnSpPr>
            <p:nvPr/>
          </p:nvCxnSpPr>
          <p:spPr>
            <a:xfrm>
              <a:off x="11279055" y="226658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756">
              <a:extLst>
                <a:ext uri="{FF2B5EF4-FFF2-40B4-BE49-F238E27FC236}">
                  <a16:creationId xmlns:a16="http://schemas.microsoft.com/office/drawing/2014/main" id="{4B91DC07-F6CB-71DD-BAD5-4E4269357453}"/>
                </a:ext>
              </a:extLst>
            </p:cNvPr>
            <p:cNvSpPr txBox="1"/>
            <p:nvPr/>
          </p:nvSpPr>
          <p:spPr>
            <a:xfrm>
              <a:off x="11179047" y="252973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grpSp>
      <p:sp>
        <p:nvSpPr>
          <p:cNvPr id="18" name="Rectangle 17">
            <a:extLst>
              <a:ext uri="{FF2B5EF4-FFF2-40B4-BE49-F238E27FC236}">
                <a16:creationId xmlns:a16="http://schemas.microsoft.com/office/drawing/2014/main" id="{B2A20140-CC04-95CD-5C49-81BD4089BAB8}"/>
              </a:ext>
            </a:extLst>
          </p:cNvPr>
          <p:cNvSpPr/>
          <p:nvPr/>
        </p:nvSpPr>
        <p:spPr>
          <a:xfrm>
            <a:off x="5778943" y="3056456"/>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237EB5CB-0672-7478-45B9-9E8B4EB21505}"/>
              </a:ext>
            </a:extLst>
          </p:cNvPr>
          <p:cNvCxnSpPr>
            <a:cxnSpLocks/>
          </p:cNvCxnSpPr>
          <p:nvPr/>
        </p:nvCxnSpPr>
        <p:spPr>
          <a:xfrm>
            <a:off x="5878951" y="3304013"/>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0910F13D-5015-2186-CE52-F1F85700382D}"/>
              </a:ext>
            </a:extLst>
          </p:cNvPr>
          <p:cNvSpPr txBox="1"/>
          <p:nvPr/>
        </p:nvSpPr>
        <p:spPr>
          <a:xfrm>
            <a:off x="5778943" y="3515369"/>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Tree>
    <p:extLst>
      <p:ext uri="{BB962C8B-B14F-4D97-AF65-F5344CB8AC3E}">
        <p14:creationId xmlns:p14="http://schemas.microsoft.com/office/powerpoint/2010/main" val="4145392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D8D776-2069-978E-46D5-56425B42AA6F}"/>
              </a:ext>
            </a:extLst>
          </p:cNvPr>
          <p:cNvPicPr>
            <a:picLocks noChangeAspect="1"/>
          </p:cNvPicPr>
          <p:nvPr/>
        </p:nvPicPr>
        <p:blipFill>
          <a:blip r:embed="rId2"/>
          <a:stretch>
            <a:fillRect/>
          </a:stretch>
        </p:blipFill>
        <p:spPr bwMode="auto">
          <a:xfrm>
            <a:off x="5295217" y="4015338"/>
            <a:ext cx="5799455" cy="1865630"/>
          </a:xfrm>
          <a:prstGeom prst="rect">
            <a:avLst/>
          </a:prstGeom>
          <a:ln>
            <a:noFill/>
          </a:ln>
          <a:effectLst>
            <a:outerShdw blurRad="292100" dist="139700" dir="2700000" algn="tl" rotWithShape="0">
              <a:srgbClr val="333333">
                <a:alpha val="65000"/>
              </a:srgbClr>
            </a:outerShdw>
          </a:effectLst>
        </p:spPr>
      </p:pic>
      <p:pic>
        <p:nvPicPr>
          <p:cNvPr id="2" name="Picture 1">
            <a:extLst>
              <a:ext uri="{FF2B5EF4-FFF2-40B4-BE49-F238E27FC236}">
                <a16:creationId xmlns:a16="http://schemas.microsoft.com/office/drawing/2014/main" id="{BE2038E3-7603-6938-B08C-C0EBB5D8D5E0}"/>
              </a:ext>
            </a:extLst>
          </p:cNvPr>
          <p:cNvPicPr>
            <a:picLocks noChangeAspect="1"/>
          </p:cNvPicPr>
          <p:nvPr/>
        </p:nvPicPr>
        <p:blipFill>
          <a:blip r:embed="rId3"/>
          <a:stretch>
            <a:fillRect/>
          </a:stretch>
        </p:blipFill>
        <p:spPr>
          <a:xfrm>
            <a:off x="5292387" y="883900"/>
            <a:ext cx="6224905" cy="2127885"/>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service receiving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service receiving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9C69E52B-7D9A-BFBF-CE8D-56C6AB38E7C9}"/>
              </a:ext>
            </a:extLst>
          </p:cNvPr>
          <p:cNvSpPr txBox="1"/>
          <p:nvPr/>
        </p:nvSpPr>
        <p:spPr>
          <a:xfrm>
            <a:off x="785076"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350196" y="1311838"/>
            <a:ext cx="42876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Service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4" name="Group 33">
            <a:extLst>
              <a:ext uri="{FF2B5EF4-FFF2-40B4-BE49-F238E27FC236}">
                <a16:creationId xmlns:a16="http://schemas.microsoft.com/office/drawing/2014/main" id="{38DA90B3-A411-CD47-96D7-5114B151432A}"/>
              </a:ext>
            </a:extLst>
          </p:cNvPr>
          <p:cNvGrpSpPr/>
          <p:nvPr/>
        </p:nvGrpSpPr>
        <p:grpSpPr>
          <a:xfrm>
            <a:off x="5390074" y="2155821"/>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39" name="TextBox 38">
            <a:extLst>
              <a:ext uri="{FF2B5EF4-FFF2-40B4-BE49-F238E27FC236}">
                <a16:creationId xmlns:a16="http://schemas.microsoft.com/office/drawing/2014/main" id="{B47009A7-978A-6D25-E310-DE49A7B19067}"/>
              </a:ext>
            </a:extLst>
          </p:cNvPr>
          <p:cNvSpPr txBox="1"/>
          <p:nvPr/>
        </p:nvSpPr>
        <p:spPr>
          <a:xfrm>
            <a:off x="7280890" y="309527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Service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280890" y="605792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Service Receiving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54" name="Group 53">
            <a:extLst>
              <a:ext uri="{FF2B5EF4-FFF2-40B4-BE49-F238E27FC236}">
                <a16:creationId xmlns:a16="http://schemas.microsoft.com/office/drawing/2014/main" id="{CD222A5C-9165-A8AE-F70F-EC3F6260E37E}"/>
              </a:ext>
            </a:extLst>
          </p:cNvPr>
          <p:cNvGrpSpPr/>
          <p:nvPr/>
        </p:nvGrpSpPr>
        <p:grpSpPr>
          <a:xfrm>
            <a:off x="5003354" y="4259676"/>
            <a:ext cx="3978384" cy="1653248"/>
            <a:chOff x="4384567" y="2573312"/>
            <a:chExt cx="3978384" cy="1653248"/>
          </a:xfrm>
        </p:grpSpPr>
        <p:grpSp>
          <p:nvGrpSpPr>
            <p:cNvPr id="43" name="Group 42">
              <a:extLst>
                <a:ext uri="{FF2B5EF4-FFF2-40B4-BE49-F238E27FC236}">
                  <a16:creationId xmlns:a16="http://schemas.microsoft.com/office/drawing/2014/main" id="{6585B4A7-6836-43D7-AFFA-3DDFB7B5E366}"/>
                </a:ext>
              </a:extLst>
            </p:cNvPr>
            <p:cNvGrpSpPr/>
            <p:nvPr/>
          </p:nvGrpSpPr>
          <p:grpSpPr>
            <a:xfrm>
              <a:off x="5891212" y="2937510"/>
              <a:ext cx="952500" cy="304800"/>
              <a:chOff x="523874" y="28575"/>
              <a:chExt cx="952500" cy="304800"/>
            </a:xfrm>
          </p:grpSpPr>
          <p:sp>
            <p:nvSpPr>
              <p:cNvPr id="50" name="Rectangle 49">
                <a:extLst>
                  <a:ext uri="{FF2B5EF4-FFF2-40B4-BE49-F238E27FC236}">
                    <a16:creationId xmlns:a16="http://schemas.microsoft.com/office/drawing/2014/main" id="{73061E06-52DF-BECF-0EC9-D70BA8B7F31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2" name="Straight Arrow Connector 51">
                <a:extLst>
                  <a:ext uri="{FF2B5EF4-FFF2-40B4-BE49-F238E27FC236}">
                    <a16:creationId xmlns:a16="http://schemas.microsoft.com/office/drawing/2014/main" id="{5D2D604A-F19F-52DA-9AC0-1E2B87A8CD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263">
                <a:extLst>
                  <a:ext uri="{FF2B5EF4-FFF2-40B4-BE49-F238E27FC236}">
                    <a16:creationId xmlns:a16="http://schemas.microsoft.com/office/drawing/2014/main" id="{7FCCB29B-177A-161B-5F2A-D674AF66ADC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4" name="Group 43">
              <a:extLst>
                <a:ext uri="{FF2B5EF4-FFF2-40B4-BE49-F238E27FC236}">
                  <a16:creationId xmlns:a16="http://schemas.microsoft.com/office/drawing/2014/main" id="{1F9B4A68-86B9-DF1B-5257-ACC338B6AD6D}"/>
                </a:ext>
              </a:extLst>
            </p:cNvPr>
            <p:cNvGrpSpPr/>
            <p:nvPr/>
          </p:nvGrpSpPr>
          <p:grpSpPr>
            <a:xfrm>
              <a:off x="7381875" y="2722870"/>
              <a:ext cx="981076" cy="304800"/>
              <a:chOff x="605472" y="120005"/>
              <a:chExt cx="981076" cy="304800"/>
            </a:xfrm>
          </p:grpSpPr>
          <p:sp>
            <p:nvSpPr>
              <p:cNvPr id="47" name="Rectangle 46">
                <a:extLst>
                  <a:ext uri="{FF2B5EF4-FFF2-40B4-BE49-F238E27FC236}">
                    <a16:creationId xmlns:a16="http://schemas.microsoft.com/office/drawing/2014/main" id="{F9DF421F-8943-E5B0-9F0B-843DEA99E9BB}"/>
                  </a:ext>
                </a:extLst>
              </p:cNvPr>
              <p:cNvSpPr/>
              <p:nvPr/>
            </p:nvSpPr>
            <p:spPr>
              <a:xfrm>
                <a:off x="605472" y="12000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15F73B68-1F94-F6BE-F032-A7A534C1EA15}"/>
                  </a:ext>
                </a:extLst>
              </p:cNvPr>
              <p:cNvCxnSpPr/>
              <p:nvPr/>
            </p:nvCxnSpPr>
            <p:spPr>
              <a:xfrm>
                <a:off x="1072198" y="22478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258">
                <a:extLst>
                  <a:ext uri="{FF2B5EF4-FFF2-40B4-BE49-F238E27FC236}">
                    <a16:creationId xmlns:a16="http://schemas.microsoft.com/office/drawing/2014/main" id="{ED44C67C-DFD4-2F43-4471-14C49574263E}"/>
                  </a:ext>
                </a:extLst>
              </p:cNvPr>
              <p:cNvSpPr txBox="1"/>
              <p:nvPr/>
            </p:nvSpPr>
            <p:spPr>
              <a:xfrm>
                <a:off x="1281748" y="12000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45" name="Text Box 241">
              <a:extLst>
                <a:ext uri="{FF2B5EF4-FFF2-40B4-BE49-F238E27FC236}">
                  <a16:creationId xmlns:a16="http://schemas.microsoft.com/office/drawing/2014/main" id="{FCE320A4-386F-A3E3-B10E-996B7E063362}"/>
                </a:ext>
              </a:extLst>
            </p:cNvPr>
            <p:cNvSpPr txBox="1">
              <a:spLocks noChangeArrowheads="1"/>
            </p:cNvSpPr>
            <p:nvPr/>
          </p:nvSpPr>
          <p:spPr bwMode="auto">
            <a:xfrm>
              <a:off x="5751512" y="334708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6" name="Text Box 126">
              <a:extLst>
                <a:ext uri="{FF2B5EF4-FFF2-40B4-BE49-F238E27FC236}">
                  <a16:creationId xmlns:a16="http://schemas.microsoft.com/office/drawing/2014/main" id="{0713BF18-B426-0505-D824-10ACB86CD2D8}"/>
                </a:ext>
              </a:extLst>
            </p:cNvPr>
            <p:cNvSpPr txBox="1"/>
            <p:nvPr/>
          </p:nvSpPr>
          <p:spPr>
            <a:xfrm>
              <a:off x="4384567" y="257331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F7CF6503-55FB-AACA-5F57-F2299F343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687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Service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102">
            <a:extLst>
              <a:ext uri="{FF2B5EF4-FFF2-40B4-BE49-F238E27FC236}">
                <a16:creationId xmlns:a16="http://schemas.microsoft.com/office/drawing/2014/main" id="{E4571DCA-CD7A-258E-B41B-5E7CA6828086}"/>
              </a:ext>
            </a:extLst>
          </p:cNvPr>
          <p:cNvSpPr txBox="1"/>
          <p:nvPr/>
        </p:nvSpPr>
        <p:spPr>
          <a:xfrm>
            <a:off x="549849" y="1561639"/>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service receiving –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 tab</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icon parallel to Shipping/ billing address</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may view or edit the Shipping and Billing Address for the SR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D3E226D-FDEC-A46E-1E05-E4B6C63FFF4A}"/>
              </a:ext>
            </a:extLst>
          </p:cNvPr>
          <p:cNvGrpSpPr/>
          <p:nvPr/>
        </p:nvGrpSpPr>
        <p:grpSpPr>
          <a:xfrm>
            <a:off x="380999" y="4671895"/>
            <a:ext cx="5332798" cy="1682115"/>
            <a:chOff x="5891614" y="735422"/>
            <a:chExt cx="5332798" cy="1682115"/>
          </a:xfrm>
        </p:grpSpPr>
        <p:pic>
          <p:nvPicPr>
            <p:cNvPr id="10" name="Picture 9">
              <a:extLst>
                <a:ext uri="{FF2B5EF4-FFF2-40B4-BE49-F238E27FC236}">
                  <a16:creationId xmlns:a16="http://schemas.microsoft.com/office/drawing/2014/main" id="{22CDC2AC-DA14-3C61-9DFF-3103E938C1DD}"/>
                </a:ext>
              </a:extLst>
            </p:cNvPr>
            <p:cNvPicPr>
              <a:picLocks noChangeAspect="1"/>
            </p:cNvPicPr>
            <p:nvPr/>
          </p:nvPicPr>
          <p:blipFill>
            <a:blip r:embed="rId3"/>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49C5B78-AFD6-1F1E-02F0-9E2E58AF1591}"/>
                </a:ext>
              </a:extLst>
            </p:cNvPr>
            <p:cNvPicPr>
              <a:picLocks noChangeAspect="1"/>
            </p:cNvPicPr>
            <p:nvPr/>
          </p:nvPicPr>
          <p:blipFill>
            <a:blip r:embed="rId4"/>
            <a:srcRect/>
            <a:stretch>
              <a:fillRect/>
            </a:stretch>
          </p:blipFill>
          <p:spPr bwMode="auto">
            <a:xfrm>
              <a:off x="8318584" y="1162142"/>
              <a:ext cx="1795780" cy="1255395"/>
            </a:xfrm>
            <a:prstGeom prst="rect">
              <a:avLst/>
            </a:prstGeom>
            <a:noFill/>
            <a:ln w="9525">
              <a:noFill/>
              <a:miter lim="800000"/>
              <a:headEnd/>
              <a:tailEnd/>
            </a:ln>
          </p:spPr>
        </p:pic>
        <p:grpSp>
          <p:nvGrpSpPr>
            <p:cNvPr id="13" name="Group 2">
              <a:extLst>
                <a:ext uri="{FF2B5EF4-FFF2-40B4-BE49-F238E27FC236}">
                  <a16:creationId xmlns:a16="http://schemas.microsoft.com/office/drawing/2014/main" id="{D67873FC-3940-F873-075B-D45690961169}"/>
                </a:ext>
              </a:extLst>
            </p:cNvPr>
            <p:cNvGrpSpPr>
              <a:grpSpLocks/>
            </p:cNvGrpSpPr>
            <p:nvPr/>
          </p:nvGrpSpPr>
          <p:grpSpPr bwMode="auto">
            <a:xfrm>
              <a:off x="10019500" y="879237"/>
              <a:ext cx="1204912" cy="504825"/>
              <a:chOff x="8538" y="13287"/>
              <a:chExt cx="1898" cy="796"/>
            </a:xfrm>
          </p:grpSpPr>
          <p:sp>
            <p:nvSpPr>
              <p:cNvPr id="15" name="Rectangle 3">
                <a:extLst>
                  <a:ext uri="{FF2B5EF4-FFF2-40B4-BE49-F238E27FC236}">
                    <a16:creationId xmlns:a16="http://schemas.microsoft.com/office/drawing/2014/main" id="{A4C828AF-D9B7-224A-ABB9-88D925259797}"/>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4">
                <a:extLst>
                  <a:ext uri="{FF2B5EF4-FFF2-40B4-BE49-F238E27FC236}">
                    <a16:creationId xmlns:a16="http://schemas.microsoft.com/office/drawing/2014/main" id="{7567ADCE-FAAF-03C3-8B41-CF1A8B48E003}"/>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5">
                <a:extLst>
                  <a:ext uri="{FF2B5EF4-FFF2-40B4-BE49-F238E27FC236}">
                    <a16:creationId xmlns:a16="http://schemas.microsoft.com/office/drawing/2014/main" id="{17920109-C35D-7F89-81AB-AC355D118954}"/>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4" name="Text Box 6">
              <a:extLst>
                <a:ext uri="{FF2B5EF4-FFF2-40B4-BE49-F238E27FC236}">
                  <a16:creationId xmlns:a16="http://schemas.microsoft.com/office/drawing/2014/main" id="{4E4D8E85-3A7E-323A-599C-CEF1B04DD230}"/>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4E9A7810-A520-E2FC-CBF1-824BB7A7C179}"/>
              </a:ext>
            </a:extLst>
          </p:cNvPr>
          <p:cNvSpPr txBox="1"/>
          <p:nvPr/>
        </p:nvSpPr>
        <p:spPr>
          <a:xfrm>
            <a:off x="7110375"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8" name="Picture 7">
            <a:extLst>
              <a:ext uri="{FF2B5EF4-FFF2-40B4-BE49-F238E27FC236}">
                <a16:creationId xmlns:a16="http://schemas.microsoft.com/office/drawing/2014/main" id="{8A9125E7-C6BF-00B9-7409-62F500EA16FF}"/>
              </a:ext>
            </a:extLst>
          </p:cNvPr>
          <p:cNvPicPr>
            <a:picLocks noChangeAspect="1"/>
          </p:cNvPicPr>
          <p:nvPr/>
        </p:nvPicPr>
        <p:blipFill>
          <a:blip r:embed="rId5"/>
          <a:stretch>
            <a:fillRect/>
          </a:stretch>
        </p:blipFill>
        <p:spPr>
          <a:xfrm>
            <a:off x="5599936" y="1561639"/>
            <a:ext cx="6392543" cy="2805423"/>
          </a:xfrm>
          <a:prstGeom prst="rect">
            <a:avLst/>
          </a:prstGeom>
        </p:spPr>
      </p:pic>
    </p:spTree>
    <p:extLst>
      <p:ext uri="{BB962C8B-B14F-4D97-AF65-F5344CB8AC3E}">
        <p14:creationId xmlns:p14="http://schemas.microsoft.com/office/powerpoint/2010/main" val="2856749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1062</Words>
  <Application>Microsoft Office PowerPoint</Application>
  <PresentationFormat>Widescreen</PresentationFormat>
  <Paragraphs>142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Animosa Extra Bold</vt:lpstr>
      <vt:lpstr>Arial</vt:lpstr>
      <vt:lpstr>Bodoni MT Condensed</vt:lpstr>
      <vt:lpstr>Calibri</vt:lpstr>
      <vt:lpstr>Calibri Light</vt:lpstr>
      <vt:lpstr>Chivo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2023-01-10T04:13:01Z</dcterms:created>
  <dcterms:modified xsi:type="dcterms:W3CDTF">2023-01-10T04:14:33Z</dcterms:modified>
</cp:coreProperties>
</file>