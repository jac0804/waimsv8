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58" r:id="rId2"/>
    <p:sldId id="359" r:id="rId3"/>
    <p:sldId id="360" r:id="rId4"/>
    <p:sldId id="361" r:id="rId5"/>
    <p:sldId id="370" r:id="rId6"/>
    <p:sldId id="371" r:id="rId7"/>
    <p:sldId id="366" r:id="rId8"/>
    <p:sldId id="372" r:id="rId9"/>
    <p:sldId id="368" r:id="rId10"/>
    <p:sldId id="3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69134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9771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20114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95958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9776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51605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649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58162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1219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9613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378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999867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Purchase Receiving</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where receiving of items from supplier are transacted.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BBC2BCD-CB69-3D41-CA99-ABA789E257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4377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Purchase Receiving module under Purchases, Purchase Receiving transactions list will display based on filtered date and status in the purchase receiving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Receiving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BB2F2EF-C10B-C2E7-92D8-0FC691798FC9}"/>
              </a:ext>
            </a:extLst>
          </p:cNvPr>
          <p:cNvGrpSpPr/>
          <p:nvPr/>
        </p:nvGrpSpPr>
        <p:grpSpPr>
          <a:xfrm>
            <a:off x="5374888" y="2026602"/>
            <a:ext cx="6022340" cy="1890395"/>
            <a:chOff x="3084830" y="2483802"/>
            <a:chExt cx="6022340" cy="1890395"/>
          </a:xfrm>
        </p:grpSpPr>
        <p:pic>
          <p:nvPicPr>
            <p:cNvPr id="9" name="Picture 8">
              <a:extLst>
                <a:ext uri="{FF2B5EF4-FFF2-40B4-BE49-F238E27FC236}">
                  <a16:creationId xmlns:a16="http://schemas.microsoft.com/office/drawing/2014/main" id="{A6CB3FF5-F9A5-CB41-E69B-334911504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2930" y="2483802"/>
              <a:ext cx="5984240" cy="1868805"/>
            </a:xfrm>
            <a:prstGeom prst="rect">
              <a:avLst/>
            </a:prstGeom>
          </p:spPr>
        </p:pic>
        <p:sp>
          <p:nvSpPr>
            <p:cNvPr id="10" name="Rectangle 9">
              <a:extLst>
                <a:ext uri="{FF2B5EF4-FFF2-40B4-BE49-F238E27FC236}">
                  <a16:creationId xmlns:a16="http://schemas.microsoft.com/office/drawing/2014/main" id="{F18004E0-9A1A-AFE4-2288-F4A59C29D523}"/>
                </a:ext>
              </a:extLst>
            </p:cNvPr>
            <p:cNvSpPr/>
            <p:nvPr/>
          </p:nvSpPr>
          <p:spPr>
            <a:xfrm>
              <a:off x="3084830" y="3729672"/>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4393565" y="3151187"/>
              <a:ext cx="4551045"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p:nvPr/>
          </p:nvCxnSpPr>
          <p:spPr>
            <a:xfrm>
              <a:off x="4077335" y="3820477"/>
              <a:ext cx="257175" cy="1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Slide Number Placeholder 2">
            <a:extLst>
              <a:ext uri="{FF2B5EF4-FFF2-40B4-BE49-F238E27FC236}">
                <a16:creationId xmlns:a16="http://schemas.microsoft.com/office/drawing/2014/main" id="{8A77B91F-4A8F-0BA6-D9FB-55FDED9369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596630" y="965527"/>
            <a:ext cx="40612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335585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CREATE USING CREATE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Receiving – Main Window, you will notice a create button in the upper left of the window. Click the create button and you will be redirect in purchase receiving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82618" y="3742983"/>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purchase receiving– main form where you will encode the other necessary information of the transaction and record the items’ to be receive from the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105C49A-5770-7EC0-9CE4-07917B9D64B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Slide Number Placeholder 4">
            <a:extLst>
              <a:ext uri="{FF2B5EF4-FFF2-40B4-BE49-F238E27FC236}">
                <a16:creationId xmlns:a16="http://schemas.microsoft.com/office/drawing/2014/main" id="{B808C4F7-A9F4-2B3C-71DB-3C5305EEF9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9FE92AA3-242F-073E-1786-6354A9C40958}"/>
              </a:ext>
            </a:extLst>
          </p:cNvPr>
          <p:cNvPicPr>
            <a:picLocks noChangeAspect="1"/>
          </p:cNvPicPr>
          <p:nvPr/>
        </p:nvPicPr>
        <p:blipFill>
          <a:blip r:embed="rId3"/>
          <a:stretch>
            <a:fillRect/>
          </a:stretch>
        </p:blipFill>
        <p:spPr>
          <a:xfrm>
            <a:off x="5374888" y="965527"/>
            <a:ext cx="5804535" cy="1153160"/>
          </a:xfrm>
          <a:prstGeom prst="rect">
            <a:avLst/>
          </a:prstGeom>
        </p:spPr>
      </p:pic>
      <p:grpSp>
        <p:nvGrpSpPr>
          <p:cNvPr id="6" name="Group 2">
            <a:extLst>
              <a:ext uri="{FF2B5EF4-FFF2-40B4-BE49-F238E27FC236}">
                <a16:creationId xmlns:a16="http://schemas.microsoft.com/office/drawing/2014/main" id="{0AF2944A-8432-DEF6-191A-DE4FAB292C35}"/>
              </a:ext>
            </a:extLst>
          </p:cNvPr>
          <p:cNvGrpSpPr>
            <a:grpSpLocks/>
          </p:cNvGrpSpPr>
          <p:nvPr/>
        </p:nvGrpSpPr>
        <p:grpSpPr bwMode="auto">
          <a:xfrm>
            <a:off x="5421990" y="1215695"/>
            <a:ext cx="1209675" cy="276225"/>
            <a:chOff x="0" y="0"/>
            <a:chExt cx="12096" cy="2762"/>
          </a:xfrm>
        </p:grpSpPr>
        <p:sp>
          <p:nvSpPr>
            <p:cNvPr id="7" name="Rectangle 1194">
              <a:extLst>
                <a:ext uri="{FF2B5EF4-FFF2-40B4-BE49-F238E27FC236}">
                  <a16:creationId xmlns:a16="http://schemas.microsoft.com/office/drawing/2014/main" id="{93E51D5D-5A79-34AE-1C8C-D896EA966026}"/>
                </a:ext>
              </a:extLst>
            </p:cNvPr>
            <p:cNvSpPr>
              <a:spLocks noChangeArrowheads="1"/>
            </p:cNvSpPr>
            <p:nvPr/>
          </p:nvSpPr>
          <p:spPr bwMode="auto">
            <a:xfrm>
              <a:off x="0" y="0"/>
              <a:ext cx="8001" cy="22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195" name="Straight Arrow Connector 1195">
              <a:extLst>
                <a:ext uri="{FF2B5EF4-FFF2-40B4-BE49-F238E27FC236}">
                  <a16:creationId xmlns:a16="http://schemas.microsoft.com/office/drawing/2014/main" id="{42473223-4EAB-2CBF-3E8D-CA07275EA15F}"/>
                </a:ext>
              </a:extLst>
            </p:cNvPr>
            <p:cNvCxnSpPr>
              <a:cxnSpLocks noChangeShapeType="1"/>
            </p:cNvCxnSpPr>
            <p:nvPr/>
          </p:nvCxn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8" name="Text Box 1196">
              <a:extLst>
                <a:ext uri="{FF2B5EF4-FFF2-40B4-BE49-F238E27FC236}">
                  <a16:creationId xmlns:a16="http://schemas.microsoft.com/office/drawing/2014/main" id="{0EF9F7F5-7FD2-DAAA-CD56-50FDF71CF381}"/>
                </a:ext>
              </a:extLst>
            </p:cNvPr>
            <p:cNvSpPr txBox="1">
              <a:spLocks noChangeArrowheads="1"/>
            </p:cNvSpPr>
            <p:nvPr/>
          </p:nvSpPr>
          <p:spPr bwMode="auto">
            <a:xfrm>
              <a:off x="10096" y="285"/>
              <a:ext cx="2000"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5" name="Group 14">
            <a:extLst>
              <a:ext uri="{FF2B5EF4-FFF2-40B4-BE49-F238E27FC236}">
                <a16:creationId xmlns:a16="http://schemas.microsoft.com/office/drawing/2014/main" id="{802FD435-0F4F-7E9E-C054-B5349374D28E}"/>
              </a:ext>
            </a:extLst>
          </p:cNvPr>
          <p:cNvGrpSpPr/>
          <p:nvPr/>
        </p:nvGrpSpPr>
        <p:grpSpPr>
          <a:xfrm>
            <a:off x="5323212" y="2544854"/>
            <a:ext cx="6186170" cy="2689860"/>
            <a:chOff x="5323212" y="2544854"/>
            <a:chExt cx="6186170" cy="2689860"/>
          </a:xfrm>
        </p:grpSpPr>
        <p:pic>
          <p:nvPicPr>
            <p:cNvPr id="9" name="Picture 8">
              <a:extLst>
                <a:ext uri="{FF2B5EF4-FFF2-40B4-BE49-F238E27FC236}">
                  <a16:creationId xmlns:a16="http://schemas.microsoft.com/office/drawing/2014/main" id="{E0C174BC-3911-88FB-FF91-1FB82418D900}"/>
                </a:ext>
              </a:extLst>
            </p:cNvPr>
            <p:cNvPicPr>
              <a:picLocks noChangeAspect="1"/>
            </p:cNvPicPr>
            <p:nvPr/>
          </p:nvPicPr>
          <p:blipFill>
            <a:blip r:embed="rId4"/>
            <a:srcRect/>
            <a:stretch>
              <a:fillRect/>
            </a:stretch>
          </p:blipFill>
          <p:spPr bwMode="auto">
            <a:xfrm>
              <a:off x="5323212" y="2544854"/>
              <a:ext cx="6186170" cy="2689860"/>
            </a:xfrm>
            <a:prstGeom prst="rect">
              <a:avLst/>
            </a:prstGeom>
            <a:noFill/>
            <a:ln w="9525">
              <a:noFill/>
              <a:miter lim="800000"/>
              <a:headEnd/>
              <a:tailEnd/>
            </a:ln>
          </p:spPr>
        </p:pic>
        <p:pic>
          <p:nvPicPr>
            <p:cNvPr id="11" name="Picture 10">
              <a:extLst>
                <a:ext uri="{FF2B5EF4-FFF2-40B4-BE49-F238E27FC236}">
                  <a16:creationId xmlns:a16="http://schemas.microsoft.com/office/drawing/2014/main" id="{FF150D3E-0BF7-9D98-FA1A-04C5E1FC52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2065" y="3082212"/>
              <a:ext cx="5447619" cy="523810"/>
            </a:xfrm>
            <a:prstGeom prst="rect">
              <a:avLst/>
            </a:prstGeom>
          </p:spPr>
        </p:pic>
      </p:grpSp>
      <p:sp>
        <p:nvSpPr>
          <p:cNvPr id="16" name="Text Box 6">
            <a:extLst>
              <a:ext uri="{FF2B5EF4-FFF2-40B4-BE49-F238E27FC236}">
                <a16:creationId xmlns:a16="http://schemas.microsoft.com/office/drawing/2014/main" id="{61339206-2295-99F7-E613-C849BC9E3709}"/>
              </a:ext>
            </a:extLst>
          </p:cNvPr>
          <p:cNvSpPr txBox="1">
            <a:spLocks noChangeArrowheads="1"/>
          </p:cNvSpPr>
          <p:nvPr/>
        </p:nvSpPr>
        <p:spPr bwMode="auto">
          <a:xfrm>
            <a:off x="7065729" y="3828774"/>
            <a:ext cx="2420016" cy="625124"/>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268288" marR="0" lvl="0" indent="-176213"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supplier?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supplier name in the search bar.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supplier.</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631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8" y="1343906"/>
            <a:ext cx="4670747" cy="265371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saving the header, you may now add the ordered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PO:</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If ordered items are from purchase order, click PO to select transaction from purchase order module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Add item:</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If ordered items will have no reference, manually add the item by clicking the add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1147865" y="636020"/>
            <a:ext cx="422702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0" name="Picture 39">
            <a:extLst>
              <a:ext uri="{FF2B5EF4-FFF2-40B4-BE49-F238E27FC236}">
                <a16:creationId xmlns:a16="http://schemas.microsoft.com/office/drawing/2014/main" id="{C0AFF49D-D8A3-F527-3349-5704904F9D17}"/>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60A31C5F-1004-D402-4B32-6B0522C637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6337D6C7-B211-674B-B096-C0EDCDE4CD3F}"/>
              </a:ext>
            </a:extLst>
          </p:cNvPr>
          <p:cNvPicPr>
            <a:picLocks noChangeAspect="1"/>
          </p:cNvPicPr>
          <p:nvPr/>
        </p:nvPicPr>
        <p:blipFill>
          <a:blip r:embed="rId3"/>
          <a:stretch>
            <a:fillRect/>
          </a:stretch>
        </p:blipFill>
        <p:spPr>
          <a:xfrm>
            <a:off x="5605421" y="1379386"/>
            <a:ext cx="6088380" cy="3175000"/>
          </a:xfrm>
          <a:prstGeom prst="rect">
            <a:avLst/>
          </a:prstGeom>
        </p:spPr>
      </p:pic>
      <p:sp>
        <p:nvSpPr>
          <p:cNvPr id="11" name="Text Box 2">
            <a:extLst>
              <a:ext uri="{FF2B5EF4-FFF2-40B4-BE49-F238E27FC236}">
                <a16:creationId xmlns:a16="http://schemas.microsoft.com/office/drawing/2014/main" id="{B8C27943-22E0-E373-1502-5072E087777C}"/>
              </a:ext>
            </a:extLst>
          </p:cNvPr>
          <p:cNvSpPr txBox="1">
            <a:spLocks noChangeArrowheads="1"/>
          </p:cNvSpPr>
          <p:nvPr/>
        </p:nvSpPr>
        <p:spPr bwMode="auto">
          <a:xfrm>
            <a:off x="5374888" y="3711869"/>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Stock</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29" name="Picture 28">
            <a:extLst>
              <a:ext uri="{FF2B5EF4-FFF2-40B4-BE49-F238E27FC236}">
                <a16:creationId xmlns:a16="http://schemas.microsoft.com/office/drawing/2014/main" id="{AAA130EC-53EC-D4AB-B255-80A4EF4246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6476" y="1539270"/>
            <a:ext cx="809524" cy="314286"/>
          </a:xfrm>
          <a:prstGeom prst="rect">
            <a:avLst/>
          </a:prstGeom>
        </p:spPr>
      </p:pic>
      <p:pic>
        <p:nvPicPr>
          <p:cNvPr id="31" name="Picture 30">
            <a:extLst>
              <a:ext uri="{FF2B5EF4-FFF2-40B4-BE49-F238E27FC236}">
                <a16:creationId xmlns:a16="http://schemas.microsoft.com/office/drawing/2014/main" id="{BDF7B3E7-4383-979C-E759-938A52A25B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2564" y="1733357"/>
            <a:ext cx="1104762" cy="314286"/>
          </a:xfrm>
          <a:prstGeom prst="rect">
            <a:avLst/>
          </a:prstGeom>
        </p:spPr>
      </p:pic>
      <p:sp>
        <p:nvSpPr>
          <p:cNvPr id="32" name="Text Box 3">
            <a:extLst>
              <a:ext uri="{FF2B5EF4-FFF2-40B4-BE49-F238E27FC236}">
                <a16:creationId xmlns:a16="http://schemas.microsoft.com/office/drawing/2014/main" id="{5B82716B-A1DD-AB34-6F7E-1CAE858D36C2}"/>
              </a:ext>
            </a:extLst>
          </p:cNvPr>
          <p:cNvSpPr txBox="1">
            <a:spLocks noChangeArrowheads="1"/>
          </p:cNvSpPr>
          <p:nvPr/>
        </p:nvSpPr>
        <p:spPr bwMode="auto">
          <a:xfrm>
            <a:off x="10224726" y="3015264"/>
            <a:ext cx="960437"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4.1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3" name="Rectangle 32">
            <a:extLst>
              <a:ext uri="{FF2B5EF4-FFF2-40B4-BE49-F238E27FC236}">
                <a16:creationId xmlns:a16="http://schemas.microsoft.com/office/drawing/2014/main" id="{10106960-F335-FCE2-C328-6D2CB026B237}"/>
              </a:ext>
            </a:extLst>
          </p:cNvPr>
          <p:cNvSpPr/>
          <p:nvPr/>
        </p:nvSpPr>
        <p:spPr>
          <a:xfrm>
            <a:off x="9458036" y="3515733"/>
            <a:ext cx="960437" cy="2361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a:extLst>
              <a:ext uri="{FF2B5EF4-FFF2-40B4-BE49-F238E27FC236}">
                <a16:creationId xmlns:a16="http://schemas.microsoft.com/office/drawing/2014/main" id="{C32CA8A5-D524-3DF5-4C95-16B30610E2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469" y="3774466"/>
            <a:ext cx="476190" cy="409524"/>
          </a:xfrm>
          <a:prstGeom prst="rect">
            <a:avLst/>
          </a:prstGeom>
        </p:spPr>
      </p:pic>
    </p:spTree>
    <p:extLst>
      <p:ext uri="{BB962C8B-B14F-4D97-AF65-F5344CB8AC3E}">
        <p14:creationId xmlns:p14="http://schemas.microsoft.com/office/powerpoint/2010/main" val="610178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727624" y="1889535"/>
            <a:ext cx="4161164" cy="28828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sng"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CREATE USING PICK PO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Receiving– Main Window, you will notice a Pick PO button in the upper left of the window. Click the button and a confirmation message will pop out. Click OK to proceed.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proceed to pick PO, search and select the purchase order transaction you want to create a purchase receiving.</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PO transaction, you will be redirect in purchase receiving – main form where details from selected PO transaction are copied from header to details of items.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758757" y="644898"/>
            <a:ext cx="4616131"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D11E27FB-06F5-E849-BB3F-91C60ECF03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7E05F203-733F-06DE-3070-443857CC1EFC}"/>
              </a:ext>
            </a:extLst>
          </p:cNvPr>
          <p:cNvGrpSpPr/>
          <p:nvPr/>
        </p:nvGrpSpPr>
        <p:grpSpPr>
          <a:xfrm>
            <a:off x="5625090" y="954666"/>
            <a:ext cx="5839286" cy="1470597"/>
            <a:chOff x="5625090" y="1088275"/>
            <a:chExt cx="5839286" cy="1470597"/>
          </a:xfrm>
        </p:grpSpPr>
        <p:pic>
          <p:nvPicPr>
            <p:cNvPr id="2" name="Picture 1">
              <a:extLst>
                <a:ext uri="{FF2B5EF4-FFF2-40B4-BE49-F238E27FC236}">
                  <a16:creationId xmlns:a16="http://schemas.microsoft.com/office/drawing/2014/main" id="{984CD5EB-BFA3-658F-402A-B02934EC0454}"/>
                </a:ext>
              </a:extLst>
            </p:cNvPr>
            <p:cNvPicPr>
              <a:picLocks noChangeAspect="1"/>
            </p:cNvPicPr>
            <p:nvPr/>
          </p:nvPicPr>
          <p:blipFill>
            <a:blip r:embed="rId2"/>
            <a:stretch>
              <a:fillRect/>
            </a:stretch>
          </p:blipFill>
          <p:spPr>
            <a:xfrm>
              <a:off x="5659841" y="1088275"/>
              <a:ext cx="5804535" cy="1153160"/>
            </a:xfrm>
            <a:prstGeom prst="rect">
              <a:avLst/>
            </a:prstGeom>
          </p:spPr>
        </p:pic>
        <p:pic>
          <p:nvPicPr>
            <p:cNvPr id="8" name="Picture 7">
              <a:extLst>
                <a:ext uri="{FF2B5EF4-FFF2-40B4-BE49-F238E27FC236}">
                  <a16:creationId xmlns:a16="http://schemas.microsoft.com/office/drawing/2014/main" id="{2A499E96-EFA6-F23A-636A-C44E614B49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9841" y="1558657"/>
              <a:ext cx="1247619" cy="304762"/>
            </a:xfrm>
            <a:prstGeom prst="rect">
              <a:avLst/>
            </a:prstGeom>
          </p:spPr>
        </p:pic>
        <p:sp>
          <p:nvSpPr>
            <p:cNvPr id="9" name="AutoShape 2">
              <a:extLst>
                <a:ext uri="{FF2B5EF4-FFF2-40B4-BE49-F238E27FC236}">
                  <a16:creationId xmlns:a16="http://schemas.microsoft.com/office/drawing/2014/main" id="{9B875B7C-4ADD-BA8E-8E35-FD58E0BA0E67}"/>
                </a:ext>
              </a:extLst>
            </p:cNvPr>
            <p:cNvSpPr>
              <a:spLocks noChangeArrowheads="1"/>
            </p:cNvSpPr>
            <p:nvPr/>
          </p:nvSpPr>
          <p:spPr bwMode="auto">
            <a:xfrm rot="-1380156">
              <a:off x="5625090" y="1860604"/>
              <a:ext cx="325437" cy="438150"/>
            </a:xfrm>
            <a:prstGeom prst="curvedRightArrow">
              <a:avLst>
                <a:gd name="adj1" fmla="val 26927"/>
                <a:gd name="adj2" fmla="val 53854"/>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41C73C0B-4D2F-9308-136B-066D66499A2E}"/>
                </a:ext>
              </a:extLst>
            </p:cNvPr>
            <p:cNvPicPr>
              <a:picLocks noChangeAspect="1"/>
            </p:cNvPicPr>
            <p:nvPr/>
          </p:nvPicPr>
          <p:blipFill>
            <a:blip r:embed="rId4"/>
            <a:srcRect/>
            <a:stretch>
              <a:fillRect/>
            </a:stretch>
          </p:blipFill>
          <p:spPr bwMode="auto">
            <a:xfrm>
              <a:off x="6023198" y="1964512"/>
              <a:ext cx="2259965" cy="594360"/>
            </a:xfrm>
            <a:prstGeom prst="rect">
              <a:avLst/>
            </a:prstGeom>
            <a:ln>
              <a:noFill/>
            </a:ln>
            <a:effectLst>
              <a:outerShdw blurRad="292100" dist="139700" dir="2700000" algn="tl" rotWithShape="0">
                <a:srgbClr val="333333">
                  <a:alpha val="65000"/>
                </a:srgbClr>
              </a:outerShdw>
            </a:effectLst>
          </p:spPr>
        </p:pic>
      </p:grpSp>
      <p:pic>
        <p:nvPicPr>
          <p:cNvPr id="13" name="Picture 12">
            <a:extLst>
              <a:ext uri="{FF2B5EF4-FFF2-40B4-BE49-F238E27FC236}">
                <a16:creationId xmlns:a16="http://schemas.microsoft.com/office/drawing/2014/main" id="{BA55D97D-20A7-86B7-CB46-C9ABEB2A5974}"/>
              </a:ext>
            </a:extLst>
          </p:cNvPr>
          <p:cNvPicPr>
            <a:picLocks noChangeAspect="1"/>
          </p:cNvPicPr>
          <p:nvPr/>
        </p:nvPicPr>
        <p:blipFill>
          <a:blip r:embed="rId5"/>
          <a:srcRect/>
          <a:stretch>
            <a:fillRect/>
          </a:stretch>
        </p:blipFill>
        <p:spPr bwMode="auto">
          <a:xfrm>
            <a:off x="6096000" y="2890757"/>
            <a:ext cx="4773930" cy="2549525"/>
          </a:xfrm>
          <a:prstGeom prst="rect">
            <a:avLst/>
          </a:prstGeom>
          <a:noFill/>
          <a:ln w="9525">
            <a:noFill/>
            <a:miter lim="800000"/>
            <a:headEnd/>
            <a:tailEnd/>
          </a:ln>
        </p:spPr>
      </p:pic>
      <p:sp>
        <p:nvSpPr>
          <p:cNvPr id="28" name="Rectangle 3">
            <a:extLst>
              <a:ext uri="{FF2B5EF4-FFF2-40B4-BE49-F238E27FC236}">
                <a16:creationId xmlns:a16="http://schemas.microsoft.com/office/drawing/2014/main" id="{5E41B357-465E-D625-7DBA-FDC98C44C44B}"/>
              </a:ext>
            </a:extLst>
          </p:cNvPr>
          <p:cNvSpPr>
            <a:spLocks noChangeArrowheads="1"/>
          </p:cNvSpPr>
          <p:nvPr/>
        </p:nvSpPr>
        <p:spPr bwMode="auto">
          <a:xfrm>
            <a:off x="6142180" y="3330946"/>
            <a:ext cx="4598987" cy="3873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100" name="AutoShape 4">
            <a:extLst>
              <a:ext uri="{FF2B5EF4-FFF2-40B4-BE49-F238E27FC236}">
                <a16:creationId xmlns:a16="http://schemas.microsoft.com/office/drawing/2014/main" id="{AEE348C3-6286-7BA3-9AC8-1D4582596B1C}"/>
              </a:ext>
            </a:extLst>
          </p:cNvPr>
          <p:cNvCxnSpPr>
            <a:cxnSpLocks noChangeShapeType="1"/>
          </p:cNvCxnSpPr>
          <p:nvPr/>
        </p:nvCxnSpPr>
        <p:spPr bwMode="auto">
          <a:xfrm flipV="1">
            <a:off x="10741167" y="3524621"/>
            <a:ext cx="215900" cy="13176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0" name="Text Box 7">
            <a:extLst>
              <a:ext uri="{FF2B5EF4-FFF2-40B4-BE49-F238E27FC236}">
                <a16:creationId xmlns:a16="http://schemas.microsoft.com/office/drawing/2014/main" id="{B5BBF8ED-1CE3-B6CE-18FB-B046FA7A1288}"/>
              </a:ext>
            </a:extLst>
          </p:cNvPr>
          <p:cNvSpPr txBox="1">
            <a:spLocks noChangeArrowheads="1"/>
          </p:cNvSpPr>
          <p:nvPr/>
        </p:nvSpPr>
        <p:spPr bwMode="auto">
          <a:xfrm>
            <a:off x="10988126" y="3381746"/>
            <a:ext cx="47625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8" name="Text Box 8">
            <a:extLst>
              <a:ext uri="{FF2B5EF4-FFF2-40B4-BE49-F238E27FC236}">
                <a16:creationId xmlns:a16="http://schemas.microsoft.com/office/drawing/2014/main" id="{4A6F47AF-E713-1905-0048-D06822AD4823}"/>
              </a:ext>
            </a:extLst>
          </p:cNvPr>
          <p:cNvSpPr txBox="1">
            <a:spLocks noChangeArrowheads="1"/>
          </p:cNvSpPr>
          <p:nvPr/>
        </p:nvSpPr>
        <p:spPr bwMode="auto">
          <a:xfrm>
            <a:off x="6616048" y="4036839"/>
            <a:ext cx="3497770" cy="830726"/>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176213" marR="0" lvl="0" indent="-92075" algn="l" defTabSz="914400"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Purchase Order transaction?</a:t>
            </a:r>
            <a:endParaRPr kumimoji="0" lang="en-PH" altLang="en-US" sz="10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transaction number in the search bar.</a:t>
            </a: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PO transaction.</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22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74174" y="2216009"/>
            <a:ext cx="4179346" cy="192765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rPr>
              <a:t>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rPr>
              <a:t>In header, click post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901431" y="636020"/>
            <a:ext cx="4473458"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62" name="Picture 61">
            <a:extLst>
              <a:ext uri="{FF2B5EF4-FFF2-40B4-BE49-F238E27FC236}">
                <a16:creationId xmlns:a16="http://schemas.microsoft.com/office/drawing/2014/main" id="{72D1975D-1298-16DF-574C-1D3E6A6E0E07}"/>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2" name="Slide Number Placeholder 21">
            <a:extLst>
              <a:ext uri="{FF2B5EF4-FFF2-40B4-BE49-F238E27FC236}">
                <a16:creationId xmlns:a16="http://schemas.microsoft.com/office/drawing/2014/main" id="{4953F828-13D1-C646-F75F-2377817E824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3" name="Picture 22">
            <a:extLst>
              <a:ext uri="{FF2B5EF4-FFF2-40B4-BE49-F238E27FC236}">
                <a16:creationId xmlns:a16="http://schemas.microsoft.com/office/drawing/2014/main" id="{62958C12-BA09-AE5A-3FD6-D1DBB6279069}"/>
              </a:ext>
            </a:extLst>
          </p:cNvPr>
          <p:cNvPicPr>
            <a:picLocks noChangeAspect="1"/>
          </p:cNvPicPr>
          <p:nvPr/>
        </p:nvPicPr>
        <p:blipFill>
          <a:blip r:embed="rId3"/>
          <a:stretch>
            <a:fillRect/>
          </a:stretch>
        </p:blipFill>
        <p:spPr>
          <a:xfrm>
            <a:off x="5374888" y="1946218"/>
            <a:ext cx="5282565" cy="2725420"/>
          </a:xfrm>
          <a:prstGeom prst="rect">
            <a:avLst/>
          </a:prstGeom>
        </p:spPr>
      </p:pic>
      <p:pic>
        <p:nvPicPr>
          <p:cNvPr id="25" name="Picture 24">
            <a:extLst>
              <a:ext uri="{FF2B5EF4-FFF2-40B4-BE49-F238E27FC236}">
                <a16:creationId xmlns:a16="http://schemas.microsoft.com/office/drawing/2014/main" id="{6F2789D5-F4F9-AA32-36F6-435CA21A6226}"/>
              </a:ext>
            </a:extLst>
          </p:cNvPr>
          <p:cNvPicPr>
            <a:picLocks noChangeAspect="1"/>
          </p:cNvPicPr>
          <p:nvPr/>
        </p:nvPicPr>
        <p:blipFill>
          <a:blip r:embed="rId4"/>
          <a:stretch>
            <a:fillRect/>
          </a:stretch>
        </p:blipFill>
        <p:spPr bwMode="auto">
          <a:xfrm>
            <a:off x="5727947" y="2758930"/>
            <a:ext cx="4576445" cy="1654175"/>
          </a:xfrm>
          <a:prstGeom prst="rect">
            <a:avLst/>
          </a:prstGeom>
          <a:ln>
            <a:noFill/>
          </a:ln>
          <a:effectLst>
            <a:outerShdw blurRad="292100" dist="139700" dir="2700000" algn="tl" rotWithShape="0">
              <a:srgbClr val="333333">
                <a:alpha val="65000"/>
              </a:srgbClr>
            </a:outerShdw>
          </a:effectLst>
        </p:spPr>
      </p:pic>
      <p:pic>
        <p:nvPicPr>
          <p:cNvPr id="27" name="Picture 26">
            <a:extLst>
              <a:ext uri="{FF2B5EF4-FFF2-40B4-BE49-F238E27FC236}">
                <a16:creationId xmlns:a16="http://schemas.microsoft.com/office/drawing/2014/main" id="{F54F23D8-7168-F60C-F515-7CBB8128B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67316" y="2236792"/>
            <a:ext cx="1466667" cy="676190"/>
          </a:xfrm>
          <a:prstGeom prst="rect">
            <a:avLst/>
          </a:prstGeom>
        </p:spPr>
      </p:pic>
      <p:sp>
        <p:nvSpPr>
          <p:cNvPr id="28" name="Rectangle 2">
            <a:extLst>
              <a:ext uri="{FF2B5EF4-FFF2-40B4-BE49-F238E27FC236}">
                <a16:creationId xmlns:a16="http://schemas.microsoft.com/office/drawing/2014/main" id="{E64990EB-C9C8-732D-E522-5E3D47021CF5}"/>
              </a:ext>
            </a:extLst>
          </p:cNvPr>
          <p:cNvSpPr>
            <a:spLocks noChangeArrowheads="1"/>
          </p:cNvSpPr>
          <p:nvPr/>
        </p:nvSpPr>
        <p:spPr bwMode="auto">
          <a:xfrm>
            <a:off x="8462674" y="3083503"/>
            <a:ext cx="423862"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Box 3">
            <a:extLst>
              <a:ext uri="{FF2B5EF4-FFF2-40B4-BE49-F238E27FC236}">
                <a16:creationId xmlns:a16="http://schemas.microsoft.com/office/drawing/2014/main" id="{6C4591B2-6F43-48E6-578E-B9DFA5E10F3C}"/>
              </a:ext>
            </a:extLst>
          </p:cNvPr>
          <p:cNvSpPr txBox="1">
            <a:spLocks noChangeArrowheads="1"/>
          </p:cNvSpPr>
          <p:nvPr/>
        </p:nvSpPr>
        <p:spPr bwMode="auto">
          <a:xfrm>
            <a:off x="9063066" y="3003263"/>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9</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5124" name="AutoShape 4">
            <a:extLst>
              <a:ext uri="{FF2B5EF4-FFF2-40B4-BE49-F238E27FC236}">
                <a16:creationId xmlns:a16="http://schemas.microsoft.com/office/drawing/2014/main" id="{4D596D90-5209-E2CF-F79C-294115AC0AE5}"/>
              </a:ext>
            </a:extLst>
          </p:cNvPr>
          <p:cNvCxnSpPr>
            <a:cxnSpLocks noChangeShapeType="1"/>
          </p:cNvCxnSpPr>
          <p:nvPr/>
        </p:nvCxnSpPr>
        <p:spPr bwMode="auto">
          <a:xfrm flipV="1">
            <a:off x="8904157" y="3144117"/>
            <a:ext cx="141288"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13955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278843-30D8-346B-C64A-19BD87947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2557" y="965527"/>
            <a:ext cx="6078855" cy="169037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receiving – main window, search the purchase receiving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receiving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RR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purchase receiving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60262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Receiving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7" name="Group 16">
            <a:extLst>
              <a:ext uri="{FF2B5EF4-FFF2-40B4-BE49-F238E27FC236}">
                <a16:creationId xmlns:a16="http://schemas.microsoft.com/office/drawing/2014/main" id="{20336060-7936-AF0F-787C-E6433EDAE074}"/>
              </a:ext>
            </a:extLst>
          </p:cNvPr>
          <p:cNvGrpSpPr/>
          <p:nvPr/>
        </p:nvGrpSpPr>
        <p:grpSpPr>
          <a:xfrm>
            <a:off x="5525044" y="1729880"/>
            <a:ext cx="1475739" cy="333375"/>
            <a:chOff x="0" y="0"/>
            <a:chExt cx="1476374" cy="333375"/>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22" name="TextBox 21">
            <a:extLst>
              <a:ext uri="{FF2B5EF4-FFF2-40B4-BE49-F238E27FC236}">
                <a16:creationId xmlns:a16="http://schemas.microsoft.com/office/drawing/2014/main" id="{B71D43FF-7764-D088-83B4-EE19BA2A9179}"/>
              </a:ext>
            </a:extLst>
          </p:cNvPr>
          <p:cNvSpPr txBox="1"/>
          <p:nvPr/>
        </p:nvSpPr>
        <p:spPr>
          <a:xfrm>
            <a:off x="7296700" y="57563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Receiving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4" name="Picture 23">
            <a:extLst>
              <a:ext uri="{FF2B5EF4-FFF2-40B4-BE49-F238E27FC236}">
                <a16:creationId xmlns:a16="http://schemas.microsoft.com/office/drawing/2014/main" id="{D4C4B0F7-CB40-6144-122F-4265CC1B7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7" y="3788119"/>
            <a:ext cx="6189345" cy="1543050"/>
          </a:xfrm>
          <a:prstGeom prst="rect">
            <a:avLst/>
          </a:prstGeom>
        </p:spPr>
      </p:pic>
      <p:grpSp>
        <p:nvGrpSpPr>
          <p:cNvPr id="46" name="Group 45">
            <a:extLst>
              <a:ext uri="{FF2B5EF4-FFF2-40B4-BE49-F238E27FC236}">
                <a16:creationId xmlns:a16="http://schemas.microsoft.com/office/drawing/2014/main" id="{BD77D0F0-EA14-6BB2-EAF1-0B6F6ED36430}"/>
              </a:ext>
            </a:extLst>
          </p:cNvPr>
          <p:cNvGrpSpPr/>
          <p:nvPr/>
        </p:nvGrpSpPr>
        <p:grpSpPr>
          <a:xfrm>
            <a:off x="4945165" y="4166701"/>
            <a:ext cx="6317616" cy="1554480"/>
            <a:chOff x="2937192" y="2651760"/>
            <a:chExt cx="6317616" cy="1554480"/>
          </a:xfrm>
        </p:grpSpPr>
        <p:grpSp>
          <p:nvGrpSpPr>
            <p:cNvPr id="25" name="Group 24">
              <a:extLst>
                <a:ext uri="{FF2B5EF4-FFF2-40B4-BE49-F238E27FC236}">
                  <a16:creationId xmlns:a16="http://schemas.microsoft.com/office/drawing/2014/main" id="{75C33D07-BBCC-8D02-2F53-17367C29E947}"/>
                </a:ext>
              </a:extLst>
            </p:cNvPr>
            <p:cNvGrpSpPr/>
            <p:nvPr/>
          </p:nvGrpSpPr>
          <p:grpSpPr>
            <a:xfrm>
              <a:off x="4727257" y="2917190"/>
              <a:ext cx="952500" cy="304800"/>
              <a:chOff x="523874" y="28575"/>
              <a:chExt cx="952500" cy="304800"/>
            </a:xfrm>
          </p:grpSpPr>
          <p:sp>
            <p:nvSpPr>
              <p:cNvPr id="43" name="Rectangle 42">
                <a:extLst>
                  <a:ext uri="{FF2B5EF4-FFF2-40B4-BE49-F238E27FC236}">
                    <a16:creationId xmlns:a16="http://schemas.microsoft.com/office/drawing/2014/main" id="{983A04F5-A004-B6D9-3EF0-78211965BA23}"/>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8273732" y="2714625"/>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4587557" y="332676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RR transaction?</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2937192" y="265176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4" name="Slide Number Placeholder 3">
            <a:extLst>
              <a:ext uri="{FF2B5EF4-FFF2-40B4-BE49-F238E27FC236}">
                <a16:creationId xmlns:a16="http://schemas.microsoft.com/office/drawing/2014/main" id="{22787987-032A-5572-DEF9-4A6B94EF61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2600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29380" y="1857513"/>
            <a:ext cx="4179346" cy="26228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purchase receiving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Slide Number Placeholder 12">
            <a:extLst>
              <a:ext uri="{FF2B5EF4-FFF2-40B4-BE49-F238E27FC236}">
                <a16:creationId xmlns:a16="http://schemas.microsoft.com/office/drawing/2014/main" id="{2D3514A9-2C6C-1ED2-B4F1-26B26DC435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973D7566-B97C-AAF6-6B27-FEA5D65168BF}"/>
              </a:ext>
            </a:extLst>
          </p:cNvPr>
          <p:cNvGrpSpPr/>
          <p:nvPr/>
        </p:nvGrpSpPr>
        <p:grpSpPr>
          <a:xfrm>
            <a:off x="5191125" y="1951786"/>
            <a:ext cx="6440200" cy="2332990"/>
            <a:chOff x="5171495" y="2046996"/>
            <a:chExt cx="6440200" cy="2332990"/>
          </a:xfrm>
        </p:grpSpPr>
        <p:grpSp>
          <p:nvGrpSpPr>
            <p:cNvPr id="14" name="Group 13">
              <a:extLst>
                <a:ext uri="{FF2B5EF4-FFF2-40B4-BE49-F238E27FC236}">
                  <a16:creationId xmlns:a16="http://schemas.microsoft.com/office/drawing/2014/main" id="{C6529FC9-E8FF-988D-F672-752FA6DAB0AB}"/>
                </a:ext>
              </a:extLst>
            </p:cNvPr>
            <p:cNvGrpSpPr/>
            <p:nvPr/>
          </p:nvGrpSpPr>
          <p:grpSpPr>
            <a:xfrm>
              <a:off x="5171495" y="2046996"/>
              <a:ext cx="6440200" cy="2332990"/>
              <a:chOff x="5171495" y="941067"/>
              <a:chExt cx="6440200" cy="2332990"/>
            </a:xfrm>
          </p:grpSpPr>
          <p:grpSp>
            <p:nvGrpSpPr>
              <p:cNvPr id="21" name="Group 20">
                <a:extLst>
                  <a:ext uri="{FF2B5EF4-FFF2-40B4-BE49-F238E27FC236}">
                    <a16:creationId xmlns:a16="http://schemas.microsoft.com/office/drawing/2014/main" id="{3D9308BF-87C2-0482-FD59-EFCCD16270EF}"/>
                  </a:ext>
                </a:extLst>
              </p:cNvPr>
              <p:cNvGrpSpPr/>
              <p:nvPr/>
            </p:nvGrpSpPr>
            <p:grpSpPr>
              <a:xfrm>
                <a:off x="5365200" y="970444"/>
                <a:ext cx="6246495" cy="1658617"/>
                <a:chOff x="31914" y="203778"/>
                <a:chExt cx="6246768" cy="1659243"/>
              </a:xfrm>
            </p:grpSpPr>
            <p:pic>
              <p:nvPicPr>
                <p:cNvPr id="28" name="Picture 27">
                  <a:extLst>
                    <a:ext uri="{FF2B5EF4-FFF2-40B4-BE49-F238E27FC236}">
                      <a16:creationId xmlns:a16="http://schemas.microsoft.com/office/drawing/2014/main" id="{923BE161-0AED-9629-E98C-5270AF8DC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29" name="Rectangle 28">
                  <a:extLst>
                    <a:ext uri="{FF2B5EF4-FFF2-40B4-BE49-F238E27FC236}">
                      <a16:creationId xmlns:a16="http://schemas.microsoft.com/office/drawing/2014/main" id="{FBAE50D3-2DE3-0C38-E336-B48A1BA5E47D}"/>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371C4211-64F4-7F0A-C7CC-DE12635EC9D3}"/>
                    </a:ext>
                  </a:extLst>
                </p:cNvPr>
                <p:cNvGrpSpPr/>
                <p:nvPr/>
              </p:nvGrpSpPr>
              <p:grpSpPr>
                <a:xfrm>
                  <a:off x="4926412" y="203778"/>
                  <a:ext cx="647700" cy="796655"/>
                  <a:chOff x="306787" y="-291522"/>
                  <a:chExt cx="647700" cy="796655"/>
                </a:xfrm>
              </p:grpSpPr>
              <p:sp>
                <p:nvSpPr>
                  <p:cNvPr id="31" name="Rectangle 30">
                    <a:extLst>
                      <a:ext uri="{FF2B5EF4-FFF2-40B4-BE49-F238E27FC236}">
                        <a16:creationId xmlns:a16="http://schemas.microsoft.com/office/drawing/2014/main" id="{78B6B24D-5D73-613D-3EDA-B7775AB4B8AE}"/>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633B8C67-E70B-F29D-353B-15379C11AA9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756">
                    <a:extLst>
                      <a:ext uri="{FF2B5EF4-FFF2-40B4-BE49-F238E27FC236}">
                        <a16:creationId xmlns:a16="http://schemas.microsoft.com/office/drawing/2014/main" id="{6E861F2D-5DA4-578D-A582-16AAE16C2FB6}"/>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2" name="Group 21">
                <a:extLst>
                  <a:ext uri="{FF2B5EF4-FFF2-40B4-BE49-F238E27FC236}">
                    <a16:creationId xmlns:a16="http://schemas.microsoft.com/office/drawing/2014/main" id="{B8CB635C-9D32-44B7-5309-371CAB468F5F}"/>
                  </a:ext>
                </a:extLst>
              </p:cNvPr>
              <p:cNvGrpSpPr/>
              <p:nvPr/>
            </p:nvGrpSpPr>
            <p:grpSpPr>
              <a:xfrm>
                <a:off x="5171495" y="941067"/>
                <a:ext cx="3176904" cy="2332990"/>
                <a:chOff x="0" y="0"/>
                <a:chExt cx="3177391" cy="2332990"/>
              </a:xfrm>
            </p:grpSpPr>
            <p:sp>
              <p:nvSpPr>
                <p:cNvPr id="24" name="Text Box 749">
                  <a:extLst>
                    <a:ext uri="{FF2B5EF4-FFF2-40B4-BE49-F238E27FC236}">
                      <a16:creationId xmlns:a16="http://schemas.microsoft.com/office/drawing/2014/main" id="{440E66B0-5200-C25E-9082-AFCD96F102BA}"/>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25" name="Picture 24">
                  <a:extLst>
                    <a:ext uri="{FF2B5EF4-FFF2-40B4-BE49-F238E27FC236}">
                      <a16:creationId xmlns:a16="http://schemas.microsoft.com/office/drawing/2014/main" id="{82829CA0-93FF-10D7-7C82-FF5D11DEA8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26" name="Curved Left Arrow 758">
                  <a:extLst>
                    <a:ext uri="{FF2B5EF4-FFF2-40B4-BE49-F238E27FC236}">
                      <a16:creationId xmlns:a16="http://schemas.microsoft.com/office/drawing/2014/main" id="{B3791622-5349-C63D-8A2E-6884447228D7}"/>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757">
                  <a:extLst>
                    <a:ext uri="{FF2B5EF4-FFF2-40B4-BE49-F238E27FC236}">
                      <a16:creationId xmlns:a16="http://schemas.microsoft.com/office/drawing/2014/main" id="{DAA8A896-53E3-E75D-5080-96C071489247}"/>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5" name="Rectangle 14">
              <a:extLst>
                <a:ext uri="{FF2B5EF4-FFF2-40B4-BE49-F238E27FC236}">
                  <a16:creationId xmlns:a16="http://schemas.microsoft.com/office/drawing/2014/main" id="{CFDA45A8-6ADA-1EBA-649C-56EF5C2CBC14}"/>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FA39DC68-E64F-9B46-EFDB-6203FAD61641}"/>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756">
              <a:extLst>
                <a:ext uri="{FF2B5EF4-FFF2-40B4-BE49-F238E27FC236}">
                  <a16:creationId xmlns:a16="http://schemas.microsoft.com/office/drawing/2014/main" id="{4B91DC07-F6CB-71DD-BAD5-4E4269357453}"/>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8" name="Rectangle 17">
              <a:extLst>
                <a:ext uri="{FF2B5EF4-FFF2-40B4-BE49-F238E27FC236}">
                  <a16:creationId xmlns:a16="http://schemas.microsoft.com/office/drawing/2014/main" id="{B2A20140-CC04-95CD-5C49-81BD4089BAB8}"/>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237EB5CB-0672-7478-45B9-9E8B4EB2150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0910F13D-5015-2186-CE52-F1F85700382D}"/>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090907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receiving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receiving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9C69E52B-7D9A-BFBF-CE8D-56C6AB38E7C9}"/>
              </a:ext>
            </a:extLst>
          </p:cNvPr>
          <p:cNvSpPr txBox="1"/>
          <p:nvPr/>
        </p:nvSpPr>
        <p:spPr>
          <a:xfrm>
            <a:off x="785076"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350196" y="1311838"/>
            <a:ext cx="42876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Purchase Receiving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31" name="Picture 30">
            <a:extLst>
              <a:ext uri="{FF2B5EF4-FFF2-40B4-BE49-F238E27FC236}">
                <a16:creationId xmlns:a16="http://schemas.microsoft.com/office/drawing/2014/main" id="{2E677E28-CE82-30C8-DED5-6445A9DE1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8069" y="1310636"/>
            <a:ext cx="6078855" cy="1690370"/>
          </a:xfrm>
          <a:prstGeom prst="rect">
            <a:avLst/>
          </a:prstGeom>
        </p:spPr>
      </p:pic>
      <p:grpSp>
        <p:nvGrpSpPr>
          <p:cNvPr id="34" name="Group 33">
            <a:extLst>
              <a:ext uri="{FF2B5EF4-FFF2-40B4-BE49-F238E27FC236}">
                <a16:creationId xmlns:a16="http://schemas.microsoft.com/office/drawing/2014/main" id="{38DA90B3-A411-CD47-96D7-5114B151432A}"/>
              </a:ext>
            </a:extLst>
          </p:cNvPr>
          <p:cNvGrpSpPr/>
          <p:nvPr/>
        </p:nvGrpSpPr>
        <p:grpSpPr>
          <a:xfrm>
            <a:off x="5390074" y="2155821"/>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39" name="TextBox 38">
            <a:extLst>
              <a:ext uri="{FF2B5EF4-FFF2-40B4-BE49-F238E27FC236}">
                <a16:creationId xmlns:a16="http://schemas.microsoft.com/office/drawing/2014/main" id="{B47009A7-978A-6D25-E310-DE49A7B19067}"/>
              </a:ext>
            </a:extLst>
          </p:cNvPr>
          <p:cNvSpPr txBox="1"/>
          <p:nvPr/>
        </p:nvSpPr>
        <p:spPr>
          <a:xfrm>
            <a:off x="7276683" y="2912835"/>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Receiving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280890" y="605792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Receiving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2" name="Picture 41">
            <a:extLst>
              <a:ext uri="{FF2B5EF4-FFF2-40B4-BE49-F238E27FC236}">
                <a16:creationId xmlns:a16="http://schemas.microsoft.com/office/drawing/2014/main" id="{1A5854F2-9F5F-3B84-B255-6437B57E61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7579" y="3971288"/>
            <a:ext cx="6189345" cy="1543050"/>
          </a:xfrm>
          <a:prstGeom prst="rect">
            <a:avLst/>
          </a:prstGeom>
        </p:spPr>
      </p:pic>
      <p:grpSp>
        <p:nvGrpSpPr>
          <p:cNvPr id="54" name="Group 53">
            <a:extLst>
              <a:ext uri="{FF2B5EF4-FFF2-40B4-BE49-F238E27FC236}">
                <a16:creationId xmlns:a16="http://schemas.microsoft.com/office/drawing/2014/main" id="{CD222A5C-9165-A8AE-F70F-EC3F6260E37E}"/>
              </a:ext>
            </a:extLst>
          </p:cNvPr>
          <p:cNvGrpSpPr/>
          <p:nvPr/>
        </p:nvGrpSpPr>
        <p:grpSpPr>
          <a:xfrm>
            <a:off x="4719934" y="4317804"/>
            <a:ext cx="3989706" cy="1595120"/>
            <a:chOff x="4101147" y="2631440"/>
            <a:chExt cx="3989706" cy="1595120"/>
          </a:xfrm>
        </p:grpSpPr>
        <p:grpSp>
          <p:nvGrpSpPr>
            <p:cNvPr id="43" name="Group 42">
              <a:extLst>
                <a:ext uri="{FF2B5EF4-FFF2-40B4-BE49-F238E27FC236}">
                  <a16:creationId xmlns:a16="http://schemas.microsoft.com/office/drawing/2014/main" id="{6585B4A7-6836-43D7-AFFA-3DDFB7B5E366}"/>
                </a:ext>
              </a:extLst>
            </p:cNvPr>
            <p:cNvGrpSpPr/>
            <p:nvPr/>
          </p:nvGrpSpPr>
          <p:grpSpPr>
            <a:xfrm>
              <a:off x="5891212" y="2937510"/>
              <a:ext cx="952500" cy="304800"/>
              <a:chOff x="523874" y="28575"/>
              <a:chExt cx="952500" cy="304800"/>
            </a:xfrm>
          </p:grpSpPr>
          <p:sp>
            <p:nvSpPr>
              <p:cNvPr id="50" name="Rectangle 49">
                <a:extLst>
                  <a:ext uri="{FF2B5EF4-FFF2-40B4-BE49-F238E27FC236}">
                    <a16:creationId xmlns:a16="http://schemas.microsoft.com/office/drawing/2014/main" id="{73061E06-52DF-BECF-0EC9-D70BA8B7F31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2" name="Straight Arrow Connector 51">
                <a:extLst>
                  <a:ext uri="{FF2B5EF4-FFF2-40B4-BE49-F238E27FC236}">
                    <a16:creationId xmlns:a16="http://schemas.microsoft.com/office/drawing/2014/main" id="{5D2D604A-F19F-52DA-9AC0-1E2B87A8CD1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263">
                <a:extLst>
                  <a:ext uri="{FF2B5EF4-FFF2-40B4-BE49-F238E27FC236}">
                    <a16:creationId xmlns:a16="http://schemas.microsoft.com/office/drawing/2014/main" id="{7FCCB29B-177A-161B-5F2A-D674AF66ADC8}"/>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44" name="Group 43">
              <a:extLst>
                <a:ext uri="{FF2B5EF4-FFF2-40B4-BE49-F238E27FC236}">
                  <a16:creationId xmlns:a16="http://schemas.microsoft.com/office/drawing/2014/main" id="{1F9B4A68-86B9-DF1B-5257-ACC338B6AD6D}"/>
                </a:ext>
              </a:extLst>
            </p:cNvPr>
            <p:cNvGrpSpPr/>
            <p:nvPr/>
          </p:nvGrpSpPr>
          <p:grpSpPr>
            <a:xfrm>
              <a:off x="7109777" y="2631440"/>
              <a:ext cx="981076" cy="304800"/>
              <a:chOff x="333374" y="28575"/>
              <a:chExt cx="981076" cy="304800"/>
            </a:xfrm>
          </p:grpSpPr>
          <p:sp>
            <p:nvSpPr>
              <p:cNvPr id="47" name="Rectangle 46">
                <a:extLst>
                  <a:ext uri="{FF2B5EF4-FFF2-40B4-BE49-F238E27FC236}">
                    <a16:creationId xmlns:a16="http://schemas.microsoft.com/office/drawing/2014/main" id="{F9DF421F-8943-E5B0-9F0B-843DEA99E9BB}"/>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15F73B68-1F94-F6BE-F032-A7A534C1EA1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258">
                <a:extLst>
                  <a:ext uri="{FF2B5EF4-FFF2-40B4-BE49-F238E27FC236}">
                    <a16:creationId xmlns:a16="http://schemas.microsoft.com/office/drawing/2014/main" id="{ED44C67C-DFD4-2F43-4471-14C49574263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45" name="Text Box 241">
              <a:extLst>
                <a:ext uri="{FF2B5EF4-FFF2-40B4-BE49-F238E27FC236}">
                  <a16:creationId xmlns:a16="http://schemas.microsoft.com/office/drawing/2014/main" id="{FCE320A4-386F-A3E3-B10E-996B7E063362}"/>
                </a:ext>
              </a:extLst>
            </p:cNvPr>
            <p:cNvSpPr txBox="1">
              <a:spLocks noChangeArrowheads="1"/>
            </p:cNvSpPr>
            <p:nvPr/>
          </p:nvSpPr>
          <p:spPr bwMode="auto">
            <a:xfrm>
              <a:off x="5751512" y="334708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RR transaction?</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6" name="Text Box 126">
              <a:extLst>
                <a:ext uri="{FF2B5EF4-FFF2-40B4-BE49-F238E27FC236}">
                  <a16:creationId xmlns:a16="http://schemas.microsoft.com/office/drawing/2014/main" id="{0713BF18-B426-0505-D824-10ACB86CD2D8}"/>
                </a:ext>
              </a:extLst>
            </p:cNvPr>
            <p:cNvSpPr txBox="1"/>
            <p:nvPr/>
          </p:nvSpPr>
          <p:spPr>
            <a:xfrm>
              <a:off x="4101147" y="267208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Slide Number Placeholder 3">
            <a:extLst>
              <a:ext uri="{FF2B5EF4-FFF2-40B4-BE49-F238E27FC236}">
                <a16:creationId xmlns:a16="http://schemas.microsoft.com/office/drawing/2014/main" id="{F7CF6503-55FB-AACA-5F57-F2299F3432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2818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Box 2">
            <a:extLst>
              <a:ext uri="{FF2B5EF4-FFF2-40B4-BE49-F238E27FC236}">
                <a16:creationId xmlns:a16="http://schemas.microsoft.com/office/drawing/2014/main" id="{1A3F9E31-7459-0787-C83C-77A9E5AF21C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Receiving</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9" name="Picture 8">
            <a:extLst>
              <a:ext uri="{FF2B5EF4-FFF2-40B4-BE49-F238E27FC236}">
                <a16:creationId xmlns:a16="http://schemas.microsoft.com/office/drawing/2014/main" id="{7221EBDE-AC12-8A93-CB6E-908B9826BFD2}"/>
              </a:ext>
            </a:extLst>
          </p:cNvPr>
          <p:cNvPicPr>
            <a:picLocks noChangeAspect="1"/>
          </p:cNvPicPr>
          <p:nvPr/>
        </p:nvPicPr>
        <p:blipFill>
          <a:blip r:embed="rId3"/>
          <a:stretch>
            <a:fillRect/>
          </a:stretch>
        </p:blipFill>
        <p:spPr>
          <a:xfrm>
            <a:off x="5476369" y="1534754"/>
            <a:ext cx="6322941" cy="2825835"/>
          </a:xfrm>
          <a:prstGeom prst="rect">
            <a:avLst/>
          </a:prstGeom>
        </p:spPr>
      </p:pic>
      <p:sp>
        <p:nvSpPr>
          <p:cNvPr id="6" name="Slide Number Placeholder 5">
            <a:extLst>
              <a:ext uri="{FF2B5EF4-FFF2-40B4-BE49-F238E27FC236}">
                <a16:creationId xmlns:a16="http://schemas.microsoft.com/office/drawing/2014/main" id="{0765E8B5-3833-3CCA-8AE0-81C3C773C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 Box 102">
            <a:extLst>
              <a:ext uri="{FF2B5EF4-FFF2-40B4-BE49-F238E27FC236}">
                <a16:creationId xmlns:a16="http://schemas.microsoft.com/office/drawing/2014/main" id="{E4571DCA-CD7A-258E-B41B-5E7CA6828086}"/>
              </a:ext>
            </a:extLst>
          </p:cNvPr>
          <p:cNvSpPr txBox="1"/>
          <p:nvPr/>
        </p:nvSpPr>
        <p:spPr>
          <a:xfrm>
            <a:off x="549849" y="1561639"/>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purchase receiving – main form will be minimize and the other tab will be visible.</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Shipping tab</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icon parallel to Shipping/ billing address</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You may view or edit the Shipping and Billing Address for the RR transaction. </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5D3E226D-FDEC-A46E-1E05-E4B6C63FFF4A}"/>
              </a:ext>
            </a:extLst>
          </p:cNvPr>
          <p:cNvGrpSpPr/>
          <p:nvPr/>
        </p:nvGrpSpPr>
        <p:grpSpPr>
          <a:xfrm>
            <a:off x="380999" y="4671895"/>
            <a:ext cx="5332798" cy="1682115"/>
            <a:chOff x="5891614" y="735422"/>
            <a:chExt cx="5332798" cy="1682115"/>
          </a:xfrm>
        </p:grpSpPr>
        <p:pic>
          <p:nvPicPr>
            <p:cNvPr id="10" name="Picture 9">
              <a:extLst>
                <a:ext uri="{FF2B5EF4-FFF2-40B4-BE49-F238E27FC236}">
                  <a16:creationId xmlns:a16="http://schemas.microsoft.com/office/drawing/2014/main" id="{22CDC2AC-DA14-3C61-9DFF-3103E938C1DD}"/>
                </a:ext>
              </a:extLst>
            </p:cNvPr>
            <p:cNvPicPr>
              <a:picLocks noChangeAspect="1"/>
            </p:cNvPicPr>
            <p:nvPr/>
          </p:nvPicPr>
          <p:blipFill>
            <a:blip r:embed="rId4"/>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149C5B78-AFD6-1F1E-02F0-9E2E58AF1591}"/>
                </a:ext>
              </a:extLst>
            </p:cNvPr>
            <p:cNvPicPr>
              <a:picLocks noChangeAspect="1"/>
            </p:cNvPicPr>
            <p:nvPr/>
          </p:nvPicPr>
          <p:blipFill>
            <a:blip r:embed="rId5"/>
            <a:srcRect/>
            <a:stretch>
              <a:fillRect/>
            </a:stretch>
          </p:blipFill>
          <p:spPr bwMode="auto">
            <a:xfrm>
              <a:off x="8318584" y="1162142"/>
              <a:ext cx="1795780" cy="1255395"/>
            </a:xfrm>
            <a:prstGeom prst="rect">
              <a:avLst/>
            </a:prstGeom>
            <a:noFill/>
            <a:ln w="9525">
              <a:noFill/>
              <a:miter lim="800000"/>
              <a:headEnd/>
              <a:tailEnd/>
            </a:ln>
          </p:spPr>
        </p:pic>
        <p:grpSp>
          <p:nvGrpSpPr>
            <p:cNvPr id="13" name="Group 2">
              <a:extLst>
                <a:ext uri="{FF2B5EF4-FFF2-40B4-BE49-F238E27FC236}">
                  <a16:creationId xmlns:a16="http://schemas.microsoft.com/office/drawing/2014/main" id="{D67873FC-3940-F873-075B-D45690961169}"/>
                </a:ext>
              </a:extLst>
            </p:cNvPr>
            <p:cNvGrpSpPr>
              <a:grpSpLocks/>
            </p:cNvGrpSpPr>
            <p:nvPr/>
          </p:nvGrpSpPr>
          <p:grpSpPr bwMode="auto">
            <a:xfrm>
              <a:off x="10019500" y="879237"/>
              <a:ext cx="1204912" cy="504825"/>
              <a:chOff x="8538" y="13287"/>
              <a:chExt cx="1898" cy="796"/>
            </a:xfrm>
          </p:grpSpPr>
          <p:sp>
            <p:nvSpPr>
              <p:cNvPr id="15" name="Rectangle 3">
                <a:extLst>
                  <a:ext uri="{FF2B5EF4-FFF2-40B4-BE49-F238E27FC236}">
                    <a16:creationId xmlns:a16="http://schemas.microsoft.com/office/drawing/2014/main" id="{A4C828AF-D9B7-224A-ABB9-88D925259797}"/>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utoShape 4">
                <a:extLst>
                  <a:ext uri="{FF2B5EF4-FFF2-40B4-BE49-F238E27FC236}">
                    <a16:creationId xmlns:a16="http://schemas.microsoft.com/office/drawing/2014/main" id="{7567ADCE-FAAF-03C3-8B41-CF1A8B48E003}"/>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5">
                <a:extLst>
                  <a:ext uri="{FF2B5EF4-FFF2-40B4-BE49-F238E27FC236}">
                    <a16:creationId xmlns:a16="http://schemas.microsoft.com/office/drawing/2014/main" id="{17920109-C35D-7F89-81AB-AC355D118954}"/>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4" name="Text Box 6">
              <a:extLst>
                <a:ext uri="{FF2B5EF4-FFF2-40B4-BE49-F238E27FC236}">
                  <a16:creationId xmlns:a16="http://schemas.microsoft.com/office/drawing/2014/main" id="{4E4D8E85-3A7E-323A-599C-CEF1B04DD230}"/>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upload document?</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document you want to upload.</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 name="TextBox 17">
            <a:extLst>
              <a:ext uri="{FF2B5EF4-FFF2-40B4-BE49-F238E27FC236}">
                <a16:creationId xmlns:a16="http://schemas.microsoft.com/office/drawing/2014/main" id="{4E9A7810-A520-E2FC-CBF1-824BB7A7C179}"/>
              </a:ext>
            </a:extLst>
          </p:cNvPr>
          <p:cNvSpPr txBox="1"/>
          <p:nvPr/>
        </p:nvSpPr>
        <p:spPr>
          <a:xfrm>
            <a:off x="7110375"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413795682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1064</Words>
  <Application>Microsoft Office PowerPoint</Application>
  <PresentationFormat>Widescreen</PresentationFormat>
  <Paragraphs>142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3</cp:revision>
  <dcterms:created xsi:type="dcterms:W3CDTF">2023-01-10T04:10:17Z</dcterms:created>
  <dcterms:modified xsi:type="dcterms:W3CDTF">2023-01-10T04:12:32Z</dcterms:modified>
</cp:coreProperties>
</file>