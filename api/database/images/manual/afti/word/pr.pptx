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90" r:id="rId2"/>
    <p:sldId id="391" r:id="rId3"/>
    <p:sldId id="392" r:id="rId4"/>
    <p:sldId id="393" r:id="rId5"/>
    <p:sldId id="394" r:id="rId6"/>
    <p:sldId id="395" r:id="rId7"/>
    <p:sldId id="398" r:id="rId8"/>
    <p:sldId id="399" r:id="rId9"/>
    <p:sldId id="400" r:id="rId10"/>
    <p:sldId id="40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69134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9771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20114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95958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9776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51605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649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58162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1219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96133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378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999867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Purchase Requisition</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module where purchase request per department is recorded</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E49D579-2A8C-5770-6043-7725396675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7326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Purchase Requisition module under Purchases, Purchase Requisition transactions list will display based on filtered date and status in the purchase requisition main </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2" y="4005530"/>
            <a:ext cx="2743199"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Requisition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Slide Number Placeholder 9">
            <a:extLst>
              <a:ext uri="{FF2B5EF4-FFF2-40B4-BE49-F238E27FC236}">
                <a16:creationId xmlns:a16="http://schemas.microsoft.com/office/drawing/2014/main" id="{5F96E4AE-0F17-4B13-DD8D-4AAF86D370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B77D9DAF-BD5C-D7B5-4218-00CC73EB1300}"/>
              </a:ext>
            </a:extLst>
          </p:cNvPr>
          <p:cNvGrpSpPr/>
          <p:nvPr/>
        </p:nvGrpSpPr>
        <p:grpSpPr>
          <a:xfrm>
            <a:off x="5374888" y="2171050"/>
            <a:ext cx="6262523" cy="1627806"/>
            <a:chOff x="5374888" y="2171050"/>
            <a:chExt cx="6262523" cy="1627806"/>
          </a:xfrm>
        </p:grpSpPr>
        <p:pic>
          <p:nvPicPr>
            <p:cNvPr id="9" name="Picture 8">
              <a:extLst>
                <a:ext uri="{FF2B5EF4-FFF2-40B4-BE49-F238E27FC236}">
                  <a16:creationId xmlns:a16="http://schemas.microsoft.com/office/drawing/2014/main" id="{63638A44-B42B-6E0E-1CA9-3565504581E1}"/>
                </a:ext>
              </a:extLst>
            </p:cNvPr>
            <p:cNvPicPr>
              <a:picLocks noChangeAspect="1"/>
            </p:cNvPicPr>
            <p:nvPr/>
          </p:nvPicPr>
          <p:blipFill>
            <a:blip r:embed="rId3"/>
            <a:srcRect/>
            <a:stretch>
              <a:fillRect/>
            </a:stretch>
          </p:blipFill>
          <p:spPr bwMode="auto">
            <a:xfrm>
              <a:off x="5374888" y="2171050"/>
              <a:ext cx="6189345" cy="1619250"/>
            </a:xfrm>
            <a:prstGeom prst="rect">
              <a:avLst/>
            </a:prstGeom>
            <a:noFill/>
            <a:ln w="9525">
              <a:noFill/>
              <a:miter lim="800000"/>
              <a:headEnd/>
              <a:tailEnd/>
            </a:ln>
          </p:spPr>
        </p:pic>
        <p:sp>
          <p:nvSpPr>
            <p:cNvPr id="13" name="Rectangle 1324">
              <a:extLst>
                <a:ext uri="{FF2B5EF4-FFF2-40B4-BE49-F238E27FC236}">
                  <a16:creationId xmlns:a16="http://schemas.microsoft.com/office/drawing/2014/main" id="{8034C227-C78D-BCC3-2DA4-7B2C6771EDC0}"/>
                </a:ext>
              </a:extLst>
            </p:cNvPr>
            <p:cNvSpPr>
              <a:spLocks noChangeArrowheads="1"/>
            </p:cNvSpPr>
            <p:nvPr/>
          </p:nvSpPr>
          <p:spPr bwMode="auto">
            <a:xfrm>
              <a:off x="5489023" y="2965418"/>
              <a:ext cx="885825"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1328">
              <a:extLst>
                <a:ext uri="{FF2B5EF4-FFF2-40B4-BE49-F238E27FC236}">
                  <a16:creationId xmlns:a16="http://schemas.microsoft.com/office/drawing/2014/main" id="{7B28A60D-AC53-97EA-3215-DA2DFE66C775}"/>
                </a:ext>
              </a:extLst>
            </p:cNvPr>
            <p:cNvSpPr>
              <a:spLocks noChangeArrowheads="1"/>
            </p:cNvSpPr>
            <p:nvPr/>
          </p:nvSpPr>
          <p:spPr bwMode="auto">
            <a:xfrm>
              <a:off x="6501848" y="3044793"/>
              <a:ext cx="5135563" cy="754063"/>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31" name="Straight Arrow Connector 1329">
              <a:extLst>
                <a:ext uri="{FF2B5EF4-FFF2-40B4-BE49-F238E27FC236}">
                  <a16:creationId xmlns:a16="http://schemas.microsoft.com/office/drawing/2014/main" id="{94216312-EDA4-97F0-D92F-81530AF4E627}"/>
                </a:ext>
              </a:extLst>
            </p:cNvPr>
            <p:cNvCxnSpPr>
              <a:cxnSpLocks noChangeShapeType="1"/>
            </p:cNvCxnSpPr>
            <p:nvPr/>
          </p:nvCxnSpPr>
          <p:spPr bwMode="auto">
            <a:xfrm>
              <a:off x="6374848" y="3116231"/>
              <a:ext cx="136525" cy="46037"/>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496333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DC1EC9-D1D4-1609-ACCF-5FB15BBC1543}"/>
              </a:ext>
            </a:extLst>
          </p:cNvPr>
          <p:cNvPicPr>
            <a:picLocks noChangeAspect="1"/>
          </p:cNvPicPr>
          <p:nvPr/>
        </p:nvPicPr>
        <p:blipFill>
          <a:blip r:embed="rId2"/>
          <a:srcRect/>
          <a:stretch>
            <a:fillRect/>
          </a:stretch>
        </p:blipFill>
        <p:spPr bwMode="auto">
          <a:xfrm>
            <a:off x="5323782" y="2554196"/>
            <a:ext cx="6189345" cy="2724150"/>
          </a:xfrm>
          <a:prstGeom prst="rect">
            <a:avLst/>
          </a:prstGeom>
          <a:noFill/>
          <a:ln w="9525">
            <a:noFill/>
            <a:miter lim="800000"/>
            <a:headEnd/>
            <a:tailEnd/>
          </a:ln>
        </p:spPr>
      </p:pic>
      <p:pic>
        <p:nvPicPr>
          <p:cNvPr id="4" name="Picture 3">
            <a:extLst>
              <a:ext uri="{FF2B5EF4-FFF2-40B4-BE49-F238E27FC236}">
                <a16:creationId xmlns:a16="http://schemas.microsoft.com/office/drawing/2014/main" id="{8580CFDC-7269-D26F-BF3B-55D762189B08}"/>
              </a:ext>
            </a:extLst>
          </p:cNvPr>
          <p:cNvPicPr>
            <a:picLocks noChangeAspect="1"/>
          </p:cNvPicPr>
          <p:nvPr/>
        </p:nvPicPr>
        <p:blipFill>
          <a:blip r:embed="rId3"/>
          <a:stretch>
            <a:fillRect/>
          </a:stretch>
        </p:blipFill>
        <p:spPr>
          <a:xfrm>
            <a:off x="5277928" y="935791"/>
            <a:ext cx="5823585" cy="962025"/>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Purchase Requisition – Main Window, you will notice a create button in the upper left of the window. Click the create button and you will be redirect in purchase requisition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a:ea typeface="Times New Roman" panose="02020603050405020304" pitchFamily="18" charset="0"/>
                <a:cs typeface="Times New Roman" panose="02020603050405020304" pitchFamily="18" charset="0"/>
              </a:rPr>
              <a:t>After you click the create button a dialog box will pop out with a list of departments. Search and select a department</a:t>
            </a:r>
            <a:r>
              <a:rPr kumimoji="0" lang="en-US" sz="1800" b="0" i="0" u="none" strike="noStrike" kern="1200" cap="none" spc="0" normalizeH="0" baseline="0" noProof="0" dirty="0">
                <a:ln>
                  <a:noFill/>
                </a:ln>
                <a:solidFill>
                  <a:prstClr val="black"/>
                </a:solidFill>
                <a:effectLst/>
                <a:uLnTx/>
                <a:uFillTx/>
                <a:latin typeface="Chivo Light" panose="020B0303030202020804"/>
                <a:ea typeface="Times New Roman" panose="02020603050405020304" pitchFamily="18" charset="0"/>
                <a:cs typeface="Times New Roman" panose="02020603050405020304" pitchFamily="18" charset="0"/>
              </a:rPr>
              <a:t>.</a:t>
            </a:r>
            <a:endParaRPr kumimoji="0" lang="en-PH"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a:ea typeface="Times New Roman" panose="02020603050405020304" pitchFamily="18" charset="0"/>
                <a:cs typeface="Times New Roman" panose="02020603050405020304" pitchFamily="18" charset="0"/>
              </a:rPr>
              <a:t>After you select a department, you will be redirect in purchase requisition – main form where you will encode other necessary information of the transaction and record the requested item/s.</a:t>
            </a:r>
            <a:endParaRPr kumimoji="0" lang="en-PH" sz="1200" b="0" i="0" u="none" strike="noStrike" kern="1200" cap="none" spc="0" normalizeH="0" baseline="0" noProof="0" dirty="0">
              <a:ln>
                <a:noFill/>
              </a:ln>
              <a:solidFill>
                <a:prstClr val="black"/>
              </a:solidFill>
              <a:effectLst/>
              <a:uLnTx/>
              <a:uFillTx/>
              <a:latin typeface="Chivo Light" panose="020B0303030202020804"/>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25" name="Group 24">
            <a:extLst>
              <a:ext uri="{FF2B5EF4-FFF2-40B4-BE49-F238E27FC236}">
                <a16:creationId xmlns:a16="http://schemas.microsoft.com/office/drawing/2014/main" id="{E12B8E5E-23AA-A9CE-E808-3FE7F53A70A7}"/>
              </a:ext>
            </a:extLst>
          </p:cNvPr>
          <p:cNvGrpSpPr/>
          <p:nvPr/>
        </p:nvGrpSpPr>
        <p:grpSpPr>
          <a:xfrm>
            <a:off x="5866397" y="3061149"/>
            <a:ext cx="5417606" cy="487667"/>
            <a:chOff x="-4022452" y="183411"/>
            <a:chExt cx="5604479" cy="566324"/>
          </a:xfrm>
        </p:grpSpPr>
        <p:sp>
          <p:nvSpPr>
            <p:cNvPr id="26" name="Rectangle 25">
              <a:extLst>
                <a:ext uri="{FF2B5EF4-FFF2-40B4-BE49-F238E27FC236}">
                  <a16:creationId xmlns:a16="http://schemas.microsoft.com/office/drawing/2014/main" id="{86015986-FC03-0126-EB50-1626EF672FB2}"/>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3C0564F-020E-9895-5014-7ED3423CD925}"/>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1">
              <a:extLst>
                <a:ext uri="{FF2B5EF4-FFF2-40B4-BE49-F238E27FC236}">
                  <a16:creationId xmlns:a16="http://schemas.microsoft.com/office/drawing/2014/main" id="{62956CA3-4475-EF73-4DBF-396E94CF1D63}"/>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6" name="Slide Number Placeholder 5">
            <a:extLst>
              <a:ext uri="{FF2B5EF4-FFF2-40B4-BE49-F238E27FC236}">
                <a16:creationId xmlns:a16="http://schemas.microsoft.com/office/drawing/2014/main" id="{4C71E95C-62EA-FE7B-70A4-6AE442CF61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F87B9112-025A-B078-7C04-515533DD512A}"/>
              </a:ext>
            </a:extLst>
          </p:cNvPr>
          <p:cNvGrpSpPr/>
          <p:nvPr/>
        </p:nvGrpSpPr>
        <p:grpSpPr>
          <a:xfrm>
            <a:off x="5284540" y="1197789"/>
            <a:ext cx="1209675" cy="276225"/>
            <a:chOff x="0" y="0"/>
            <a:chExt cx="1209675" cy="276225"/>
          </a:xfrm>
        </p:grpSpPr>
        <p:sp>
          <p:nvSpPr>
            <p:cNvPr id="17" name="Rectangle 16">
              <a:extLst>
                <a:ext uri="{FF2B5EF4-FFF2-40B4-BE49-F238E27FC236}">
                  <a16:creationId xmlns:a16="http://schemas.microsoft.com/office/drawing/2014/main" id="{9DA685AF-C52A-B2B4-19A0-532C143B8EE4}"/>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845EFC0F-43C9-77D2-0646-08169B8256D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2">
              <a:extLst>
                <a:ext uri="{FF2B5EF4-FFF2-40B4-BE49-F238E27FC236}">
                  <a16:creationId xmlns:a16="http://schemas.microsoft.com/office/drawing/2014/main" id="{F1C6BAA9-A1E9-8390-9944-A049B1D4F40A}"/>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spTree>
    <p:extLst>
      <p:ext uri="{BB962C8B-B14F-4D97-AF65-F5344CB8AC3E}">
        <p14:creationId xmlns:p14="http://schemas.microsoft.com/office/powerpoint/2010/main" val="1425994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32075" y="1665136"/>
            <a:ext cx="4162646" cy="424868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the fields that are needed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Click warehouse lookup to change the default warehouse if needed.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Click purchase type lookup to tag what type of purchase is the transaction recorded.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Fill in other necessary information.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4.5</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add the request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Click add item button to select an items. If you know the barcode, click the quick add button instead.</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E1AFCE2B-C0D7-99D2-948E-A193F72772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60" name="Group 59">
            <a:extLst>
              <a:ext uri="{FF2B5EF4-FFF2-40B4-BE49-F238E27FC236}">
                <a16:creationId xmlns:a16="http://schemas.microsoft.com/office/drawing/2014/main" id="{9D2C99FC-29F5-8C0C-53A1-950BC00D2DE2}"/>
              </a:ext>
            </a:extLst>
          </p:cNvPr>
          <p:cNvGrpSpPr/>
          <p:nvPr/>
        </p:nvGrpSpPr>
        <p:grpSpPr>
          <a:xfrm>
            <a:off x="4976494" y="1157362"/>
            <a:ext cx="6640581" cy="2784230"/>
            <a:chOff x="4957444" y="1379386"/>
            <a:chExt cx="6640581" cy="2784230"/>
          </a:xfrm>
        </p:grpSpPr>
        <p:pic>
          <p:nvPicPr>
            <p:cNvPr id="17" name="Picture 16">
              <a:extLst>
                <a:ext uri="{FF2B5EF4-FFF2-40B4-BE49-F238E27FC236}">
                  <a16:creationId xmlns:a16="http://schemas.microsoft.com/office/drawing/2014/main" id="{54AA15A1-6E9A-8907-F857-7FC80436058A}"/>
                </a:ext>
              </a:extLst>
            </p:cNvPr>
            <p:cNvPicPr>
              <a:picLocks noChangeAspect="1"/>
            </p:cNvPicPr>
            <p:nvPr/>
          </p:nvPicPr>
          <p:blipFill>
            <a:blip r:embed="rId2"/>
            <a:stretch>
              <a:fillRect/>
            </a:stretch>
          </p:blipFill>
          <p:spPr>
            <a:xfrm>
              <a:off x="5721100" y="1379386"/>
              <a:ext cx="5819775" cy="2600325"/>
            </a:xfrm>
            <a:prstGeom prst="rect">
              <a:avLst/>
            </a:prstGeom>
          </p:spPr>
        </p:pic>
        <p:pic>
          <p:nvPicPr>
            <p:cNvPr id="26" name="Picture 25">
              <a:extLst>
                <a:ext uri="{FF2B5EF4-FFF2-40B4-BE49-F238E27FC236}">
                  <a16:creationId xmlns:a16="http://schemas.microsoft.com/office/drawing/2014/main" id="{B18E5531-86A1-B276-4608-E174E8FCB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3263" y="1857084"/>
              <a:ext cx="704762" cy="314286"/>
            </a:xfrm>
            <a:prstGeom prst="rect">
              <a:avLst/>
            </a:prstGeom>
          </p:spPr>
        </p:pic>
        <p:sp>
          <p:nvSpPr>
            <p:cNvPr id="27" name="Rectangle 1198">
              <a:extLst>
                <a:ext uri="{FF2B5EF4-FFF2-40B4-BE49-F238E27FC236}">
                  <a16:creationId xmlns:a16="http://schemas.microsoft.com/office/drawing/2014/main" id="{8798A6EF-A951-E28C-2F16-78636ECF2EA3}"/>
                </a:ext>
              </a:extLst>
            </p:cNvPr>
            <p:cNvSpPr>
              <a:spLocks noChangeArrowheads="1"/>
            </p:cNvSpPr>
            <p:nvPr/>
          </p:nvSpPr>
          <p:spPr bwMode="auto">
            <a:xfrm>
              <a:off x="10478926" y="1866609"/>
              <a:ext cx="414337" cy="241281"/>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Box 1203">
              <a:extLst>
                <a:ext uri="{FF2B5EF4-FFF2-40B4-BE49-F238E27FC236}">
                  <a16:creationId xmlns:a16="http://schemas.microsoft.com/office/drawing/2014/main" id="{2491685F-17EB-28C7-C53D-C5267BC8BADD}"/>
                </a:ext>
              </a:extLst>
            </p:cNvPr>
            <p:cNvSpPr txBox="1">
              <a:spLocks noChangeArrowheads="1"/>
            </p:cNvSpPr>
            <p:nvPr/>
          </p:nvSpPr>
          <p:spPr bwMode="auto">
            <a:xfrm>
              <a:off x="10285207" y="2520597"/>
              <a:ext cx="960437"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4.1 to 4.4</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1" name="Text Box 1202">
              <a:extLst>
                <a:ext uri="{FF2B5EF4-FFF2-40B4-BE49-F238E27FC236}">
                  <a16:creationId xmlns:a16="http://schemas.microsoft.com/office/drawing/2014/main" id="{49679537-8D88-E279-FB22-E865A2F594C3}"/>
                </a:ext>
              </a:extLst>
            </p:cNvPr>
            <p:cNvSpPr txBox="1">
              <a:spLocks noChangeArrowheads="1"/>
            </p:cNvSpPr>
            <p:nvPr/>
          </p:nvSpPr>
          <p:spPr bwMode="auto">
            <a:xfrm>
              <a:off x="4981188" y="1974540"/>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Header</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2" name="Rectangle 1201">
              <a:extLst>
                <a:ext uri="{FF2B5EF4-FFF2-40B4-BE49-F238E27FC236}">
                  <a16:creationId xmlns:a16="http://schemas.microsoft.com/office/drawing/2014/main" id="{829509FD-4461-6AC3-7CFF-EE7D2497C534}"/>
                </a:ext>
              </a:extLst>
            </p:cNvPr>
            <p:cNvSpPr>
              <a:spLocks noChangeArrowheads="1"/>
            </p:cNvSpPr>
            <p:nvPr/>
          </p:nvSpPr>
          <p:spPr bwMode="auto">
            <a:xfrm>
              <a:off x="5775075" y="2141403"/>
              <a:ext cx="5822950" cy="1098550"/>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Box 1208">
              <a:extLst>
                <a:ext uri="{FF2B5EF4-FFF2-40B4-BE49-F238E27FC236}">
                  <a16:creationId xmlns:a16="http://schemas.microsoft.com/office/drawing/2014/main" id="{F408709E-A580-85C7-F4AE-BEB25E621468}"/>
                </a:ext>
              </a:extLst>
            </p:cNvPr>
            <p:cNvSpPr txBox="1">
              <a:spLocks noChangeArrowheads="1"/>
            </p:cNvSpPr>
            <p:nvPr/>
          </p:nvSpPr>
          <p:spPr bwMode="auto">
            <a:xfrm>
              <a:off x="4957444" y="3553184"/>
              <a:ext cx="787400"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Stock</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4" name="Rectangle 1207">
              <a:extLst>
                <a:ext uri="{FF2B5EF4-FFF2-40B4-BE49-F238E27FC236}">
                  <a16:creationId xmlns:a16="http://schemas.microsoft.com/office/drawing/2014/main" id="{95EB3EA7-82C1-ACC8-3C03-3AC47A1FF67A}"/>
                </a:ext>
              </a:extLst>
            </p:cNvPr>
            <p:cNvSpPr>
              <a:spLocks noChangeArrowheads="1"/>
            </p:cNvSpPr>
            <p:nvPr/>
          </p:nvSpPr>
          <p:spPr bwMode="auto">
            <a:xfrm>
              <a:off x="5746500" y="3352404"/>
              <a:ext cx="5822950" cy="811212"/>
            </a:xfrm>
            <a:prstGeom prst="rect">
              <a:avLst/>
            </a:prstGeom>
            <a:noFill/>
            <a:ln w="19050">
              <a:solidFill>
                <a:srgbClr val="4472C4"/>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1198">
              <a:extLst>
                <a:ext uri="{FF2B5EF4-FFF2-40B4-BE49-F238E27FC236}">
                  <a16:creationId xmlns:a16="http://schemas.microsoft.com/office/drawing/2014/main" id="{6D806365-9FD5-2581-3FBB-9E1F348CC106}"/>
                </a:ext>
              </a:extLst>
            </p:cNvPr>
            <p:cNvSpPr>
              <a:spLocks noChangeArrowheads="1"/>
            </p:cNvSpPr>
            <p:nvPr/>
          </p:nvSpPr>
          <p:spPr bwMode="auto">
            <a:xfrm>
              <a:off x="8840626" y="3403631"/>
              <a:ext cx="655799" cy="241281"/>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Rectangle 1198">
              <a:extLst>
                <a:ext uri="{FF2B5EF4-FFF2-40B4-BE49-F238E27FC236}">
                  <a16:creationId xmlns:a16="http://schemas.microsoft.com/office/drawing/2014/main" id="{53D2EA84-C2C4-39DD-B3DB-691043D26198}"/>
                </a:ext>
              </a:extLst>
            </p:cNvPr>
            <p:cNvSpPr>
              <a:spLocks noChangeArrowheads="1"/>
            </p:cNvSpPr>
            <p:nvPr/>
          </p:nvSpPr>
          <p:spPr bwMode="auto">
            <a:xfrm>
              <a:off x="9534525" y="3403631"/>
              <a:ext cx="655799" cy="241281"/>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Box 545">
              <a:extLst>
                <a:ext uri="{FF2B5EF4-FFF2-40B4-BE49-F238E27FC236}">
                  <a16:creationId xmlns:a16="http://schemas.microsoft.com/office/drawing/2014/main" id="{8BC7C7F6-744D-BD99-A770-CC12638AB2AF}"/>
                </a:ext>
              </a:extLst>
            </p:cNvPr>
            <p:cNvSpPr txBox="1"/>
            <p:nvPr/>
          </p:nvSpPr>
          <p:spPr>
            <a:xfrm>
              <a:off x="9266375" y="3810260"/>
              <a:ext cx="460100" cy="26140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cxnSp>
          <p:nvCxnSpPr>
            <p:cNvPr id="54" name="Straight Arrow Connector 53">
              <a:extLst>
                <a:ext uri="{FF2B5EF4-FFF2-40B4-BE49-F238E27FC236}">
                  <a16:creationId xmlns:a16="http://schemas.microsoft.com/office/drawing/2014/main" id="{F1A237D8-25AD-91EE-680A-FB07814A99F5}"/>
                </a:ext>
              </a:extLst>
            </p:cNvPr>
            <p:cNvCxnSpPr>
              <a:cxnSpLocks/>
            </p:cNvCxnSpPr>
            <p:nvPr/>
          </p:nvCxnSpPr>
          <p:spPr>
            <a:xfrm>
              <a:off x="9266375" y="3664866"/>
              <a:ext cx="230050" cy="1263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C7645E8F-7ECF-D3B8-3C37-0305C7D4CB7D}"/>
                </a:ext>
              </a:extLst>
            </p:cNvPr>
            <p:cNvCxnSpPr>
              <a:cxnSpLocks/>
              <a:endCxn id="53" idx="0"/>
            </p:cNvCxnSpPr>
            <p:nvPr/>
          </p:nvCxnSpPr>
          <p:spPr>
            <a:xfrm flipH="1">
              <a:off x="9496425" y="3601242"/>
              <a:ext cx="354506" cy="2090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pic>
        <p:nvPicPr>
          <p:cNvPr id="59" name="Picture 58">
            <a:extLst>
              <a:ext uri="{FF2B5EF4-FFF2-40B4-BE49-F238E27FC236}">
                <a16:creationId xmlns:a16="http://schemas.microsoft.com/office/drawing/2014/main" id="{98D15CE9-7838-DE11-98FA-D222314A7885}"/>
              </a:ext>
            </a:extLst>
          </p:cNvPr>
          <p:cNvPicPr>
            <a:picLocks noChangeAspect="1"/>
          </p:cNvPicPr>
          <p:nvPr/>
        </p:nvPicPr>
        <p:blipFill>
          <a:blip r:embed="rId4"/>
          <a:srcRect/>
          <a:stretch>
            <a:fillRect/>
          </a:stretch>
        </p:blipFill>
        <p:spPr bwMode="auto">
          <a:xfrm>
            <a:off x="6583201" y="4106225"/>
            <a:ext cx="4552950" cy="2466340"/>
          </a:xfrm>
          <a:prstGeom prst="rect">
            <a:avLst/>
          </a:prstGeom>
          <a:noFill/>
          <a:ln w="9525">
            <a:noFill/>
            <a:miter lim="800000"/>
            <a:headEnd/>
            <a:tailEnd/>
          </a:ln>
        </p:spPr>
      </p:pic>
      <p:sp>
        <p:nvSpPr>
          <p:cNvPr id="62" name="Text Box 13">
            <a:extLst>
              <a:ext uri="{FF2B5EF4-FFF2-40B4-BE49-F238E27FC236}">
                <a16:creationId xmlns:a16="http://schemas.microsoft.com/office/drawing/2014/main" id="{BA8F67E9-E645-634D-8F1E-574F2F39E08C}"/>
              </a:ext>
            </a:extLst>
          </p:cNvPr>
          <p:cNvSpPr txBox="1">
            <a:spLocks noChangeArrowheads="1"/>
          </p:cNvSpPr>
          <p:nvPr/>
        </p:nvSpPr>
        <p:spPr bwMode="auto">
          <a:xfrm>
            <a:off x="7742825" y="5213415"/>
            <a:ext cx="3041650" cy="1169987"/>
          </a:xfrm>
          <a:prstGeom prst="rect">
            <a:avLst/>
          </a:prstGeom>
          <a:solidFill>
            <a:srgbClr val="FFF2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defRPr/>
            </a:pPr>
            <a:r>
              <a:rPr kumimoji="0" lang="en-PH" altLang="en-US" sz="1200" b="0" i="1" u="none" strike="noStrike" kern="1200" cap="none" spc="0" normalizeH="0" baseline="0" noProof="0" dirty="0">
                <a:ln>
                  <a:noFill/>
                </a:ln>
                <a:solidFill>
                  <a:srgbClr val="385623"/>
                </a:solidFill>
                <a:effectLst/>
                <a:uLnTx/>
                <a:uFillTx/>
                <a:latin typeface="Calibri" panose="020F0502020204030204" pitchFamily="34" charset="0"/>
                <a:ea typeface="+mn-ea"/>
                <a:cs typeface="+mn-cs"/>
              </a:rPr>
              <a:t>How to search item?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1. Click item group lookup and select item group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2. Enter in the search bar item you want to select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PH" alt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3. Select the item</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3" name="Rectangle 14">
            <a:extLst>
              <a:ext uri="{FF2B5EF4-FFF2-40B4-BE49-F238E27FC236}">
                <a16:creationId xmlns:a16="http://schemas.microsoft.com/office/drawing/2014/main" id="{A9720320-46EF-3AB2-B6CC-19D38D06EE3E}"/>
              </a:ext>
            </a:extLst>
          </p:cNvPr>
          <p:cNvSpPr>
            <a:spLocks noChangeArrowheads="1"/>
          </p:cNvSpPr>
          <p:nvPr/>
        </p:nvSpPr>
        <p:spPr bwMode="auto">
          <a:xfrm>
            <a:off x="6687131" y="4481067"/>
            <a:ext cx="1435100" cy="2555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Rectangle 15">
            <a:extLst>
              <a:ext uri="{FF2B5EF4-FFF2-40B4-BE49-F238E27FC236}">
                <a16:creationId xmlns:a16="http://schemas.microsoft.com/office/drawing/2014/main" id="{0CAF3EDA-A602-4E0C-35E8-F05FF49C6534}"/>
              </a:ext>
            </a:extLst>
          </p:cNvPr>
          <p:cNvSpPr>
            <a:spLocks noChangeArrowheads="1"/>
          </p:cNvSpPr>
          <p:nvPr/>
        </p:nvSpPr>
        <p:spPr bwMode="auto">
          <a:xfrm>
            <a:off x="6687131" y="4757183"/>
            <a:ext cx="4327525" cy="3397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5637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376077"/>
            <a:ext cx="4485925" cy="224624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 Follow the steps on how to add item details.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you click the add to cart button, item will be temporarily be added in the cart.</a:t>
            </a: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If you wish to add more items, search and select the item and follow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the steps on how to add item details.</a:t>
            </a: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6" name="Slide Number Placeholder 5">
            <a:extLst>
              <a:ext uri="{FF2B5EF4-FFF2-40B4-BE49-F238E27FC236}">
                <a16:creationId xmlns:a16="http://schemas.microsoft.com/office/drawing/2014/main" id="{7F0E0732-CBFD-6F94-E6D1-46AD33FC9D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E5E209D-AF50-FB35-6FB8-FFE62E4A87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22836" y="3429000"/>
            <a:ext cx="2742857" cy="1476190"/>
          </a:xfrm>
          <a:prstGeom prst="rect">
            <a:avLst/>
          </a:prstGeom>
        </p:spPr>
      </p:pic>
    </p:spTree>
    <p:extLst>
      <p:ext uri="{BB962C8B-B14F-4D97-AF65-F5344CB8AC3E}">
        <p14:creationId xmlns:p14="http://schemas.microsoft.com/office/powerpoint/2010/main" val="267629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325860" y="2414636"/>
            <a:ext cx="4179346" cy="206582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add the items in purchase requisition – main window, click the cart button and click accept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8</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9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In header, click post button</a:t>
            </a: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92784" y="155722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6" name="Slide Number Placeholder 5">
            <a:extLst>
              <a:ext uri="{FF2B5EF4-FFF2-40B4-BE49-F238E27FC236}">
                <a16:creationId xmlns:a16="http://schemas.microsoft.com/office/drawing/2014/main" id="{F855B2FF-1475-9DE2-4642-C0AC4FADBD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222776D-7B5B-9E3F-2D61-9D0E18ED5E6E}"/>
              </a:ext>
            </a:extLst>
          </p:cNvPr>
          <p:cNvPicPr>
            <a:picLocks noChangeAspect="1"/>
          </p:cNvPicPr>
          <p:nvPr/>
        </p:nvPicPr>
        <p:blipFill>
          <a:blip r:embed="rId4"/>
          <a:stretch>
            <a:fillRect/>
          </a:stretch>
        </p:blipFill>
        <p:spPr>
          <a:xfrm>
            <a:off x="5271210" y="3744532"/>
            <a:ext cx="5678805" cy="1998345"/>
          </a:xfrm>
          <a:prstGeom prst="rect">
            <a:avLst/>
          </a:prstGeom>
        </p:spPr>
      </p:pic>
      <p:pic>
        <p:nvPicPr>
          <p:cNvPr id="7" name="Picture 6">
            <a:extLst>
              <a:ext uri="{FF2B5EF4-FFF2-40B4-BE49-F238E27FC236}">
                <a16:creationId xmlns:a16="http://schemas.microsoft.com/office/drawing/2014/main" id="{E9FD9A98-903B-BF43-9D06-8753A6F0BDD8}"/>
              </a:ext>
            </a:extLst>
          </p:cNvPr>
          <p:cNvPicPr>
            <a:picLocks noChangeAspect="1"/>
          </p:cNvPicPr>
          <p:nvPr/>
        </p:nvPicPr>
        <p:blipFill>
          <a:blip r:embed="rId5"/>
          <a:srcRect/>
          <a:stretch>
            <a:fillRect/>
          </a:stretch>
        </p:blipFill>
        <p:spPr bwMode="auto">
          <a:xfrm>
            <a:off x="5547117" y="4567688"/>
            <a:ext cx="5126990" cy="1456055"/>
          </a:xfrm>
          <a:prstGeom prst="rect">
            <a:avLst/>
          </a:prstGeom>
          <a:ln>
            <a:noFill/>
          </a:ln>
          <a:effectLst>
            <a:outerShdw blurRad="292100" dist="139700" dir="2700000" algn="tl" rotWithShape="0">
              <a:srgbClr val="333333">
                <a:alpha val="65000"/>
              </a:srgbClr>
            </a:outerShdw>
          </a:effectLst>
        </p:spPr>
      </p:pic>
      <p:sp>
        <p:nvSpPr>
          <p:cNvPr id="8" name="Rectangle 1219">
            <a:extLst>
              <a:ext uri="{FF2B5EF4-FFF2-40B4-BE49-F238E27FC236}">
                <a16:creationId xmlns:a16="http://schemas.microsoft.com/office/drawing/2014/main" id="{EA4D820A-5091-6B16-1875-082F78C29B63}"/>
              </a:ext>
            </a:extLst>
          </p:cNvPr>
          <p:cNvSpPr>
            <a:spLocks noChangeArrowheads="1"/>
          </p:cNvSpPr>
          <p:nvPr/>
        </p:nvSpPr>
        <p:spPr bwMode="auto">
          <a:xfrm>
            <a:off x="10628982" y="4207546"/>
            <a:ext cx="295275" cy="2254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86F0A813-50BF-590F-B4F6-0638BCA7538E}"/>
              </a:ext>
            </a:extLst>
          </p:cNvPr>
          <p:cNvCxnSpPr/>
          <p:nvPr/>
        </p:nvCxnSpPr>
        <p:spPr>
          <a:xfrm flipV="1">
            <a:off x="10948246" y="4235190"/>
            <a:ext cx="138708" cy="66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588">
            <a:extLst>
              <a:ext uri="{FF2B5EF4-FFF2-40B4-BE49-F238E27FC236}">
                <a16:creationId xmlns:a16="http://schemas.microsoft.com/office/drawing/2014/main" id="{877193F0-5067-0AB2-4813-70FA3B27A742}"/>
              </a:ext>
            </a:extLst>
          </p:cNvPr>
          <p:cNvSpPr txBox="1"/>
          <p:nvPr/>
        </p:nvSpPr>
        <p:spPr>
          <a:xfrm>
            <a:off x="11128442" y="3994120"/>
            <a:ext cx="463186" cy="2678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11" name="Curved Right Arrow 1221">
            <a:extLst>
              <a:ext uri="{FF2B5EF4-FFF2-40B4-BE49-F238E27FC236}">
                <a16:creationId xmlns:a16="http://schemas.microsoft.com/office/drawing/2014/main" id="{31D9624C-730B-A457-5B3A-BF188AC01CAF}"/>
              </a:ext>
            </a:extLst>
          </p:cNvPr>
          <p:cNvSpPr>
            <a:spLocks noChangeArrowheads="1"/>
          </p:cNvSpPr>
          <p:nvPr/>
        </p:nvSpPr>
        <p:spPr bwMode="auto">
          <a:xfrm rot="749128">
            <a:off x="9956422" y="4207410"/>
            <a:ext cx="546100" cy="546100"/>
          </a:xfrm>
          <a:prstGeom prst="curvedRightArrow">
            <a:avLst>
              <a:gd name="adj1" fmla="val 25000"/>
              <a:gd name="adj2" fmla="val 50000"/>
              <a:gd name="adj3" fmla="val 250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Rectangle 1219">
            <a:extLst>
              <a:ext uri="{FF2B5EF4-FFF2-40B4-BE49-F238E27FC236}">
                <a16:creationId xmlns:a16="http://schemas.microsoft.com/office/drawing/2014/main" id="{40767FE5-1A3A-76A9-2591-E5EBDA76ABA9}"/>
              </a:ext>
            </a:extLst>
          </p:cNvPr>
          <p:cNvSpPr>
            <a:spLocks noChangeArrowheads="1"/>
          </p:cNvSpPr>
          <p:nvPr/>
        </p:nvSpPr>
        <p:spPr bwMode="auto">
          <a:xfrm>
            <a:off x="8536322" y="4534614"/>
            <a:ext cx="338083" cy="26785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9A1F5A87-A076-EBB3-A967-CB589A02544B}"/>
              </a:ext>
            </a:extLst>
          </p:cNvPr>
          <p:cNvCxnSpPr>
            <a:cxnSpLocks/>
          </p:cNvCxnSpPr>
          <p:nvPr/>
        </p:nvCxnSpPr>
        <p:spPr>
          <a:xfrm>
            <a:off x="8898394" y="4628924"/>
            <a:ext cx="180196" cy="206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588">
            <a:extLst>
              <a:ext uri="{FF2B5EF4-FFF2-40B4-BE49-F238E27FC236}">
                <a16:creationId xmlns:a16="http://schemas.microsoft.com/office/drawing/2014/main" id="{9570CBCE-C5D4-D350-AFD5-3C1BD55FBEB9}"/>
              </a:ext>
            </a:extLst>
          </p:cNvPr>
          <p:cNvSpPr txBox="1"/>
          <p:nvPr/>
        </p:nvSpPr>
        <p:spPr>
          <a:xfrm>
            <a:off x="8885923" y="4860685"/>
            <a:ext cx="463186" cy="2678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a:t>
            </a:r>
          </a:p>
        </p:txBody>
      </p:sp>
    </p:spTree>
    <p:extLst>
      <p:ext uri="{BB962C8B-B14F-4D97-AF65-F5344CB8AC3E}">
        <p14:creationId xmlns:p14="http://schemas.microsoft.com/office/powerpoint/2010/main" val="2769518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requisition – main window, search the purchase requisition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requisition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PO transaction, if you wish to edit the header of the transaction click edit button. </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purchase requisition header, click save button in the upper side of the header.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03326" y="2745788"/>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Requisition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39" name="Group 38">
            <a:extLst>
              <a:ext uri="{FF2B5EF4-FFF2-40B4-BE49-F238E27FC236}">
                <a16:creationId xmlns:a16="http://schemas.microsoft.com/office/drawing/2014/main" id="{9DE16C47-F8F5-2AF2-3765-F3CB0215D51D}"/>
              </a:ext>
            </a:extLst>
          </p:cNvPr>
          <p:cNvGrpSpPr/>
          <p:nvPr/>
        </p:nvGrpSpPr>
        <p:grpSpPr>
          <a:xfrm>
            <a:off x="5374888" y="965527"/>
            <a:ext cx="6078855" cy="1729105"/>
            <a:chOff x="5374888" y="965527"/>
            <a:chExt cx="6078855" cy="1729105"/>
          </a:xfrm>
        </p:grpSpPr>
        <p:pic>
          <p:nvPicPr>
            <p:cNvPr id="6" name="Picture 5">
              <a:extLst>
                <a:ext uri="{FF2B5EF4-FFF2-40B4-BE49-F238E27FC236}">
                  <a16:creationId xmlns:a16="http://schemas.microsoft.com/office/drawing/2014/main" id="{54164E01-0220-9EF2-5673-D52346159A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965527"/>
              <a:ext cx="6078855" cy="1729105"/>
            </a:xfrm>
            <a:prstGeom prst="rect">
              <a:avLst/>
            </a:prstGeom>
          </p:spPr>
        </p:pic>
        <p:grpSp>
          <p:nvGrpSpPr>
            <p:cNvPr id="9" name="Group 8">
              <a:extLst>
                <a:ext uri="{FF2B5EF4-FFF2-40B4-BE49-F238E27FC236}">
                  <a16:creationId xmlns:a16="http://schemas.microsoft.com/office/drawing/2014/main" id="{C98B56F7-0BEA-9354-914F-9B554C6673D1}"/>
                </a:ext>
              </a:extLst>
            </p:cNvPr>
            <p:cNvGrpSpPr/>
            <p:nvPr/>
          </p:nvGrpSpPr>
          <p:grpSpPr>
            <a:xfrm>
              <a:off x="5379135" y="1817723"/>
              <a:ext cx="1476375" cy="333375"/>
              <a:chOff x="0" y="0"/>
              <a:chExt cx="1476375" cy="333375"/>
            </a:xfrm>
          </p:grpSpPr>
          <p:sp>
            <p:nvSpPr>
              <p:cNvPr id="10" name="Rectangle 9">
                <a:extLst>
                  <a:ext uri="{FF2B5EF4-FFF2-40B4-BE49-F238E27FC236}">
                    <a16:creationId xmlns:a16="http://schemas.microsoft.com/office/drawing/2014/main" id="{C270DACA-1F2A-F872-53B1-2B8AA50848D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CFF7C1-FFA7-6973-A784-73B8CA9F28E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CCFF3E7B-6A70-D691-F090-1FEFB539760D}"/>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38" name="Group 37">
            <a:extLst>
              <a:ext uri="{FF2B5EF4-FFF2-40B4-BE49-F238E27FC236}">
                <a16:creationId xmlns:a16="http://schemas.microsoft.com/office/drawing/2014/main" id="{4E1768C5-38BF-C695-582B-11D1B7DB5AD0}"/>
              </a:ext>
            </a:extLst>
          </p:cNvPr>
          <p:cNvGrpSpPr/>
          <p:nvPr/>
        </p:nvGrpSpPr>
        <p:grpSpPr>
          <a:xfrm>
            <a:off x="4657929" y="3590348"/>
            <a:ext cx="6795814" cy="1558925"/>
            <a:chOff x="4657929" y="3136644"/>
            <a:chExt cx="6795814" cy="1558925"/>
          </a:xfrm>
        </p:grpSpPr>
        <p:pic>
          <p:nvPicPr>
            <p:cNvPr id="14" name="Picture 13">
              <a:extLst>
                <a:ext uri="{FF2B5EF4-FFF2-40B4-BE49-F238E27FC236}">
                  <a16:creationId xmlns:a16="http://schemas.microsoft.com/office/drawing/2014/main" id="{D84C179C-AEAD-932B-8130-165876D93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4398" y="3136644"/>
              <a:ext cx="6189345" cy="1558925"/>
            </a:xfrm>
            <a:prstGeom prst="rect">
              <a:avLst/>
            </a:prstGeom>
          </p:spPr>
        </p:pic>
        <p:grpSp>
          <p:nvGrpSpPr>
            <p:cNvPr id="36" name="Group 35">
              <a:extLst>
                <a:ext uri="{FF2B5EF4-FFF2-40B4-BE49-F238E27FC236}">
                  <a16:creationId xmlns:a16="http://schemas.microsoft.com/office/drawing/2014/main" id="{9FF2F1A1-8DD3-4CCA-F696-1C7285B1AAA4}"/>
                </a:ext>
              </a:extLst>
            </p:cNvPr>
            <p:cNvGrpSpPr/>
            <p:nvPr/>
          </p:nvGrpSpPr>
          <p:grpSpPr>
            <a:xfrm>
              <a:off x="4657929" y="3359951"/>
              <a:ext cx="6318251" cy="758825"/>
              <a:chOff x="2936875" y="3049588"/>
              <a:chExt cx="6318251" cy="758825"/>
            </a:xfrm>
          </p:grpSpPr>
          <p:grpSp>
            <p:nvGrpSpPr>
              <p:cNvPr id="15" name="Group 14">
                <a:extLst>
                  <a:ext uri="{FF2B5EF4-FFF2-40B4-BE49-F238E27FC236}">
                    <a16:creationId xmlns:a16="http://schemas.microsoft.com/office/drawing/2014/main" id="{9D13EF71-8C9A-0E99-5288-FD8D3855B025}"/>
                  </a:ext>
                </a:extLst>
              </p:cNvPr>
              <p:cNvGrpSpPr/>
              <p:nvPr/>
            </p:nvGrpSpPr>
            <p:grpSpPr>
              <a:xfrm>
                <a:off x="4763135" y="3503613"/>
                <a:ext cx="952500" cy="304800"/>
                <a:chOff x="523874" y="28575"/>
                <a:chExt cx="952500" cy="304800"/>
              </a:xfrm>
            </p:grpSpPr>
            <p:sp>
              <p:nvSpPr>
                <p:cNvPr id="33" name="Rectangle 32">
                  <a:extLst>
                    <a:ext uri="{FF2B5EF4-FFF2-40B4-BE49-F238E27FC236}">
                      <a16:creationId xmlns:a16="http://schemas.microsoft.com/office/drawing/2014/main" id="{B1CB76C0-A3B5-9049-40F7-1740F92EB181}"/>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BF439294-AB93-5AD8-A175-BC5E0FC4522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4">
                  <a:extLst>
                    <a:ext uri="{FF2B5EF4-FFF2-40B4-BE49-F238E27FC236}">
                      <a16:creationId xmlns:a16="http://schemas.microsoft.com/office/drawing/2014/main" id="{0DBDD8AF-F62D-A343-A830-9565DB8E32C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33AA384B-2B37-743F-75C5-46EFCE17BF0F}"/>
                  </a:ext>
                </a:extLst>
              </p:cNvPr>
              <p:cNvGrpSpPr/>
              <p:nvPr/>
            </p:nvGrpSpPr>
            <p:grpSpPr>
              <a:xfrm>
                <a:off x="8274050" y="3231833"/>
                <a:ext cx="981076" cy="304800"/>
                <a:chOff x="333374" y="28575"/>
                <a:chExt cx="981076" cy="304800"/>
              </a:xfrm>
            </p:grpSpPr>
            <p:sp>
              <p:nvSpPr>
                <p:cNvPr id="30" name="Rectangle 29">
                  <a:extLst>
                    <a:ext uri="{FF2B5EF4-FFF2-40B4-BE49-F238E27FC236}">
                      <a16:creationId xmlns:a16="http://schemas.microsoft.com/office/drawing/2014/main" id="{38EAA199-DCFF-F322-99A6-4F895902A971}"/>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6B0AADFF-6AA5-5C49-80C6-EE0784A934A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9">
                  <a:extLst>
                    <a:ext uri="{FF2B5EF4-FFF2-40B4-BE49-F238E27FC236}">
                      <a16:creationId xmlns:a16="http://schemas.microsoft.com/office/drawing/2014/main" id="{F985F43A-2530-1F20-B78A-0B6BB9D7919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9" name="Text Box 8">
                <a:extLst>
                  <a:ext uri="{FF2B5EF4-FFF2-40B4-BE49-F238E27FC236}">
                    <a16:creationId xmlns:a16="http://schemas.microsoft.com/office/drawing/2014/main" id="{BD7941B2-9AC6-0FD6-3D61-727D75A45A58}"/>
                  </a:ext>
                </a:extLst>
              </p:cNvPr>
              <p:cNvSpPr txBox="1"/>
              <p:nvPr/>
            </p:nvSpPr>
            <p:spPr>
              <a:xfrm>
                <a:off x="2936875" y="304958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grpSp>
      <p:sp>
        <p:nvSpPr>
          <p:cNvPr id="37" name="TextBox 36">
            <a:extLst>
              <a:ext uri="{FF2B5EF4-FFF2-40B4-BE49-F238E27FC236}">
                <a16:creationId xmlns:a16="http://schemas.microsoft.com/office/drawing/2014/main" id="{A090F235-38EC-7A54-3DFA-7F192B7367B8}"/>
              </a:ext>
            </a:extLst>
          </p:cNvPr>
          <p:cNvSpPr txBox="1"/>
          <p:nvPr/>
        </p:nvSpPr>
        <p:spPr>
          <a:xfrm>
            <a:off x="7418207" y="505776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Requisition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E1AD9B0-A2D4-343C-41E7-EB8928E4D1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077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5251"/>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1903929"/>
            <a:ext cx="4179346" cy="30021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purchase requisition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1AC53669-3003-0DB1-19FA-74DA485D1C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0B9CC765-265D-4826-2195-8D2A80CCC6A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60D9C362-6980-0073-CAE6-D6D9281FEBAF}"/>
                </a:ext>
              </a:extLst>
            </p:cNvPr>
            <p:cNvGrpSpPr/>
            <p:nvPr/>
          </p:nvGrpSpPr>
          <p:grpSpPr>
            <a:xfrm>
              <a:off x="5171495" y="2046996"/>
              <a:ext cx="6440200" cy="2332990"/>
              <a:chOff x="5171495" y="941067"/>
              <a:chExt cx="6440200" cy="2332990"/>
            </a:xfrm>
          </p:grpSpPr>
          <p:grpSp>
            <p:nvGrpSpPr>
              <p:cNvPr id="29" name="Group 28">
                <a:extLst>
                  <a:ext uri="{FF2B5EF4-FFF2-40B4-BE49-F238E27FC236}">
                    <a16:creationId xmlns:a16="http://schemas.microsoft.com/office/drawing/2014/main" id="{A937B003-B050-AB0A-04A9-5552B4B070BC}"/>
                  </a:ext>
                </a:extLst>
              </p:cNvPr>
              <p:cNvGrpSpPr/>
              <p:nvPr/>
            </p:nvGrpSpPr>
            <p:grpSpPr>
              <a:xfrm>
                <a:off x="5365200" y="970444"/>
                <a:ext cx="6246495" cy="1658617"/>
                <a:chOff x="31914" y="203778"/>
                <a:chExt cx="6246768" cy="1659243"/>
              </a:xfrm>
            </p:grpSpPr>
            <p:pic>
              <p:nvPicPr>
                <p:cNvPr id="35" name="Picture 34">
                  <a:extLst>
                    <a:ext uri="{FF2B5EF4-FFF2-40B4-BE49-F238E27FC236}">
                      <a16:creationId xmlns:a16="http://schemas.microsoft.com/office/drawing/2014/main" id="{03DF8321-448E-59A7-7DDC-CC39151EC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6" name="Rectangle 35">
                  <a:extLst>
                    <a:ext uri="{FF2B5EF4-FFF2-40B4-BE49-F238E27FC236}">
                      <a16:creationId xmlns:a16="http://schemas.microsoft.com/office/drawing/2014/main" id="{21A8FBD7-EF2B-6887-BCF6-7BF95217400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36">
                  <a:extLst>
                    <a:ext uri="{FF2B5EF4-FFF2-40B4-BE49-F238E27FC236}">
                      <a16:creationId xmlns:a16="http://schemas.microsoft.com/office/drawing/2014/main" id="{AD75EA1E-1D1D-ED9C-D9CF-65A91CB5060D}"/>
                    </a:ext>
                  </a:extLst>
                </p:cNvPr>
                <p:cNvGrpSpPr/>
                <p:nvPr/>
              </p:nvGrpSpPr>
              <p:grpSpPr>
                <a:xfrm>
                  <a:off x="4926412" y="203778"/>
                  <a:ext cx="647700" cy="796655"/>
                  <a:chOff x="306787" y="-291522"/>
                  <a:chExt cx="647700" cy="796655"/>
                </a:xfrm>
              </p:grpSpPr>
              <p:sp>
                <p:nvSpPr>
                  <p:cNvPr id="38" name="Rectangle 37">
                    <a:extLst>
                      <a:ext uri="{FF2B5EF4-FFF2-40B4-BE49-F238E27FC236}">
                        <a16:creationId xmlns:a16="http://schemas.microsoft.com/office/drawing/2014/main" id="{011509CD-AFCA-718C-1224-2CF819659662}"/>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CEF9F0E0-A578-212D-25D8-A342CD8231A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756">
                    <a:extLst>
                      <a:ext uri="{FF2B5EF4-FFF2-40B4-BE49-F238E27FC236}">
                        <a16:creationId xmlns:a16="http://schemas.microsoft.com/office/drawing/2014/main" id="{F8659720-AFDD-25C2-9593-F7D264C0051F}"/>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30" name="Group 29">
                <a:extLst>
                  <a:ext uri="{FF2B5EF4-FFF2-40B4-BE49-F238E27FC236}">
                    <a16:creationId xmlns:a16="http://schemas.microsoft.com/office/drawing/2014/main" id="{BD6F3E58-729F-5FC6-F9F2-0D187199F4BE}"/>
                  </a:ext>
                </a:extLst>
              </p:cNvPr>
              <p:cNvGrpSpPr/>
              <p:nvPr/>
            </p:nvGrpSpPr>
            <p:grpSpPr>
              <a:xfrm>
                <a:off x="5171495" y="941067"/>
                <a:ext cx="3176904" cy="2332990"/>
                <a:chOff x="0" y="0"/>
                <a:chExt cx="3177391" cy="2332990"/>
              </a:xfrm>
            </p:grpSpPr>
            <p:sp>
              <p:nvSpPr>
                <p:cNvPr id="31" name="Text Box 749">
                  <a:extLst>
                    <a:ext uri="{FF2B5EF4-FFF2-40B4-BE49-F238E27FC236}">
                      <a16:creationId xmlns:a16="http://schemas.microsoft.com/office/drawing/2014/main" id="{D73E620D-F1A5-DB78-9D63-8C21D7EAEF57}"/>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2" name="Picture 31">
                  <a:extLst>
                    <a:ext uri="{FF2B5EF4-FFF2-40B4-BE49-F238E27FC236}">
                      <a16:creationId xmlns:a16="http://schemas.microsoft.com/office/drawing/2014/main" id="{114B3DFE-B7A1-C175-A618-7A349228F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3" name="Curved Left Arrow 758">
                  <a:extLst>
                    <a:ext uri="{FF2B5EF4-FFF2-40B4-BE49-F238E27FC236}">
                      <a16:creationId xmlns:a16="http://schemas.microsoft.com/office/drawing/2014/main" id="{B4D95B53-29B2-CDE1-38A3-FFF0D8E272FD}"/>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 Box 757">
                  <a:extLst>
                    <a:ext uri="{FF2B5EF4-FFF2-40B4-BE49-F238E27FC236}">
                      <a16:creationId xmlns:a16="http://schemas.microsoft.com/office/drawing/2014/main" id="{92069ECC-D81F-9EC9-A7ED-6D6A8EB4BDFA}"/>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9A9F0DF-6E53-AAB6-3F49-C94488215576}"/>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81F63A-FC27-8D65-C9C5-BCCC6EBD727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1564E1BB-F185-22EA-B717-F1CA715BB226}"/>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E9AE5738-D11D-8F9F-2E8F-296A4C267FBD}"/>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9BD40EDF-8661-92A1-D144-47AA42B14F0C}"/>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2035F3F4-6B9B-72AF-2FD9-A51DEED5607F}"/>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90596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Purchase Requisition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32993"/>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purchase requisition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purchase requisition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  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28736" y="3096163"/>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Requisition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A090F235-38EC-7A54-3DFA-7F192B7367B8}"/>
              </a:ext>
            </a:extLst>
          </p:cNvPr>
          <p:cNvSpPr txBox="1"/>
          <p:nvPr/>
        </p:nvSpPr>
        <p:spPr>
          <a:xfrm>
            <a:off x="7436689" y="565247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Purchase Requisition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A788B5D-B590-01CB-A868-31DE6AC0D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8035" y="1367058"/>
            <a:ext cx="6078855" cy="1729105"/>
          </a:xfrm>
          <a:prstGeom prst="rect">
            <a:avLst/>
          </a:prstGeom>
        </p:spPr>
      </p:pic>
      <p:grpSp>
        <p:nvGrpSpPr>
          <p:cNvPr id="7" name="Group 6">
            <a:extLst>
              <a:ext uri="{FF2B5EF4-FFF2-40B4-BE49-F238E27FC236}">
                <a16:creationId xmlns:a16="http://schemas.microsoft.com/office/drawing/2014/main" id="{9F6468B0-1193-7DD7-6DC6-170A0A093105}"/>
              </a:ext>
            </a:extLst>
          </p:cNvPr>
          <p:cNvGrpSpPr/>
          <p:nvPr/>
        </p:nvGrpSpPr>
        <p:grpSpPr>
          <a:xfrm>
            <a:off x="5236465" y="183007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pic>
        <p:nvPicPr>
          <p:cNvPr id="18" name="Picture 17">
            <a:extLst>
              <a:ext uri="{FF2B5EF4-FFF2-40B4-BE49-F238E27FC236}">
                <a16:creationId xmlns:a16="http://schemas.microsoft.com/office/drawing/2014/main" id="{070F9A9D-6194-2966-BA7A-852D54F059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5" y="3835409"/>
            <a:ext cx="6189345" cy="1558925"/>
          </a:xfrm>
          <a:prstGeom prst="rect">
            <a:avLst/>
          </a:prstGeom>
        </p:spPr>
      </p:pic>
      <p:grpSp>
        <p:nvGrpSpPr>
          <p:cNvPr id="19" name="Group 18">
            <a:extLst>
              <a:ext uri="{FF2B5EF4-FFF2-40B4-BE49-F238E27FC236}">
                <a16:creationId xmlns:a16="http://schemas.microsoft.com/office/drawing/2014/main" id="{BFA96F24-E47B-D49D-598B-19F0AAE56F7F}"/>
              </a:ext>
            </a:extLst>
          </p:cNvPr>
          <p:cNvGrpSpPr/>
          <p:nvPr/>
        </p:nvGrpSpPr>
        <p:grpSpPr>
          <a:xfrm>
            <a:off x="6484189" y="4525346"/>
            <a:ext cx="952500" cy="304800"/>
            <a:chOff x="523874" y="28575"/>
            <a:chExt cx="952500" cy="304800"/>
          </a:xfrm>
        </p:grpSpPr>
        <p:sp>
          <p:nvSpPr>
            <p:cNvPr id="27" name="Rectangle 26">
              <a:extLst>
                <a:ext uri="{FF2B5EF4-FFF2-40B4-BE49-F238E27FC236}">
                  <a16:creationId xmlns:a16="http://schemas.microsoft.com/office/drawing/2014/main" id="{93589951-1B53-C8A6-A2A7-4E61E289785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AABA0523-D598-ECBA-9461-EE5F1563E09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12">
              <a:extLst>
                <a:ext uri="{FF2B5EF4-FFF2-40B4-BE49-F238E27FC236}">
                  <a16:creationId xmlns:a16="http://schemas.microsoft.com/office/drawing/2014/main" id="{522E9CD2-4CE7-C549-3299-EC2E745E896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1" name="Group 20">
            <a:extLst>
              <a:ext uri="{FF2B5EF4-FFF2-40B4-BE49-F238E27FC236}">
                <a16:creationId xmlns:a16="http://schemas.microsoft.com/office/drawing/2014/main" id="{61126B7F-6707-81B2-B70B-16D44BC49A7F}"/>
              </a:ext>
            </a:extLst>
          </p:cNvPr>
          <p:cNvGrpSpPr/>
          <p:nvPr/>
        </p:nvGrpSpPr>
        <p:grpSpPr>
          <a:xfrm>
            <a:off x="7691221" y="4253566"/>
            <a:ext cx="981076" cy="304800"/>
            <a:chOff x="333374" y="28575"/>
            <a:chExt cx="981076" cy="304800"/>
          </a:xfrm>
        </p:grpSpPr>
        <p:sp>
          <p:nvSpPr>
            <p:cNvPr id="24" name="Rectangle 23">
              <a:extLst>
                <a:ext uri="{FF2B5EF4-FFF2-40B4-BE49-F238E27FC236}">
                  <a16:creationId xmlns:a16="http://schemas.microsoft.com/office/drawing/2014/main" id="{C59555F2-BB75-4754-3F28-CB2CF2FA473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876AD94-EC01-69D6-12B8-B9386F79C9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16">
              <a:extLst>
                <a:ext uri="{FF2B5EF4-FFF2-40B4-BE49-F238E27FC236}">
                  <a16:creationId xmlns:a16="http://schemas.microsoft.com/office/drawing/2014/main" id="{C07B14F9-7664-A3C7-F9DE-EF16CEEA103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2" name="Text Box 117">
            <a:extLst>
              <a:ext uri="{FF2B5EF4-FFF2-40B4-BE49-F238E27FC236}">
                <a16:creationId xmlns:a16="http://schemas.microsoft.com/office/drawing/2014/main" id="{D4D428CB-2569-7A22-C8E2-01C50C2BC019}"/>
              </a:ext>
            </a:extLst>
          </p:cNvPr>
          <p:cNvSpPr txBox="1"/>
          <p:nvPr/>
        </p:nvSpPr>
        <p:spPr>
          <a:xfrm>
            <a:off x="4657929" y="4071321"/>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51" name="Text Box 241">
            <a:extLst>
              <a:ext uri="{FF2B5EF4-FFF2-40B4-BE49-F238E27FC236}">
                <a16:creationId xmlns:a16="http://schemas.microsoft.com/office/drawing/2014/main" id="{BA03A9D1-47C4-AAAE-0FC0-B025E7EE9EA1}"/>
              </a:ext>
            </a:extLst>
          </p:cNvPr>
          <p:cNvSpPr txBox="1">
            <a:spLocks noChangeArrowheads="1"/>
          </p:cNvSpPr>
          <p:nvPr/>
        </p:nvSpPr>
        <p:spPr bwMode="auto">
          <a:xfrm>
            <a:off x="7479561" y="4677746"/>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PO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E3B3D29B-E16A-10D1-1A6F-9338BE91A3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1101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48765"/>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455161"/>
            <a:ext cx="3852820" cy="1838037"/>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icon parallel in the main form on the upper right side, the purchase requisition – main form will be minimize and the other tab will be visible.</a:t>
            </a:r>
          </a:p>
          <a:p>
            <a:pPr marL="457200" marR="227330" lvl="1"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457200" marR="22733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457200" marR="22733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457200" marR="22733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457200" marR="22733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27EE1DE-089E-1CB1-F1DF-FDC0B0F7002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Purchase Requisition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pic>
        <p:nvPicPr>
          <p:cNvPr id="11" name="Picture 10">
            <a:extLst>
              <a:ext uri="{FF2B5EF4-FFF2-40B4-BE49-F238E27FC236}">
                <a16:creationId xmlns:a16="http://schemas.microsoft.com/office/drawing/2014/main" id="{15D092F3-1029-07F6-9AF2-9AA36F529171}"/>
              </a:ext>
            </a:extLst>
          </p:cNvPr>
          <p:cNvPicPr>
            <a:picLocks noChangeAspect="1"/>
          </p:cNvPicPr>
          <p:nvPr/>
        </p:nvPicPr>
        <p:blipFill>
          <a:blip r:embed="rId3"/>
          <a:stretch>
            <a:fillRect/>
          </a:stretch>
        </p:blipFill>
        <p:spPr>
          <a:xfrm>
            <a:off x="5373535" y="3293198"/>
            <a:ext cx="6185534" cy="2763749"/>
          </a:xfrm>
          <a:prstGeom prst="rect">
            <a:avLst/>
          </a:prstGeom>
        </p:spPr>
      </p:pic>
      <p:sp>
        <p:nvSpPr>
          <p:cNvPr id="3" name="Slide Number Placeholder 2">
            <a:extLst>
              <a:ext uri="{FF2B5EF4-FFF2-40B4-BE49-F238E27FC236}">
                <a16:creationId xmlns:a16="http://schemas.microsoft.com/office/drawing/2014/main" id="{F701A0A4-379E-224D-4EEE-9094A207EA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7D20AF71-F536-C3A3-E39D-7A09DF204939}"/>
              </a:ext>
            </a:extLst>
          </p:cNvPr>
          <p:cNvGrpSpPr/>
          <p:nvPr/>
        </p:nvGrpSpPr>
        <p:grpSpPr>
          <a:xfrm>
            <a:off x="5469002" y="1222243"/>
            <a:ext cx="5434962" cy="1692670"/>
            <a:chOff x="5535263" y="1053547"/>
            <a:chExt cx="5434962" cy="1692670"/>
          </a:xfrm>
        </p:grpSpPr>
        <p:pic>
          <p:nvPicPr>
            <p:cNvPr id="4" name="Picture 3">
              <a:extLst>
                <a:ext uri="{FF2B5EF4-FFF2-40B4-BE49-F238E27FC236}">
                  <a16:creationId xmlns:a16="http://schemas.microsoft.com/office/drawing/2014/main" id="{9FE54624-3AB9-B3E5-FBD5-B2A301A47651}"/>
                </a:ext>
              </a:extLst>
            </p:cNvPr>
            <p:cNvPicPr>
              <a:picLocks noChangeAspect="1"/>
            </p:cNvPicPr>
            <p:nvPr/>
          </p:nvPicPr>
          <p:blipFill>
            <a:blip r:embed="rId4"/>
            <a:srcRect/>
            <a:stretch>
              <a:fillRect/>
            </a:stretch>
          </p:blipFill>
          <p:spPr bwMode="auto">
            <a:xfrm>
              <a:off x="5652646" y="1053547"/>
              <a:ext cx="4888865" cy="1357630"/>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D5C741BD-A538-98C3-6DF2-91E2287D273F}"/>
                </a:ext>
              </a:extLst>
            </p:cNvPr>
            <p:cNvPicPr>
              <a:picLocks noChangeAspect="1"/>
            </p:cNvPicPr>
            <p:nvPr/>
          </p:nvPicPr>
          <p:blipFill>
            <a:blip r:embed="rId5"/>
            <a:srcRect/>
            <a:stretch>
              <a:fillRect/>
            </a:stretch>
          </p:blipFill>
          <p:spPr bwMode="auto">
            <a:xfrm>
              <a:off x="7994319" y="1490822"/>
              <a:ext cx="1795780" cy="1255395"/>
            </a:xfrm>
            <a:prstGeom prst="rect">
              <a:avLst/>
            </a:prstGeom>
            <a:noFill/>
            <a:ln w="9525">
              <a:noFill/>
              <a:miter lim="800000"/>
              <a:headEnd/>
              <a:tailEnd/>
            </a:ln>
          </p:spPr>
        </p:pic>
        <p:pic>
          <p:nvPicPr>
            <p:cNvPr id="13" name="Picture 12">
              <a:extLst>
                <a:ext uri="{FF2B5EF4-FFF2-40B4-BE49-F238E27FC236}">
                  <a16:creationId xmlns:a16="http://schemas.microsoft.com/office/drawing/2014/main" id="{6EC61A44-8698-1B9B-B377-0C34C381E6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22606" y="1192222"/>
              <a:ext cx="1247619" cy="552381"/>
            </a:xfrm>
            <a:prstGeom prst="rect">
              <a:avLst/>
            </a:prstGeom>
          </p:spPr>
        </p:pic>
        <p:pic>
          <p:nvPicPr>
            <p:cNvPr id="15" name="Picture 14">
              <a:extLst>
                <a:ext uri="{FF2B5EF4-FFF2-40B4-BE49-F238E27FC236}">
                  <a16:creationId xmlns:a16="http://schemas.microsoft.com/office/drawing/2014/main" id="{7134D333-6768-C422-DEF4-26E8EBD2AE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35263" y="1463319"/>
              <a:ext cx="2228571" cy="1257143"/>
            </a:xfrm>
            <a:prstGeom prst="rect">
              <a:avLst/>
            </a:prstGeom>
          </p:spPr>
        </p:pic>
      </p:grpSp>
    </p:spTree>
    <p:extLst>
      <p:ext uri="{BB962C8B-B14F-4D97-AF65-F5344CB8AC3E}">
        <p14:creationId xmlns:p14="http://schemas.microsoft.com/office/powerpoint/2010/main" val="10038601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959</Words>
  <Application>Microsoft Office PowerPoint</Application>
  <PresentationFormat>Widescreen</PresentationFormat>
  <Paragraphs>155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2023-01-10T04:10:17Z</dcterms:created>
  <dcterms:modified xsi:type="dcterms:W3CDTF">2023-01-10T04:10:52Z</dcterms:modified>
</cp:coreProperties>
</file>