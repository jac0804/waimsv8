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12" r:id="rId2"/>
    <p:sldId id="313" r:id="rId3"/>
    <p:sldId id="314" r:id="rId4"/>
    <p:sldId id="315" r:id="rId5"/>
    <p:sldId id="316" r:id="rId6"/>
    <p:sldId id="317" r:id="rId7"/>
    <p:sldId id="31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EB4A-3408-1B97-1B34-05AE5640F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CE41D-ED3A-FB15-B2CB-48AE9AE25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DF44-2CFE-99D1-62FB-C419C3595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2A000-96DA-5E5F-9A77-6569656A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FD326-4FC0-72EB-DF56-0FD78B9EE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081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F9D75-E04D-B634-D919-617757394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6432A-85F7-6833-67C8-01C4E7216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7A2C-3294-4947-A3DE-F536E8B16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15DCA-9125-891E-96C8-87AF8FF5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9F385-A188-DB80-34AE-99BFE377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91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F34D8-AC3A-C1B6-226A-B0342CC95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1E8B-24DF-615A-8729-9497B6EA1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1F83F-6442-4F8D-A89C-5E43D4324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243A9-4120-4241-6DD2-BB67522C9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42F45-390E-7F61-65CB-09F84E0C7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665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E399-2560-08C2-7560-8CDD4F0BE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C3219-FB0A-90C1-5347-5D8D63A15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6AE50-4292-C9EB-8B25-09DE0EA02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747A3-5AAE-74E5-58AC-112C24B4D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45C81-CA6F-521E-53EF-EEB98F96F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839E4-86AD-5375-DD4F-F846EF92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876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C6130-117C-998F-E56B-57FCF1096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E80B8-EA33-707F-EC6C-EBC7B1352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28F7F-ECE8-BAAD-7338-2D78A59EE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DAF716-F429-44D0-6E93-815FF3C4F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2A37D0-605C-BB9A-385B-6A85770C8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3F5C74-EA7F-FDB3-FB93-77C9E914F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E1775E-89CF-943A-9CDA-597023CE8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9C5D8-2060-0E24-EC81-3C64B264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77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700E-1F64-71E3-B8E2-5003EE14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92E4C6-4425-4600-DADA-0FAA915F0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25CC1-1CF0-5FE6-B23F-FC0640815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A12A78-3142-4A2A-6A14-2861FE05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1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8CDC6-AE80-3C7C-7A54-83C4F8A35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C87A10-784A-0882-62A6-ACF91528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3EFA-8AAD-4032-2084-C183504C0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83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06DDE-4887-BBF0-A054-1795A6026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A9F60-2E86-61FF-D6C4-8EEFEF4FB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C98BF-6198-66C9-1808-3E0DE1D9B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3C433-2EF0-6879-AA30-D7F23FA1D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B4456-36C8-9DCF-5C14-8BA06584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FA8EE-1367-107D-033E-8A0158C5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39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698BA-7366-CA58-0AE4-D2030C175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964958-D645-44EB-2EDC-93CCA39A19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D1894-31E7-5B16-FAA4-8794FE103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EEAB6-A5F9-0B9E-BFB9-37D999F61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57A55-6F18-17DA-8716-BC16F3F9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47226-21F6-2D27-6044-9FC188E6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37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26E2-26EB-63EF-501D-68A4434E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8B2B9-8CC9-2B50-B062-946D7E785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2974C-952F-86C3-A75E-105A3A2EF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495DF-D0C7-812E-EDA8-AEA85D875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DC9A3-8AF0-8B35-01FB-6FDA728B4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27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59C450-90ED-272A-E463-AAA21A2E5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DA328-475F-1FE7-6643-FADC6BE1F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27D1A-7BFF-DDEC-3AEE-1846C4553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493FD-135D-1E5D-ED17-848900B6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E65E1-7A80-1403-F41E-7FDEAAED1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733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DF1DB1-AAB5-C0D6-F8F5-5C3D1F05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64012-DD5E-82B0-E0A6-F22247B5B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C52C1-D777-85DB-34DD-7DB776F29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BF4A8-E610-C555-2196-67DC47368D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77A19-A289-6A34-54CB-69755ED14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264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2304535" y="2055283"/>
            <a:ext cx="7887030" cy="15696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rgbClr val="00B050"/>
                </a:solidFill>
                <a:latin typeface="Bodoni MT Condensed" panose="02070606080606020203" pitchFamily="18" charset="0"/>
              </a:rPr>
              <a:t>Warehouse Ledger</a:t>
            </a:r>
            <a:endParaRPr lang="en-US" sz="9600" dirty="0">
              <a:solidFill>
                <a:srgbClr val="00B050"/>
              </a:solidFill>
              <a:latin typeface="Bodoni MT Condensed" panose="02070606080606020203" pitchFamily="18" charset="0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F98AB504-F121-820A-CAC3-1E72B851128C}"/>
              </a:ext>
            </a:extLst>
          </p:cNvPr>
          <p:cNvSpPr txBox="1"/>
          <p:nvPr/>
        </p:nvSpPr>
        <p:spPr>
          <a:xfrm>
            <a:off x="0" y="5769429"/>
            <a:ext cx="12191999" cy="1088572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</a:pPr>
            <a:endParaRPr lang="en-US" sz="1600" dirty="0">
              <a:solidFill>
                <a:schemeClr val="bg1"/>
              </a:solidFill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</a:pPr>
            <a:r>
              <a:rPr lang="en-US" sz="1600" dirty="0">
                <a:solidFill>
                  <a:schemeClr val="bg1"/>
                </a:solidFill>
                <a:ea typeface="Open Sans" panose="020B0606030504020204" pitchFamily="34" charset="0"/>
                <a:cs typeface="Times New Roman" panose="02020603050405020304" pitchFamily="18" charset="0"/>
              </a:rPr>
              <a:t>Warehouse is a list of warehouse in a company.</a:t>
            </a:r>
            <a:endParaRPr lang="en-US" sz="16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578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805109" y="123167"/>
            <a:ext cx="430179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Warehouse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1940-C472-2128-749A-74F3CCB5F124}"/>
              </a:ext>
            </a:extLst>
          </p:cNvPr>
          <p:cNvSpPr txBox="1"/>
          <p:nvPr/>
        </p:nvSpPr>
        <p:spPr>
          <a:xfrm>
            <a:off x="805110" y="2106925"/>
            <a:ext cx="3887062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Main Window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0" name="Text Box 15">
            <a:extLst>
              <a:ext uri="{FF2B5EF4-FFF2-40B4-BE49-F238E27FC236}">
                <a16:creationId xmlns:a16="http://schemas.microsoft.com/office/drawing/2014/main" id="{E1DF78E5-41B8-4843-8426-68AD1D115D04}"/>
              </a:ext>
            </a:extLst>
          </p:cNvPr>
          <p:cNvSpPr txBox="1"/>
          <p:nvPr/>
        </p:nvSpPr>
        <p:spPr>
          <a:xfrm>
            <a:off x="832872" y="2579626"/>
            <a:ext cx="3887062" cy="127176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 lvl="2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Warehouse module under Masterfile, warehouse list will display in the warehouse ledger main window. </a:t>
            </a:r>
            <a:r>
              <a:rPr lang="en-PH" sz="10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2">
              <a:lnSpc>
                <a:spcPct val="107000"/>
              </a:lnSpc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2">
              <a:lnSpc>
                <a:spcPct val="107000"/>
              </a:lnSpc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8989E4-F23C-F4AC-684B-2BE81114D33A}"/>
              </a:ext>
            </a:extLst>
          </p:cNvPr>
          <p:cNvSpPr txBox="1"/>
          <p:nvPr/>
        </p:nvSpPr>
        <p:spPr>
          <a:xfrm>
            <a:off x="7119936" y="4655180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Warehouse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A30A5EB-C5C1-1A1F-4F45-EB35232FCE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903" y="1940430"/>
            <a:ext cx="5991225" cy="2550160"/>
          </a:xfrm>
          <a:prstGeom prst="rect">
            <a:avLst/>
          </a:prstGeom>
          <a:ln>
            <a:solidFill>
              <a:schemeClr val="bg2"/>
            </a:solidFill>
          </a:ln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424CE3AD-D5BE-0575-991F-B3DFD35DF643}"/>
              </a:ext>
            </a:extLst>
          </p:cNvPr>
          <p:cNvGrpSpPr/>
          <p:nvPr/>
        </p:nvGrpSpPr>
        <p:grpSpPr>
          <a:xfrm>
            <a:off x="5395665" y="2665796"/>
            <a:ext cx="5441950" cy="1612900"/>
            <a:chOff x="0" y="0"/>
            <a:chExt cx="5441950" cy="16129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879C944-DE28-8BDD-F5AE-7C7824C5E49E}"/>
                </a:ext>
              </a:extLst>
            </p:cNvPr>
            <p:cNvSpPr/>
            <p:nvPr/>
          </p:nvSpPr>
          <p:spPr>
            <a:xfrm>
              <a:off x="0" y="1441450"/>
              <a:ext cx="990600" cy="1714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0CA7AA8-2C16-F284-8CD7-DFD8A26D2820}"/>
                </a:ext>
              </a:extLst>
            </p:cNvPr>
            <p:cNvSpPr/>
            <p:nvPr/>
          </p:nvSpPr>
          <p:spPr>
            <a:xfrm>
              <a:off x="1270000" y="0"/>
              <a:ext cx="4171950" cy="96216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3BD96E8-C9AF-4509-C924-EE3F8FEA4963}"/>
                </a:ext>
              </a:extLst>
            </p:cNvPr>
            <p:cNvCxnSpPr/>
            <p:nvPr/>
          </p:nvCxnSpPr>
          <p:spPr>
            <a:xfrm flipV="1">
              <a:off x="1003300" y="679450"/>
              <a:ext cx="252484" cy="7779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6C1DD365-FFB8-F40C-E95A-A7B5E53A0E9D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620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03883D1-F3D1-8575-6BC0-D6FF152A7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7545" y="712497"/>
            <a:ext cx="6189345" cy="1238885"/>
          </a:xfrm>
          <a:prstGeom prst="rect">
            <a:avLst/>
          </a:prstGeom>
        </p:spPr>
      </p:pic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Create New Warehouse?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805110" y="1817821"/>
            <a:ext cx="3914824" cy="4342021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Warehouse Ledger – Main Window, you will notice a create button in the upper left of the window. Click the create button and you will be redirect in warehouse ledger – main form.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1200" b="1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click the create button in the warehouse ledger – main window, you will be redirected in warehouse ledger – main form where you will encode the warehouse other information.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above photo, fill in all the necessary details in the provided field.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If done, click save button.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607045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Warehouse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0D8E87-70FD-F2B8-FCFC-0353D069DB09}"/>
              </a:ext>
            </a:extLst>
          </p:cNvPr>
          <p:cNvSpPr txBox="1"/>
          <p:nvPr/>
        </p:nvSpPr>
        <p:spPr>
          <a:xfrm>
            <a:off x="7119936" y="1958206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Warehouse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91FFF82-1202-2BDA-89D7-D4002EAA5861}"/>
              </a:ext>
            </a:extLst>
          </p:cNvPr>
          <p:cNvCxnSpPr/>
          <p:nvPr/>
        </p:nvCxnSpPr>
        <p:spPr>
          <a:xfrm>
            <a:off x="6018948" y="1131915"/>
            <a:ext cx="200025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 Box 22">
            <a:extLst>
              <a:ext uri="{FF2B5EF4-FFF2-40B4-BE49-F238E27FC236}">
                <a16:creationId xmlns:a16="http://schemas.microsoft.com/office/drawing/2014/main" id="{8FA26F56-7ABF-B261-572D-90B136D4B4FE}"/>
              </a:ext>
            </a:extLst>
          </p:cNvPr>
          <p:cNvSpPr txBox="1"/>
          <p:nvPr/>
        </p:nvSpPr>
        <p:spPr>
          <a:xfrm>
            <a:off x="6222598" y="1016715"/>
            <a:ext cx="200025" cy="247650"/>
          </a:xfrm>
          <a:prstGeom prst="rect">
            <a:avLst/>
          </a:prstGeom>
          <a:solidFill>
            <a:srgbClr val="FFFF00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E765F83-8044-D222-3411-977CBAA156F5}"/>
              </a:ext>
            </a:extLst>
          </p:cNvPr>
          <p:cNvSpPr/>
          <p:nvPr/>
        </p:nvSpPr>
        <p:spPr>
          <a:xfrm>
            <a:off x="5218848" y="998565"/>
            <a:ext cx="800100" cy="3333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EE48A08-9CD4-54DD-9C9B-FBD5670C01C2}"/>
              </a:ext>
            </a:extLst>
          </p:cNvPr>
          <p:cNvGrpSpPr/>
          <p:nvPr/>
        </p:nvGrpSpPr>
        <p:grpSpPr>
          <a:xfrm>
            <a:off x="5208900" y="2744247"/>
            <a:ext cx="6428740" cy="3260090"/>
            <a:chOff x="17821" y="144805"/>
            <a:chExt cx="6429182" cy="326031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203B323-ED11-23EC-963C-DD564F4681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21" y="144805"/>
              <a:ext cx="6153702" cy="3189555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F581633-AF23-A32D-A306-1C2CA8A291C8}"/>
                </a:ext>
              </a:extLst>
            </p:cNvPr>
            <p:cNvSpPr/>
            <p:nvPr/>
          </p:nvSpPr>
          <p:spPr>
            <a:xfrm>
              <a:off x="57143" y="1078173"/>
              <a:ext cx="5981700" cy="232694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9EF452E-7BD2-869B-97BE-C7073B1D1C42}"/>
                </a:ext>
              </a:extLst>
            </p:cNvPr>
            <p:cNvCxnSpPr/>
            <p:nvPr/>
          </p:nvCxnSpPr>
          <p:spPr>
            <a:xfrm>
              <a:off x="6046953" y="1151530"/>
              <a:ext cx="2000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 Box 617">
              <a:extLst>
                <a:ext uri="{FF2B5EF4-FFF2-40B4-BE49-F238E27FC236}">
                  <a16:creationId xmlns:a16="http://schemas.microsoft.com/office/drawing/2014/main" id="{66F3DCC9-5E73-18DC-6CC0-ACBCCC869C12}"/>
                </a:ext>
              </a:extLst>
            </p:cNvPr>
            <p:cNvSpPr txBox="1"/>
            <p:nvPr/>
          </p:nvSpPr>
          <p:spPr>
            <a:xfrm>
              <a:off x="6246978" y="1056280"/>
              <a:ext cx="200025" cy="272415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99C4CD6-DEA4-7DD3-0294-EE9AD5FE2CBD}"/>
                </a:ext>
              </a:extLst>
            </p:cNvPr>
            <p:cNvGrpSpPr/>
            <p:nvPr/>
          </p:nvGrpSpPr>
          <p:grpSpPr>
            <a:xfrm>
              <a:off x="4758377" y="562828"/>
              <a:ext cx="1057276" cy="450092"/>
              <a:chOff x="138752" y="67528"/>
              <a:chExt cx="1057276" cy="450092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87FC714-8A1C-D8E5-1F1F-DC2A09D4774F}"/>
                  </a:ext>
                </a:extLst>
              </p:cNvPr>
              <p:cNvSpPr/>
              <p:nvPr/>
            </p:nvSpPr>
            <p:spPr>
              <a:xfrm>
                <a:off x="138752" y="231870"/>
                <a:ext cx="647700" cy="28575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F62902C5-60F6-EC7F-83F9-FF7F9315F03C}"/>
                  </a:ext>
                </a:extLst>
              </p:cNvPr>
              <p:cNvCxnSpPr/>
              <p:nvPr/>
            </p:nvCxnSpPr>
            <p:spPr>
              <a:xfrm>
                <a:off x="786453" y="238978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5" name="Text Box 621">
                <a:extLst>
                  <a:ext uri="{FF2B5EF4-FFF2-40B4-BE49-F238E27FC236}">
                    <a16:creationId xmlns:a16="http://schemas.microsoft.com/office/drawing/2014/main" id="{2727C928-5009-4422-DE0A-0B1017D9B5E1}"/>
                  </a:ext>
                </a:extLst>
              </p:cNvPr>
              <p:cNvSpPr txBox="1"/>
              <p:nvPr/>
            </p:nvSpPr>
            <p:spPr>
              <a:xfrm>
                <a:off x="996003" y="67528"/>
                <a:ext cx="2000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E504809-5017-2537-D12F-D8DB1890F030}"/>
              </a:ext>
            </a:extLst>
          </p:cNvPr>
          <p:cNvSpPr txBox="1"/>
          <p:nvPr/>
        </p:nvSpPr>
        <p:spPr>
          <a:xfrm>
            <a:off x="805109" y="123167"/>
            <a:ext cx="430179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Warehouse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10C4182C-8792-672B-6775-41ECF3CDE8D8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803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826800-9392-972F-2D3C-293307481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828" y="3076491"/>
            <a:ext cx="5909310" cy="30137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EE1651-CC6B-0105-F241-6CDE3F7BEC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2260" y="1222309"/>
            <a:ext cx="6100445" cy="1527810"/>
          </a:xfrm>
          <a:prstGeom prst="rect">
            <a:avLst/>
          </a:prstGeom>
        </p:spPr>
      </p:pic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0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Edit Warehouse Details?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751760" y="1728438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15000"/>
              </a:lnSpc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1.1.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warehouse ledger – main window, search the warehouse name you wish to edit its information in the search bar. Or,</a:t>
            </a:r>
          </a:p>
          <a:p>
            <a:pPr algn="just">
              <a:lnSpc>
                <a:spcPct val="115000"/>
              </a:lnSpc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1.2.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warehouse ledger – main form, click the lookup button and select the warehouse you wish to edit its information by typing its agent name in the search bar.</a:t>
            </a: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6170497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Warehouse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5552EF-4542-F7C6-FDD9-BF1C5F9954D4}"/>
              </a:ext>
            </a:extLst>
          </p:cNvPr>
          <p:cNvSpPr txBox="1"/>
          <p:nvPr/>
        </p:nvSpPr>
        <p:spPr>
          <a:xfrm>
            <a:off x="7119936" y="2625976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Warehouse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Box 18">
            <a:extLst>
              <a:ext uri="{FF2B5EF4-FFF2-40B4-BE49-F238E27FC236}">
                <a16:creationId xmlns:a16="http://schemas.microsoft.com/office/drawing/2014/main" id="{52C01F39-4EB6-6BC7-0D16-9DD6DFAA5F6A}"/>
              </a:ext>
            </a:extLst>
          </p:cNvPr>
          <p:cNvSpPr txBox="1"/>
          <p:nvPr/>
        </p:nvSpPr>
        <p:spPr>
          <a:xfrm>
            <a:off x="751760" y="4269778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select the warehouse, click edit button in the upper right side of warehouse ledger – main form.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5AC340-11E3-F250-BF82-856C7C65636E}"/>
              </a:ext>
            </a:extLst>
          </p:cNvPr>
          <p:cNvSpPr/>
          <p:nvPr/>
        </p:nvSpPr>
        <p:spPr>
          <a:xfrm>
            <a:off x="5296220" y="1773849"/>
            <a:ext cx="799756" cy="3333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0E976E1-2304-E6BF-2E19-3F9EF3731019}"/>
              </a:ext>
            </a:extLst>
          </p:cNvPr>
          <p:cNvCxnSpPr/>
          <p:nvPr/>
        </p:nvCxnSpPr>
        <p:spPr>
          <a:xfrm>
            <a:off x="6095976" y="1907199"/>
            <a:ext cx="199939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Box 404">
            <a:extLst>
              <a:ext uri="{FF2B5EF4-FFF2-40B4-BE49-F238E27FC236}">
                <a16:creationId xmlns:a16="http://schemas.microsoft.com/office/drawing/2014/main" id="{4F990DDF-3650-E270-C0CA-D55B433FD2CD}"/>
              </a:ext>
            </a:extLst>
          </p:cNvPr>
          <p:cNvSpPr txBox="1"/>
          <p:nvPr/>
        </p:nvSpPr>
        <p:spPr>
          <a:xfrm>
            <a:off x="6305435" y="1802424"/>
            <a:ext cx="466524" cy="247650"/>
          </a:xfrm>
          <a:prstGeom prst="rect">
            <a:avLst/>
          </a:prstGeom>
          <a:solidFill>
            <a:srgbClr val="FFFF00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1.1.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4E92762-49C8-A53A-B57F-AA17B6E61CEF}"/>
              </a:ext>
            </a:extLst>
          </p:cNvPr>
          <p:cNvGrpSpPr/>
          <p:nvPr/>
        </p:nvGrpSpPr>
        <p:grpSpPr>
          <a:xfrm>
            <a:off x="6569941" y="4045106"/>
            <a:ext cx="952500" cy="304800"/>
            <a:chOff x="523874" y="28575"/>
            <a:chExt cx="952500" cy="3048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0E10A46-111E-549B-718D-FB0F2E56B188}"/>
                </a:ext>
              </a:extLst>
            </p:cNvPr>
            <p:cNvSpPr/>
            <p:nvPr/>
          </p:nvSpPr>
          <p:spPr>
            <a:xfrm>
              <a:off x="523874" y="28575"/>
              <a:ext cx="275881" cy="3048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48916B7-9118-BBD8-6C0C-F1A4996528C3}"/>
                </a:ext>
              </a:extLst>
            </p:cNvPr>
            <p:cNvCxnSpPr/>
            <p:nvPr/>
          </p:nvCxnSpPr>
          <p:spPr>
            <a:xfrm>
              <a:off x="800100" y="133350"/>
              <a:ext cx="2000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Text Box 632">
              <a:extLst>
                <a:ext uri="{FF2B5EF4-FFF2-40B4-BE49-F238E27FC236}">
                  <a16:creationId xmlns:a16="http://schemas.microsoft.com/office/drawing/2014/main" id="{0F0928DC-D506-CF57-4CA2-451545495654}"/>
                </a:ext>
              </a:extLst>
            </p:cNvPr>
            <p:cNvSpPr txBox="1"/>
            <p:nvPr/>
          </p:nvSpPr>
          <p:spPr>
            <a:xfrm>
              <a:off x="1009649" y="28575"/>
              <a:ext cx="466725" cy="2476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1.2.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06A506B-B6B1-9E74-D3D8-EEA785D5195B}"/>
              </a:ext>
            </a:extLst>
          </p:cNvPr>
          <p:cNvGrpSpPr/>
          <p:nvPr/>
        </p:nvGrpSpPr>
        <p:grpSpPr>
          <a:xfrm>
            <a:off x="10084031" y="3628887"/>
            <a:ext cx="981076" cy="304800"/>
            <a:chOff x="333374" y="28575"/>
            <a:chExt cx="981076" cy="3048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61EFA6F-25B2-5FC4-E090-E156A325CE18}"/>
                </a:ext>
              </a:extLst>
            </p:cNvPr>
            <p:cNvSpPr/>
            <p:nvPr/>
          </p:nvSpPr>
          <p:spPr>
            <a:xfrm>
              <a:off x="333374" y="28575"/>
              <a:ext cx="466381" cy="3048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F609850-B2BC-B167-0776-4301A03ED3A3}"/>
                </a:ext>
              </a:extLst>
            </p:cNvPr>
            <p:cNvCxnSpPr/>
            <p:nvPr/>
          </p:nvCxnSpPr>
          <p:spPr>
            <a:xfrm>
              <a:off x="800100" y="133350"/>
              <a:ext cx="2000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 Box 636">
              <a:extLst>
                <a:ext uri="{FF2B5EF4-FFF2-40B4-BE49-F238E27FC236}">
                  <a16:creationId xmlns:a16="http://schemas.microsoft.com/office/drawing/2014/main" id="{13188245-2CC2-4331-6062-DF5970782846}"/>
                </a:ext>
              </a:extLst>
            </p:cNvPr>
            <p:cNvSpPr txBox="1"/>
            <p:nvPr/>
          </p:nvSpPr>
          <p:spPr>
            <a:xfrm>
              <a:off x="1009650" y="28575"/>
              <a:ext cx="304800" cy="2476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2.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DB938C4-71FC-0FB6-7D27-4684565FE90A}"/>
              </a:ext>
            </a:extLst>
          </p:cNvPr>
          <p:cNvGrpSpPr>
            <a:grpSpLocks/>
          </p:cNvGrpSpPr>
          <p:nvPr/>
        </p:nvGrpSpPr>
        <p:grpSpPr bwMode="auto">
          <a:xfrm>
            <a:off x="6390236" y="4487066"/>
            <a:ext cx="2301875" cy="879475"/>
            <a:chOff x="6116" y="177"/>
            <a:chExt cx="3625" cy="138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295AADE-EAEE-B2B1-EFF8-1EABCE5E7F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6" y="177"/>
              <a:ext cx="3625" cy="1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Text Box 241">
              <a:extLst>
                <a:ext uri="{FF2B5EF4-FFF2-40B4-BE49-F238E27FC236}">
                  <a16:creationId xmlns:a16="http://schemas.microsoft.com/office/drawing/2014/main" id="{09E69B22-F2C0-601D-3299-C83ED0FC47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6" y="177"/>
              <a:ext cx="3625" cy="138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101600" marR="0">
                <a:lnSpc>
                  <a:spcPct val="107000"/>
                </a:lnSpc>
                <a:spcBef>
                  <a:spcPts val="440"/>
                </a:spcBef>
                <a:spcAft>
                  <a:spcPts val="800"/>
                </a:spcAft>
              </a:pPr>
              <a:r>
                <a:rPr lang="en-PH" sz="1000" i="1" dirty="0">
                  <a:solidFill>
                    <a:srgbClr val="4F6128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How to search warehouse?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indent="-22860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Font typeface="+mj-lt"/>
                <a:buAutoNum type="arabicPeriod"/>
                <a:tabLst>
                  <a:tab pos="227330" algn="l"/>
                </a:tabLst>
              </a:pPr>
              <a:r>
                <a:rPr lang="en-US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 the warehouse name in the search bar.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indent="-228600">
                <a:lnSpc>
                  <a:spcPts val="975"/>
                </a:lnSpc>
                <a:spcBef>
                  <a:spcPts val="5"/>
                </a:spcBef>
                <a:spcAft>
                  <a:spcPts val="0"/>
                </a:spcAft>
                <a:buFont typeface="+mj-lt"/>
                <a:buAutoNum type="arabicPeriod"/>
                <a:tabLst>
                  <a:tab pos="203200" algn="l"/>
                </a:tabLst>
              </a:pPr>
              <a:r>
                <a:rPr lang="en-US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‘enter’ in the keyboard to</a:t>
              </a:r>
              <a:r>
                <a:rPr lang="en-US" sz="800" spc="-4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search.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29565" marR="0" indent="-228600">
                <a:lnSpc>
                  <a:spcPts val="975"/>
                </a:lnSpc>
                <a:spcBef>
                  <a:spcPts val="0"/>
                </a:spcBef>
                <a:spcAft>
                  <a:spcPts val="0"/>
                </a:spcAft>
                <a:buFont typeface="+mj-lt"/>
                <a:buAutoNum type="arabicPeriod"/>
                <a:tabLst>
                  <a:tab pos="203200" algn="l"/>
                </a:tabLst>
              </a:pPr>
              <a:r>
                <a:rPr lang="en-PH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the button before the warehouse code to select the warehouse. 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D4C1DF7-DAAD-ECFF-6EEF-10F748F0C5D4}"/>
              </a:ext>
            </a:extLst>
          </p:cNvPr>
          <p:cNvSpPr txBox="1"/>
          <p:nvPr/>
        </p:nvSpPr>
        <p:spPr>
          <a:xfrm>
            <a:off x="805109" y="123167"/>
            <a:ext cx="430179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Warehouse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732A6789-1935-3AC1-8F5A-DB5CFA705499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946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1254088" y="642052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Edit Warehouse Details?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751760" y="2853139"/>
            <a:ext cx="3914824" cy="91590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15000"/>
              </a:lnSpc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Edit the information you want to edit.</a:t>
            </a:r>
          </a:p>
          <a:p>
            <a:pPr algn="just">
              <a:lnSpc>
                <a:spcPct val="115000"/>
              </a:lnSpc>
            </a:pPr>
            <a:endParaRPr lang="en-US" sz="1200" b="1" dirty="0">
              <a:solidFill>
                <a:srgbClr val="00863D"/>
              </a:solidFill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done, click save button. </a:t>
            </a: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5236147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Warehouse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7C4A66E-5C08-0A8A-482C-3AE6F68ECF9C}"/>
              </a:ext>
            </a:extLst>
          </p:cNvPr>
          <p:cNvGrpSpPr/>
          <p:nvPr/>
        </p:nvGrpSpPr>
        <p:grpSpPr>
          <a:xfrm>
            <a:off x="5162548" y="1278719"/>
            <a:ext cx="6467475" cy="3720555"/>
            <a:chOff x="0" y="-56959"/>
            <a:chExt cx="6467475" cy="359954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B1EDFAC-4E49-AC71-38EB-785B36CF7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56959"/>
              <a:ext cx="6189345" cy="321090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551DAE-6E14-A3AF-97E5-210690F4D5DC}"/>
                </a:ext>
              </a:extLst>
            </p:cNvPr>
            <p:cNvSpPr/>
            <p:nvPr/>
          </p:nvSpPr>
          <p:spPr>
            <a:xfrm>
              <a:off x="42863" y="838200"/>
              <a:ext cx="5981700" cy="270438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656344B-18D5-5251-2FC4-FB5038C19B7F}"/>
                </a:ext>
              </a:extLst>
            </p:cNvPr>
            <p:cNvCxnSpPr/>
            <p:nvPr/>
          </p:nvCxnSpPr>
          <p:spPr>
            <a:xfrm>
              <a:off x="6067425" y="1028700"/>
              <a:ext cx="2000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 Box 646">
              <a:extLst>
                <a:ext uri="{FF2B5EF4-FFF2-40B4-BE49-F238E27FC236}">
                  <a16:creationId xmlns:a16="http://schemas.microsoft.com/office/drawing/2014/main" id="{2FCAAA51-DA12-9855-64FD-49CE0417B706}"/>
                </a:ext>
              </a:extLst>
            </p:cNvPr>
            <p:cNvSpPr txBox="1"/>
            <p:nvPr/>
          </p:nvSpPr>
          <p:spPr>
            <a:xfrm>
              <a:off x="6267450" y="933450"/>
              <a:ext cx="200025" cy="272415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7489ED9-9BA1-D0C9-D72A-6A3ADEE2628D}"/>
                </a:ext>
              </a:extLst>
            </p:cNvPr>
            <p:cNvGrpSpPr/>
            <p:nvPr/>
          </p:nvGrpSpPr>
          <p:grpSpPr>
            <a:xfrm>
              <a:off x="4772025" y="381000"/>
              <a:ext cx="1057275" cy="447675"/>
              <a:chOff x="152400" y="-114300"/>
              <a:chExt cx="1057275" cy="447675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D7004E8-7F09-F28E-3197-6C4E9B1747B7}"/>
                  </a:ext>
                </a:extLst>
              </p:cNvPr>
              <p:cNvSpPr/>
              <p:nvPr/>
            </p:nvSpPr>
            <p:spPr>
              <a:xfrm>
                <a:off x="152400" y="47625"/>
                <a:ext cx="647700" cy="28575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66D23A0A-DA4E-8ED0-7A69-C78B85026389}"/>
                  </a:ext>
                </a:extLst>
              </p:cNvPr>
              <p:cNvCxnSpPr/>
              <p:nvPr/>
            </p:nvCxnSpPr>
            <p:spPr>
              <a:xfrm>
                <a:off x="800100" y="571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" name="Text Box 650">
                <a:extLst>
                  <a:ext uri="{FF2B5EF4-FFF2-40B4-BE49-F238E27FC236}">
                    <a16:creationId xmlns:a16="http://schemas.microsoft.com/office/drawing/2014/main" id="{D134015D-2C17-810D-C464-2B30568F5BCB}"/>
                  </a:ext>
                </a:extLst>
              </p:cNvPr>
              <p:cNvSpPr txBox="1"/>
              <p:nvPr/>
            </p:nvSpPr>
            <p:spPr>
              <a:xfrm>
                <a:off x="1009650" y="-114300"/>
                <a:ext cx="2000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B9A8637-DBBB-2A65-94D7-100DEAC6C3CE}"/>
              </a:ext>
            </a:extLst>
          </p:cNvPr>
          <p:cNvSpPr txBox="1"/>
          <p:nvPr/>
        </p:nvSpPr>
        <p:spPr>
          <a:xfrm>
            <a:off x="805109" y="123167"/>
            <a:ext cx="430179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Warehouse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A62C6A21-4B95-AB33-1936-2D1F7953E261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950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FF03CE-6AAD-8F35-E273-FDB717043A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1850" y="1224879"/>
            <a:ext cx="6168390" cy="1762125"/>
          </a:xfrm>
          <a:prstGeom prst="rect">
            <a:avLst/>
          </a:prstGeom>
        </p:spPr>
      </p:pic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Delete a Warehouse ledger?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751760" y="1728439"/>
            <a:ext cx="3914824" cy="199705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the warehouse ledger – main window, search the warehouse you want to delete.</a:t>
            </a:r>
          </a:p>
          <a:p>
            <a:pPr algn="just"/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0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warehouse ledger – main form, click the lookup button and select the warehouse you want to delete.</a:t>
            </a: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442994" y="607045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Warehouse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5552EF-4542-F7C6-FDD9-BF1C5F9954D4}"/>
              </a:ext>
            </a:extLst>
          </p:cNvPr>
          <p:cNvSpPr txBox="1"/>
          <p:nvPr/>
        </p:nvSpPr>
        <p:spPr>
          <a:xfrm>
            <a:off x="7442994" y="277043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Warehouse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Box 18">
            <a:extLst>
              <a:ext uri="{FF2B5EF4-FFF2-40B4-BE49-F238E27FC236}">
                <a16:creationId xmlns:a16="http://schemas.microsoft.com/office/drawing/2014/main" id="{52C01F39-4EB6-6BC7-0D16-9DD6DFAA5F6A}"/>
              </a:ext>
            </a:extLst>
          </p:cNvPr>
          <p:cNvSpPr txBox="1"/>
          <p:nvPr/>
        </p:nvSpPr>
        <p:spPr>
          <a:xfrm>
            <a:off x="943840" y="3725497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Click delete button.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1F9DC9-B20E-0C53-0AE5-9803F1BE6717}"/>
              </a:ext>
            </a:extLst>
          </p:cNvPr>
          <p:cNvSpPr/>
          <p:nvPr/>
        </p:nvSpPr>
        <p:spPr>
          <a:xfrm>
            <a:off x="5031929" y="1831387"/>
            <a:ext cx="799465" cy="3333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822A5D2-CACB-6BC1-8999-3ACE61E269B1}"/>
              </a:ext>
            </a:extLst>
          </p:cNvPr>
          <p:cNvCxnSpPr/>
          <p:nvPr/>
        </p:nvCxnSpPr>
        <p:spPr>
          <a:xfrm>
            <a:off x="5831394" y="1964737"/>
            <a:ext cx="199390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Box 367">
            <a:extLst>
              <a:ext uri="{FF2B5EF4-FFF2-40B4-BE49-F238E27FC236}">
                <a16:creationId xmlns:a16="http://schemas.microsoft.com/office/drawing/2014/main" id="{F56C846C-6A29-44C1-3FCF-8C3B58432683}"/>
              </a:ext>
            </a:extLst>
          </p:cNvPr>
          <p:cNvSpPr txBox="1"/>
          <p:nvPr/>
        </p:nvSpPr>
        <p:spPr>
          <a:xfrm>
            <a:off x="6040944" y="1859962"/>
            <a:ext cx="466090" cy="247650"/>
          </a:xfrm>
          <a:prstGeom prst="rect">
            <a:avLst/>
          </a:prstGeom>
          <a:solidFill>
            <a:srgbClr val="FFFF00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1.1.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921B50-2E7D-044E-08D9-CFF28836E1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1370" y="3429000"/>
            <a:ext cx="6198870" cy="269113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7070677-23D5-2D39-835B-C6A9AA5E95C8}"/>
              </a:ext>
            </a:extLst>
          </p:cNvPr>
          <p:cNvGrpSpPr/>
          <p:nvPr/>
        </p:nvGrpSpPr>
        <p:grpSpPr>
          <a:xfrm>
            <a:off x="6419058" y="3861531"/>
            <a:ext cx="3028950" cy="1635125"/>
            <a:chOff x="0" y="0"/>
            <a:chExt cx="3028950" cy="163512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F7E459D-1D2B-B38C-431A-2C47425ABCF2}"/>
                </a:ext>
              </a:extLst>
            </p:cNvPr>
            <p:cNvGrpSpPr/>
            <p:nvPr/>
          </p:nvGrpSpPr>
          <p:grpSpPr>
            <a:xfrm>
              <a:off x="76200" y="317500"/>
              <a:ext cx="952500" cy="304800"/>
              <a:chOff x="523874" y="28575"/>
              <a:chExt cx="952500" cy="304800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CBD020E-CA0B-7B0F-14C7-E0FC19775015}"/>
                  </a:ext>
                </a:extLst>
              </p:cNvPr>
              <p:cNvSpPr/>
              <p:nvPr/>
            </p:nvSpPr>
            <p:spPr>
              <a:xfrm>
                <a:off x="523874" y="28575"/>
                <a:ext cx="275881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CDBDBA92-68D4-9C4C-6516-3F6FB9F44814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2" name="Text Box 665">
                <a:extLst>
                  <a:ext uri="{FF2B5EF4-FFF2-40B4-BE49-F238E27FC236}">
                    <a16:creationId xmlns:a16="http://schemas.microsoft.com/office/drawing/2014/main" id="{31707C36-BB2F-2D6A-CAC6-C8C8C1C1F80E}"/>
                  </a:ext>
                </a:extLst>
              </p:cNvPr>
              <p:cNvSpPr txBox="1"/>
              <p:nvPr/>
            </p:nvSpPr>
            <p:spPr>
              <a:xfrm>
                <a:off x="1009649" y="28575"/>
                <a:ext cx="4667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1.2.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ECB578D-6CDE-7946-9CB6-4A83D4FE0B51}"/>
                </a:ext>
              </a:extLst>
            </p:cNvPr>
            <p:cNvGrpSpPr/>
            <p:nvPr/>
          </p:nvGrpSpPr>
          <p:grpSpPr>
            <a:xfrm>
              <a:off x="1943100" y="0"/>
              <a:ext cx="1085850" cy="304800"/>
              <a:chOff x="228600" y="28575"/>
              <a:chExt cx="1085850" cy="30480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AF0A66C-1D9F-C915-50EB-FE8795ADBCD3}"/>
                  </a:ext>
                </a:extLst>
              </p:cNvPr>
              <p:cNvSpPr/>
              <p:nvPr/>
            </p:nvSpPr>
            <p:spPr>
              <a:xfrm>
                <a:off x="228600" y="28575"/>
                <a:ext cx="571156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8CA37DEA-64FA-AACB-79E5-84F5015D33E6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Text Box 661">
                <a:extLst>
                  <a:ext uri="{FF2B5EF4-FFF2-40B4-BE49-F238E27FC236}">
                    <a16:creationId xmlns:a16="http://schemas.microsoft.com/office/drawing/2014/main" id="{5265305E-3F52-3228-29CC-3A10DAF84100}"/>
                  </a:ext>
                </a:extLst>
              </p:cNvPr>
              <p:cNvSpPr txBox="1"/>
              <p:nvPr/>
            </p:nvSpPr>
            <p:spPr>
              <a:xfrm>
                <a:off x="1009650" y="28575"/>
                <a:ext cx="304800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2.</a:t>
                </a:r>
              </a:p>
            </p:txBody>
          </p:sp>
        </p:grpSp>
        <p:sp>
          <p:nvSpPr>
            <p:cNvPr id="25" name="Text Box 241">
              <a:extLst>
                <a:ext uri="{FF2B5EF4-FFF2-40B4-BE49-F238E27FC236}">
                  <a16:creationId xmlns:a16="http://schemas.microsoft.com/office/drawing/2014/main" id="{2B2C6FCC-FB22-5E52-F739-0FBB142D5C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755650"/>
              <a:ext cx="2552700" cy="87947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101600" marR="0">
                <a:lnSpc>
                  <a:spcPct val="107000"/>
                </a:lnSpc>
                <a:spcBef>
                  <a:spcPts val="440"/>
                </a:spcBef>
                <a:spcAft>
                  <a:spcPts val="800"/>
                </a:spcAft>
              </a:pPr>
              <a:r>
                <a:rPr lang="en-PH" sz="1000" i="1" dirty="0">
                  <a:solidFill>
                    <a:srgbClr val="4F6128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How to search </a:t>
              </a:r>
              <a:r>
                <a:rPr lang="en-PH" sz="1000" i="1" dirty="0">
                  <a:solidFill>
                    <a:srgbClr val="4F612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warehouse</a:t>
              </a:r>
              <a:r>
                <a:rPr lang="en-PH" sz="1000" i="1" dirty="0">
                  <a:solidFill>
                    <a:srgbClr val="4F6128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?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indent="-22860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Font typeface="+mj-lt"/>
                <a:buAutoNum type="arabicPeriod"/>
                <a:tabLst>
                  <a:tab pos="227330" algn="l"/>
                </a:tabLst>
              </a:pPr>
              <a:r>
                <a:rPr lang="en-US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 the warehouse name in the search bar.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indent="-228600">
                <a:lnSpc>
                  <a:spcPts val="975"/>
                </a:lnSpc>
                <a:spcBef>
                  <a:spcPts val="5"/>
                </a:spcBef>
                <a:spcAft>
                  <a:spcPts val="0"/>
                </a:spcAft>
                <a:buFont typeface="+mj-lt"/>
                <a:buAutoNum type="arabicPeriod"/>
                <a:tabLst>
                  <a:tab pos="203200" algn="l"/>
                </a:tabLst>
              </a:pPr>
              <a:r>
                <a:rPr lang="en-US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‘enter’ in the keyboard to</a:t>
              </a:r>
              <a:r>
                <a:rPr lang="en-US" sz="800" spc="-4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search.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29565" marR="0" indent="-228600">
                <a:lnSpc>
                  <a:spcPts val="975"/>
                </a:lnSpc>
                <a:spcBef>
                  <a:spcPts val="0"/>
                </a:spcBef>
                <a:spcAft>
                  <a:spcPts val="0"/>
                </a:spcAft>
                <a:buFont typeface="+mj-lt"/>
                <a:buAutoNum type="arabicPeriod"/>
                <a:tabLst>
                  <a:tab pos="203200" algn="l"/>
                </a:tabLst>
              </a:pPr>
              <a:r>
                <a:rPr lang="en-PH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the button before the warehouse code to select the warehouse. 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5EED128-4EE7-2802-01BF-F51445F8366D}"/>
              </a:ext>
            </a:extLst>
          </p:cNvPr>
          <p:cNvSpPr txBox="1"/>
          <p:nvPr/>
        </p:nvSpPr>
        <p:spPr>
          <a:xfrm>
            <a:off x="805109" y="123167"/>
            <a:ext cx="430179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Warehouse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227D5137-3CC3-3A0A-A339-5B9FDE10A081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387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E7777D04-D73F-74AB-C30B-7D3C9397264F}"/>
              </a:ext>
            </a:extLst>
          </p:cNvPr>
          <p:cNvSpPr txBox="1"/>
          <p:nvPr/>
        </p:nvSpPr>
        <p:spPr>
          <a:xfrm>
            <a:off x="805109" y="2909762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Other Buttons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0E3D71-185B-02CA-9FE9-DE20DEB6E60D}"/>
              </a:ext>
            </a:extLst>
          </p:cNvPr>
          <p:cNvSpPr txBox="1"/>
          <p:nvPr/>
        </p:nvSpPr>
        <p:spPr>
          <a:xfrm>
            <a:off x="805109" y="123167"/>
            <a:ext cx="430179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Warehouse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5276E672-73F0-93BA-39D1-748CD9CDD4B4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4B885D-2139-EA6D-D72D-3AD850708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906" y="2056881"/>
            <a:ext cx="678180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29001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497</Words>
  <Application>Microsoft Office PowerPoint</Application>
  <PresentationFormat>Widescreen</PresentationFormat>
  <Paragraphs>120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Animosa Extra Bold</vt:lpstr>
      <vt:lpstr>Arial</vt:lpstr>
      <vt:lpstr>Bahnschrift Condensed</vt:lpstr>
      <vt:lpstr>Bodoni MT Condensed</vt:lpstr>
      <vt:lpstr>Calibri</vt:lpstr>
      <vt:lpstr>Calibri Light</vt:lpstr>
      <vt:lpstr>Century Gothic</vt:lpstr>
      <vt:lpstr>Chivo Light</vt:lpstr>
      <vt:lpstr>Verdana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Janine Calawod</dc:creator>
  <cp:lastModifiedBy>Janine Calawod</cp:lastModifiedBy>
  <cp:revision>5</cp:revision>
  <dcterms:created xsi:type="dcterms:W3CDTF">2023-01-10T03:19:06Z</dcterms:created>
  <dcterms:modified xsi:type="dcterms:W3CDTF">2023-01-10T03:23:22Z</dcterms:modified>
</cp:coreProperties>
</file>