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9" r:id="rId2"/>
    <p:sldId id="350" r:id="rId3"/>
    <p:sldId id="351" r:id="rId4"/>
    <p:sldId id="401" r:id="rId5"/>
    <p:sldId id="402" r:id="rId6"/>
    <p:sldId id="403" r:id="rId7"/>
    <p:sldId id="3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195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863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542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99628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4133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169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7122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615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2177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2494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2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124321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Seminar</a:t>
            </a:r>
            <a:endParaRPr lang="en-US" sz="96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chemeClr val="bg1"/>
              </a:solidFill>
              <a:ea typeface="Open Sans" panose="020B0606030504020204" pitchFamily="34" charset="0"/>
              <a:cs typeface="Times New Roman" panose="02020603050405020304" pitchFamily="18" charset="0"/>
            </a:endParaRPr>
          </a:p>
          <a:p>
            <a:pPr marL="0" marR="0" algn="ctr">
              <a:lnSpc>
                <a:spcPct val="107000"/>
              </a:lnSpc>
              <a:spcBef>
                <a:spcPts val="0"/>
              </a:spcBef>
              <a:spcAft>
                <a:spcPts val="800"/>
              </a:spcAft>
            </a:pPr>
            <a:r>
              <a:rPr lang="en-US" sz="1400" dirty="0">
                <a:solidFill>
                  <a:schemeClr val="bg1"/>
                </a:solidFill>
                <a:ea typeface="Open Sans" panose="020B0606030504020204" pitchFamily="34" charset="0"/>
                <a:cs typeface="Times New Roman" panose="02020603050405020304" pitchFamily="18" charset="0"/>
              </a:rPr>
              <a:t>Seminar is a module where list of seminars are setup</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927061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Seminar module under CRM, Seminar main window will display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369916" y="3650395"/>
            <a:ext cx="2552700" cy="174623"/>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Seminar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9" name="Group 8">
            <a:extLst>
              <a:ext uri="{FF2B5EF4-FFF2-40B4-BE49-F238E27FC236}">
                <a16:creationId xmlns:a16="http://schemas.microsoft.com/office/drawing/2014/main" id="{0BC0152A-3CC7-75C8-F060-7828BC364B57}"/>
              </a:ext>
            </a:extLst>
          </p:cNvPr>
          <p:cNvGrpSpPr/>
          <p:nvPr/>
        </p:nvGrpSpPr>
        <p:grpSpPr>
          <a:xfrm>
            <a:off x="5558762" y="1421544"/>
            <a:ext cx="12192000" cy="2316163"/>
            <a:chOff x="0" y="0"/>
            <a:chExt cx="12192000" cy="2316163"/>
          </a:xfrm>
        </p:grpSpPr>
        <p:pic>
          <p:nvPicPr>
            <p:cNvPr id="11265" name="Picture 1">
              <a:extLst>
                <a:ext uri="{FF2B5EF4-FFF2-40B4-BE49-F238E27FC236}">
                  <a16:creationId xmlns:a16="http://schemas.microsoft.com/office/drawing/2014/main" id="{E010FDEC-05CC-3F30-6790-B0DC1BAA3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 y="676275"/>
              <a:ext cx="5959475" cy="16398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D10AE79D-59FE-2108-5770-3C55980BF969}"/>
                </a:ext>
              </a:extLst>
            </p:cNvPr>
            <p:cNvSpPr>
              <a:spLocks noChangeArrowheads="1"/>
            </p:cNvSpPr>
            <p:nvPr/>
          </p:nvSpPr>
          <p:spPr bwMode="auto">
            <a:xfrm>
              <a:off x="3175" y="1795463"/>
              <a:ext cx="884238"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 name="Rectangle 3">
              <a:extLst>
                <a:ext uri="{FF2B5EF4-FFF2-40B4-BE49-F238E27FC236}">
                  <a16:creationId xmlns:a16="http://schemas.microsoft.com/office/drawing/2014/main" id="{D61DFA29-5A69-B437-157E-7B340B3A2948}"/>
                </a:ext>
              </a:extLst>
            </p:cNvPr>
            <p:cNvSpPr>
              <a:spLocks noChangeArrowheads="1"/>
            </p:cNvSpPr>
            <p:nvPr/>
          </p:nvSpPr>
          <p:spPr bwMode="auto">
            <a:xfrm>
              <a:off x="976313" y="1082675"/>
              <a:ext cx="4960937" cy="88900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5" name="AutoShape 2">
              <a:extLst>
                <a:ext uri="{FF2B5EF4-FFF2-40B4-BE49-F238E27FC236}">
                  <a16:creationId xmlns:a16="http://schemas.microsoft.com/office/drawing/2014/main" id="{90ED56D7-C0D9-B8CE-8FB4-CEAC361C85AC}"/>
                </a:ext>
              </a:extLst>
            </p:cNvPr>
            <p:cNvSpPr>
              <a:spLocks noChangeShapeType="1"/>
            </p:cNvSpPr>
            <p:nvPr/>
          </p:nvSpPr>
          <p:spPr bwMode="auto">
            <a:xfrm flipV="1">
              <a:off x="892175" y="1795463"/>
              <a:ext cx="85725" cy="1254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5">
              <a:extLst>
                <a:ext uri="{FF2B5EF4-FFF2-40B4-BE49-F238E27FC236}">
                  <a16:creationId xmlns:a16="http://schemas.microsoft.com/office/drawing/2014/main" id="{94F07B85-BF4C-0B6F-1C2E-0CCB435B2E2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a:extLst>
                <a:ext uri="{FF2B5EF4-FFF2-40B4-BE49-F238E27FC236}">
                  <a16:creationId xmlns:a16="http://schemas.microsoft.com/office/drawing/2014/main" id="{71FF9458-9664-637C-544A-B8698A495E1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900" b="1" i="1" u="none" strike="noStrike" cap="none" normalizeH="0" baseline="0" dirty="0">
                  <a:ln>
                    <a:noFill/>
                  </a:ln>
                  <a:solidFill>
                    <a:srgbClr val="404040"/>
                  </a:solidFill>
                  <a:effectLst/>
                  <a:latin typeface="Chivo Light" panose="020B0303030202020804" pitchFamily="34" charset="0"/>
                  <a:ea typeface="Calibri" panose="020F0502020204030204" pitchFamily="34" charset="0"/>
                  <a:cs typeface="Times New Roman" panose="02020603050405020304" pitchFamily="18" charset="0"/>
                </a:rPr>
                <a:t>Seminar</a:t>
              </a:r>
              <a:r>
                <a:rPr kumimoji="0" lang="en-PH" altLang="en-US" sz="900" b="1" i="1" u="none" strike="noStrike" cap="none" normalizeH="0" baseline="0" dirty="0">
                  <a:ln>
                    <a:noFill/>
                  </a:ln>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PH" altLang="en-US" sz="900" b="1" i="1" u="none" strike="noStrike" cap="none" normalizeH="0" baseline="0" dirty="0">
                  <a:ln>
                    <a:noFill/>
                  </a:ln>
                  <a:solidFill>
                    <a:srgbClr val="404040"/>
                  </a:solidFill>
                  <a:effectLst/>
                  <a:latin typeface="Chivo Light" panose="020B0303030202020804" pitchFamily="34" charset="0"/>
                  <a:ea typeface="Calibri" panose="020F0502020204030204" pitchFamily="34" charset="0"/>
                  <a:cs typeface="Times New Roman" panose="02020603050405020304" pitchFamily="18" charset="0"/>
                </a:rPr>
                <a:t> Main Window</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312757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Setup Seminar Masterfile?</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Seminar– Main Window, you will notice an add button in the upper right parallel to other buttons. Click add button and you will be provided a field where you can add new seminar.</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now type the details of new seminar.</a:t>
            </a:r>
          </a:p>
          <a:p>
            <a:pPr marR="0" lvl="0" algn="just">
              <a:lnSpc>
                <a:spcPct val="115000"/>
              </a:lnSpc>
              <a:spcBef>
                <a:spcPts val="0"/>
              </a:spcBef>
              <a:spcAft>
                <a:spcPts val="0"/>
              </a:spcAft>
              <a:buSzPts val="1200"/>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filing the necessary information, click save button under action column to save that specific seminar or you may click save all button parallel to other buttons in the upper side of the main window.</a:t>
            </a:r>
          </a:p>
          <a:p>
            <a:pPr marR="0" lvl="0" algn="just">
              <a:lnSpc>
                <a:spcPct val="115000"/>
              </a:lnSpc>
              <a:spcBef>
                <a:spcPts val="0"/>
              </a:spcBef>
              <a:spcAft>
                <a:spcPts val="0"/>
              </a:spcAft>
              <a:buSzPts val="1200"/>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add more, repeat step 1 and 2 before doing step 3.</a:t>
            </a:r>
          </a:p>
          <a:p>
            <a:pPr marR="0" lvl="0" algn="just">
              <a:lnSpc>
                <a:spcPct val="115000"/>
              </a:lnSpc>
              <a:spcBef>
                <a:spcPts val="0"/>
              </a:spcBef>
              <a:spcAft>
                <a:spcPts val="0"/>
              </a:spcAft>
              <a:buSzPts val="1200"/>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adding the seminar, click the plus sign under action column to add list of attendees of the seminar.</a:t>
            </a: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A9CF4607-7794-C538-1ECD-05CBE079A82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24" name="Group 23">
            <a:extLst>
              <a:ext uri="{FF2B5EF4-FFF2-40B4-BE49-F238E27FC236}">
                <a16:creationId xmlns:a16="http://schemas.microsoft.com/office/drawing/2014/main" id="{92C7C338-FC50-B8DC-2743-4CA712046D52}"/>
              </a:ext>
            </a:extLst>
          </p:cNvPr>
          <p:cNvGrpSpPr/>
          <p:nvPr/>
        </p:nvGrpSpPr>
        <p:grpSpPr>
          <a:xfrm>
            <a:off x="5380189" y="477110"/>
            <a:ext cx="12192000" cy="2266950"/>
            <a:chOff x="0" y="0"/>
            <a:chExt cx="12192000" cy="2266950"/>
          </a:xfrm>
        </p:grpSpPr>
        <p:pic>
          <p:nvPicPr>
            <p:cNvPr id="13313" name="Picture 1297">
              <a:extLst>
                <a:ext uri="{FF2B5EF4-FFF2-40B4-BE49-F238E27FC236}">
                  <a16:creationId xmlns:a16="http://schemas.microsoft.com/office/drawing/2014/main" id="{F0850AE7-D310-083F-5554-2EE4FFF76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703263"/>
              <a:ext cx="6024563" cy="156368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1">
              <a:extLst>
                <a:ext uri="{FF2B5EF4-FFF2-40B4-BE49-F238E27FC236}">
                  <a16:creationId xmlns:a16="http://schemas.microsoft.com/office/drawing/2014/main" id="{82FC8F2A-2179-F7D8-A605-9494C6A18A8E}"/>
                </a:ext>
              </a:extLst>
            </p:cNvPr>
            <p:cNvSpPr>
              <a:spLocks noChangeArrowheads="1"/>
            </p:cNvSpPr>
            <p:nvPr/>
          </p:nvSpPr>
          <p:spPr bwMode="auto">
            <a:xfrm>
              <a:off x="3859213" y="1527175"/>
              <a:ext cx="4429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5" name="Text Box 10">
              <a:extLst>
                <a:ext uri="{FF2B5EF4-FFF2-40B4-BE49-F238E27FC236}">
                  <a16:creationId xmlns:a16="http://schemas.microsoft.com/office/drawing/2014/main" id="{C9DCAC17-EBA7-6C21-F9B6-716387FDCA3F}"/>
                </a:ext>
              </a:extLst>
            </p:cNvPr>
            <p:cNvSpPr txBox="1">
              <a:spLocks noChangeArrowheads="1"/>
            </p:cNvSpPr>
            <p:nvPr/>
          </p:nvSpPr>
          <p:spPr bwMode="auto">
            <a:xfrm>
              <a:off x="4102100" y="12223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AutoShape 9">
              <a:extLst>
                <a:ext uri="{FF2B5EF4-FFF2-40B4-BE49-F238E27FC236}">
                  <a16:creationId xmlns:a16="http://schemas.microsoft.com/office/drawing/2014/main" id="{1F28275C-DAA0-521D-106F-A9869B5A685A}"/>
                </a:ext>
              </a:extLst>
            </p:cNvPr>
            <p:cNvSpPr>
              <a:spLocks noChangeShapeType="1"/>
            </p:cNvSpPr>
            <p:nvPr/>
          </p:nvSpPr>
          <p:spPr bwMode="auto">
            <a:xfrm flipV="1">
              <a:off x="3925888" y="13779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72FC2A44-98B4-F4E6-5C6F-424E1218C2C3}"/>
                </a:ext>
              </a:extLst>
            </p:cNvPr>
            <p:cNvPicPr>
              <a:picLocks noChangeAspect="1"/>
            </p:cNvPicPr>
            <p:nvPr/>
          </p:nvPicPr>
          <p:blipFill>
            <a:blip r:embed="rId4"/>
            <a:stretch>
              <a:fillRect/>
            </a:stretch>
          </p:blipFill>
          <p:spPr bwMode="auto">
            <a:xfrm>
              <a:off x="336550" y="1841817"/>
              <a:ext cx="5759450" cy="288290"/>
            </a:xfrm>
            <a:prstGeom prst="rect">
              <a:avLst/>
            </a:prstGeom>
            <a:ln>
              <a:noFill/>
            </a:ln>
            <a:effectLst>
              <a:outerShdw blurRad="292100" dist="139700" dir="2700000" algn="tl" rotWithShape="0">
                <a:srgbClr val="333333">
                  <a:alpha val="65000"/>
                </a:srgbClr>
              </a:outerShdw>
            </a:effectLst>
          </p:spPr>
        </p:pic>
        <p:sp>
          <p:nvSpPr>
            <p:cNvPr id="9" name="AutoShape 7">
              <a:extLst>
                <a:ext uri="{FF2B5EF4-FFF2-40B4-BE49-F238E27FC236}">
                  <a16:creationId xmlns:a16="http://schemas.microsoft.com/office/drawing/2014/main" id="{740FB46D-45EF-D597-C2DF-86AB7F084A35}"/>
                </a:ext>
              </a:extLst>
            </p:cNvPr>
            <p:cNvSpPr>
              <a:spLocks noChangeArrowheads="1"/>
            </p:cNvSpPr>
            <p:nvPr/>
          </p:nvSpPr>
          <p:spPr bwMode="auto">
            <a:xfrm>
              <a:off x="3530600" y="1541463"/>
              <a:ext cx="395288"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 name="Rectangle 6">
              <a:extLst>
                <a:ext uri="{FF2B5EF4-FFF2-40B4-BE49-F238E27FC236}">
                  <a16:creationId xmlns:a16="http://schemas.microsoft.com/office/drawing/2014/main" id="{4B8C7303-B8CC-AC8C-D2AA-38E56D47499D}"/>
                </a:ext>
              </a:extLst>
            </p:cNvPr>
            <p:cNvSpPr>
              <a:spLocks noChangeArrowheads="1"/>
            </p:cNvSpPr>
            <p:nvPr/>
          </p:nvSpPr>
          <p:spPr bwMode="auto">
            <a:xfrm>
              <a:off x="4392613" y="1527175"/>
              <a:ext cx="5064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5" name="Text Box 5">
              <a:extLst>
                <a:ext uri="{FF2B5EF4-FFF2-40B4-BE49-F238E27FC236}">
                  <a16:creationId xmlns:a16="http://schemas.microsoft.com/office/drawing/2014/main" id="{8437BC58-7142-6946-9A45-A3220FBA5707}"/>
                </a:ext>
              </a:extLst>
            </p:cNvPr>
            <p:cNvSpPr txBox="1">
              <a:spLocks noChangeArrowheads="1"/>
            </p:cNvSpPr>
            <p:nvPr/>
          </p:nvSpPr>
          <p:spPr bwMode="auto">
            <a:xfrm>
              <a:off x="4699000" y="122078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AutoShape 4">
              <a:extLst>
                <a:ext uri="{FF2B5EF4-FFF2-40B4-BE49-F238E27FC236}">
                  <a16:creationId xmlns:a16="http://schemas.microsoft.com/office/drawing/2014/main" id="{73C194F6-A68F-EA71-2C62-B8060D40A4F0}"/>
                </a:ext>
              </a:extLst>
            </p:cNvPr>
            <p:cNvSpPr>
              <a:spLocks noChangeShapeType="1"/>
            </p:cNvSpPr>
            <p:nvPr/>
          </p:nvSpPr>
          <p:spPr bwMode="auto">
            <a:xfrm flipV="1">
              <a:off x="4522788" y="13779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3">
              <a:extLst>
                <a:ext uri="{FF2B5EF4-FFF2-40B4-BE49-F238E27FC236}">
                  <a16:creationId xmlns:a16="http://schemas.microsoft.com/office/drawing/2014/main" id="{B1A05D67-AF9E-5FB2-9D1F-9F1AEEA42C18}"/>
                </a:ext>
              </a:extLst>
            </p:cNvPr>
            <p:cNvSpPr>
              <a:spLocks noChangeArrowheads="1"/>
            </p:cNvSpPr>
            <p:nvPr/>
          </p:nvSpPr>
          <p:spPr bwMode="auto">
            <a:xfrm>
              <a:off x="573088" y="1873250"/>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8" name="Text Box 2">
              <a:extLst>
                <a:ext uri="{FF2B5EF4-FFF2-40B4-BE49-F238E27FC236}">
                  <a16:creationId xmlns:a16="http://schemas.microsoft.com/office/drawing/2014/main" id="{0D3D22B5-BFAC-A3E7-9748-40CF808FFEAA}"/>
                </a:ext>
              </a:extLst>
            </p:cNvPr>
            <p:cNvSpPr txBox="1">
              <a:spLocks noChangeArrowheads="1"/>
            </p:cNvSpPr>
            <p:nvPr/>
          </p:nvSpPr>
          <p:spPr bwMode="auto">
            <a:xfrm>
              <a:off x="573088" y="15589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2">
              <a:extLst>
                <a:ext uri="{FF2B5EF4-FFF2-40B4-BE49-F238E27FC236}">
                  <a16:creationId xmlns:a16="http://schemas.microsoft.com/office/drawing/2014/main" id="{83FDDAD9-727B-3E58-2F04-6CE668BADBA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6">
              <a:extLst>
                <a:ext uri="{FF2B5EF4-FFF2-40B4-BE49-F238E27FC236}">
                  <a16:creationId xmlns:a16="http://schemas.microsoft.com/office/drawing/2014/main" id="{02377928-160C-D0AC-3909-B9774A488C3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32" name="Group 31">
            <a:extLst>
              <a:ext uri="{FF2B5EF4-FFF2-40B4-BE49-F238E27FC236}">
                <a16:creationId xmlns:a16="http://schemas.microsoft.com/office/drawing/2014/main" id="{38760715-CB60-171B-FE63-EAF520D987DC}"/>
              </a:ext>
            </a:extLst>
          </p:cNvPr>
          <p:cNvGrpSpPr/>
          <p:nvPr/>
        </p:nvGrpSpPr>
        <p:grpSpPr>
          <a:xfrm>
            <a:off x="5143525" y="2769460"/>
            <a:ext cx="12192000" cy="2729774"/>
            <a:chOff x="0" y="0"/>
            <a:chExt cx="12192000" cy="2729774"/>
          </a:xfrm>
        </p:grpSpPr>
        <p:pic>
          <p:nvPicPr>
            <p:cNvPr id="13329" name="Picture 22">
              <a:extLst>
                <a:ext uri="{FF2B5EF4-FFF2-40B4-BE49-F238E27FC236}">
                  <a16:creationId xmlns:a16="http://schemas.microsoft.com/office/drawing/2014/main" id="{08BD66DE-7D23-90CF-6D8D-D4F1B2BEC6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238" y="469900"/>
              <a:ext cx="6103937" cy="12811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F00D33D8-E2D0-29B6-BD69-E9458FEA9F34}"/>
                </a:ext>
              </a:extLst>
            </p:cNvPr>
            <p:cNvPicPr>
              <a:picLocks noChangeAspect="1"/>
            </p:cNvPicPr>
            <p:nvPr/>
          </p:nvPicPr>
          <p:blipFill>
            <a:blip r:embed="rId6"/>
            <a:srcRect/>
            <a:stretch>
              <a:fillRect/>
            </a:stretch>
          </p:blipFill>
          <p:spPr bwMode="auto">
            <a:xfrm>
              <a:off x="725488" y="1869349"/>
              <a:ext cx="5825490" cy="860425"/>
            </a:xfrm>
            <a:prstGeom prst="rect">
              <a:avLst/>
            </a:prstGeom>
            <a:ln>
              <a:noFill/>
            </a:ln>
            <a:effectLst>
              <a:outerShdw blurRad="292100" dist="139700" dir="2700000" algn="tl" rotWithShape="0">
                <a:srgbClr val="333333">
                  <a:alpha val="65000"/>
                </a:srgbClr>
              </a:outerShdw>
            </a:effectLst>
          </p:spPr>
        </p:pic>
        <p:sp>
          <p:nvSpPr>
            <p:cNvPr id="26" name="Rectangle 19">
              <a:extLst>
                <a:ext uri="{FF2B5EF4-FFF2-40B4-BE49-F238E27FC236}">
                  <a16:creationId xmlns:a16="http://schemas.microsoft.com/office/drawing/2014/main" id="{183627DC-1622-BEAF-1F64-9E35DA2DB3C6}"/>
                </a:ext>
              </a:extLst>
            </p:cNvPr>
            <p:cNvSpPr>
              <a:spLocks noChangeArrowheads="1"/>
            </p:cNvSpPr>
            <p:nvPr/>
          </p:nvSpPr>
          <p:spPr bwMode="auto">
            <a:xfrm>
              <a:off x="674688" y="1449388"/>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7" name="Text Box 21">
              <a:extLst>
                <a:ext uri="{FF2B5EF4-FFF2-40B4-BE49-F238E27FC236}">
                  <a16:creationId xmlns:a16="http://schemas.microsoft.com/office/drawing/2014/main" id="{3DB9820F-D767-7B87-51D9-C91E6679C01D}"/>
                </a:ext>
              </a:extLst>
            </p:cNvPr>
            <p:cNvSpPr txBox="1">
              <a:spLocks noChangeArrowheads="1"/>
            </p:cNvSpPr>
            <p:nvPr/>
          </p:nvSpPr>
          <p:spPr bwMode="auto">
            <a:xfrm>
              <a:off x="725488" y="11461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AutoShape 18">
              <a:extLst>
                <a:ext uri="{FF2B5EF4-FFF2-40B4-BE49-F238E27FC236}">
                  <a16:creationId xmlns:a16="http://schemas.microsoft.com/office/drawing/2014/main" id="{5A5A6B45-2E35-AD8B-C198-7CC282DEA8C5}"/>
                </a:ext>
              </a:extLst>
            </p:cNvPr>
            <p:cNvSpPr>
              <a:spLocks noChangeArrowheads="1"/>
            </p:cNvSpPr>
            <p:nvPr/>
          </p:nvSpPr>
          <p:spPr bwMode="auto">
            <a:xfrm>
              <a:off x="401638" y="1519238"/>
              <a:ext cx="273050" cy="520700"/>
            </a:xfrm>
            <a:prstGeom prst="curvedRightArrow">
              <a:avLst>
                <a:gd name="adj1" fmla="val 38140"/>
                <a:gd name="adj2" fmla="val 76279"/>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22">
              <a:extLst>
                <a:ext uri="{FF2B5EF4-FFF2-40B4-BE49-F238E27FC236}">
                  <a16:creationId xmlns:a16="http://schemas.microsoft.com/office/drawing/2014/main" id="{25F6CBCE-C2F8-C380-A5FE-69F2095BF9A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24">
              <a:extLst>
                <a:ext uri="{FF2B5EF4-FFF2-40B4-BE49-F238E27FC236}">
                  <a16:creationId xmlns:a16="http://schemas.microsoft.com/office/drawing/2014/main" id="{ECA184A5-8078-B56F-0498-ACF90CDDB95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2158431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11861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Add Attendee/s in a Seminar?</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657563"/>
            <a:ext cx="3914824" cy="45735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Click new button.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You may now select the company by clicking the lookup button under company name. </a:t>
            </a:r>
            <a:r>
              <a:rPr lang="en-US" sz="1200" dirty="0">
                <a:latin typeface="Chivo Light" panose="020B0303030202020804" pitchFamily="34" charset="0"/>
                <a:ea typeface="Times New Roman" panose="02020603050405020304" pitchFamily="18" charset="0"/>
                <a:cs typeface="Times New Roman" panose="02020603050405020304" pitchFamily="18" charset="0"/>
              </a:rPr>
              <a:t>Or, if is a new company, simply input the information of the company on the fields accordingly.</a:t>
            </a: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filing the necessary information, click save button under action column to save that specific attendee or you may click save all button parallel to other buttons in the upper side.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you want to add more, repeat step 1 and 2 before doing step 3.</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5</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For new companies, you may click the create profile button to create a customer profile of the company. This function will automatically create a customer code and profile base on the given information. You may finalize the data of the company on the Customer Ledger afterwards.</a:t>
            </a: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A9CF4607-7794-C538-1ECD-05CBE079A82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40" name="Group 39">
            <a:extLst>
              <a:ext uri="{FF2B5EF4-FFF2-40B4-BE49-F238E27FC236}">
                <a16:creationId xmlns:a16="http://schemas.microsoft.com/office/drawing/2014/main" id="{25291BCB-B328-82D0-861C-EF33F1ED00F3}"/>
              </a:ext>
            </a:extLst>
          </p:cNvPr>
          <p:cNvGrpSpPr/>
          <p:nvPr/>
        </p:nvGrpSpPr>
        <p:grpSpPr>
          <a:xfrm>
            <a:off x="5290890" y="1877974"/>
            <a:ext cx="12192000" cy="1757997"/>
            <a:chOff x="0" y="0"/>
            <a:chExt cx="12192000" cy="1757997"/>
          </a:xfrm>
        </p:grpSpPr>
        <p:pic>
          <p:nvPicPr>
            <p:cNvPr id="14337" name="Picture 28">
              <a:extLst>
                <a:ext uri="{FF2B5EF4-FFF2-40B4-BE49-F238E27FC236}">
                  <a16:creationId xmlns:a16="http://schemas.microsoft.com/office/drawing/2014/main" id="{8C9B07C9-3FBA-3483-4947-67B497F80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6188075" cy="9112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65B001D-14AF-A5E1-8AA1-831109930C02}"/>
                </a:ext>
              </a:extLst>
            </p:cNvPr>
            <p:cNvPicPr>
              <a:picLocks noChangeAspect="1"/>
            </p:cNvPicPr>
            <p:nvPr/>
          </p:nvPicPr>
          <p:blipFill>
            <a:blip r:embed="rId4"/>
            <a:srcRect/>
            <a:stretch>
              <a:fillRect/>
            </a:stretch>
          </p:blipFill>
          <p:spPr bwMode="auto">
            <a:xfrm>
              <a:off x="1029653" y="1319212"/>
              <a:ext cx="4683760" cy="438785"/>
            </a:xfrm>
            <a:prstGeom prst="rect">
              <a:avLst/>
            </a:prstGeom>
            <a:ln>
              <a:solidFill>
                <a:schemeClr val="tx1"/>
              </a:solidFill>
            </a:ln>
            <a:effectLst>
              <a:outerShdw blurRad="292100" dist="139700" dir="2700000" algn="tl" rotWithShape="0">
                <a:srgbClr val="333333">
                  <a:alpha val="65000"/>
                </a:srgbClr>
              </a:outerShdw>
            </a:effectLst>
          </p:spPr>
        </p:pic>
        <p:sp>
          <p:nvSpPr>
            <p:cNvPr id="11" name="Rectangle 2">
              <a:extLst>
                <a:ext uri="{FF2B5EF4-FFF2-40B4-BE49-F238E27FC236}">
                  <a16:creationId xmlns:a16="http://schemas.microsoft.com/office/drawing/2014/main" id="{8692BC83-49C6-322B-1307-867019101E18}"/>
                </a:ext>
              </a:extLst>
            </p:cNvPr>
            <p:cNvSpPr>
              <a:spLocks noChangeArrowheads="1"/>
            </p:cNvSpPr>
            <p:nvPr/>
          </p:nvSpPr>
          <p:spPr bwMode="auto">
            <a:xfrm>
              <a:off x="4692650" y="841375"/>
              <a:ext cx="44767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 Box 3">
              <a:extLst>
                <a:ext uri="{FF2B5EF4-FFF2-40B4-BE49-F238E27FC236}">
                  <a16:creationId xmlns:a16="http://schemas.microsoft.com/office/drawing/2014/main" id="{4EF32857-88B3-16FC-E93B-E36520AB1633}"/>
                </a:ext>
              </a:extLst>
            </p:cNvPr>
            <p:cNvSpPr txBox="1">
              <a:spLocks noChangeArrowheads="1"/>
            </p:cNvSpPr>
            <p:nvPr/>
          </p:nvSpPr>
          <p:spPr bwMode="auto">
            <a:xfrm>
              <a:off x="4940300" y="5365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AutoShape 4">
              <a:extLst>
                <a:ext uri="{FF2B5EF4-FFF2-40B4-BE49-F238E27FC236}">
                  <a16:creationId xmlns:a16="http://schemas.microsoft.com/office/drawing/2014/main" id="{694D5029-0861-9E5A-3A6B-F2E79D88E955}"/>
                </a:ext>
              </a:extLst>
            </p:cNvPr>
            <p:cNvSpPr>
              <a:spLocks noChangeShapeType="1"/>
            </p:cNvSpPr>
            <p:nvPr/>
          </p:nvSpPr>
          <p:spPr bwMode="auto">
            <a:xfrm flipV="1">
              <a:off x="4764088" y="6921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6">
              <a:extLst>
                <a:ext uri="{FF2B5EF4-FFF2-40B4-BE49-F238E27FC236}">
                  <a16:creationId xmlns:a16="http://schemas.microsoft.com/office/drawing/2014/main" id="{C0E6D2FF-DB82-396A-FF23-B54AAB187516}"/>
                </a:ext>
              </a:extLst>
            </p:cNvPr>
            <p:cNvSpPr>
              <a:spLocks noChangeArrowheads="1"/>
            </p:cNvSpPr>
            <p:nvPr/>
          </p:nvSpPr>
          <p:spPr bwMode="auto">
            <a:xfrm>
              <a:off x="4316413" y="935038"/>
              <a:ext cx="395287"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7">
              <a:extLst>
                <a:ext uri="{FF2B5EF4-FFF2-40B4-BE49-F238E27FC236}">
                  <a16:creationId xmlns:a16="http://schemas.microsoft.com/office/drawing/2014/main" id="{5C9FE5F9-1C8F-3B3F-2EB5-11A0B8271E52}"/>
                </a:ext>
              </a:extLst>
            </p:cNvPr>
            <p:cNvSpPr>
              <a:spLocks noChangeArrowheads="1"/>
            </p:cNvSpPr>
            <p:nvPr/>
          </p:nvSpPr>
          <p:spPr bwMode="auto">
            <a:xfrm>
              <a:off x="5178425" y="841375"/>
              <a:ext cx="534988" cy="2143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 Box 8">
              <a:extLst>
                <a:ext uri="{FF2B5EF4-FFF2-40B4-BE49-F238E27FC236}">
                  <a16:creationId xmlns:a16="http://schemas.microsoft.com/office/drawing/2014/main" id="{B47259A5-09A0-089E-AFB7-D16D600BEBE1}"/>
                </a:ext>
              </a:extLst>
            </p:cNvPr>
            <p:cNvSpPr txBox="1">
              <a:spLocks noChangeArrowheads="1"/>
            </p:cNvSpPr>
            <p:nvPr/>
          </p:nvSpPr>
          <p:spPr bwMode="auto">
            <a:xfrm>
              <a:off x="5513388" y="53498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AutoShape 9">
              <a:extLst>
                <a:ext uri="{FF2B5EF4-FFF2-40B4-BE49-F238E27FC236}">
                  <a16:creationId xmlns:a16="http://schemas.microsoft.com/office/drawing/2014/main" id="{14A4DDC6-B682-8F37-69DF-D8DBAEA93444}"/>
                </a:ext>
              </a:extLst>
            </p:cNvPr>
            <p:cNvSpPr>
              <a:spLocks noChangeShapeType="1"/>
            </p:cNvSpPr>
            <p:nvPr/>
          </p:nvSpPr>
          <p:spPr bwMode="auto">
            <a:xfrm flipV="1">
              <a:off x="5337175" y="692150"/>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Text Box 10">
              <a:extLst>
                <a:ext uri="{FF2B5EF4-FFF2-40B4-BE49-F238E27FC236}">
                  <a16:creationId xmlns:a16="http://schemas.microsoft.com/office/drawing/2014/main" id="{18DB053F-D4D0-5333-C8DB-9A34AE72998A}"/>
                </a:ext>
              </a:extLst>
            </p:cNvPr>
            <p:cNvSpPr txBox="1">
              <a:spLocks noChangeArrowheads="1"/>
            </p:cNvSpPr>
            <p:nvPr/>
          </p:nvSpPr>
          <p:spPr bwMode="auto">
            <a:xfrm>
              <a:off x="812800" y="1471613"/>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6" name="Rectangle 11">
              <a:extLst>
                <a:ext uri="{FF2B5EF4-FFF2-40B4-BE49-F238E27FC236}">
                  <a16:creationId xmlns:a16="http://schemas.microsoft.com/office/drawing/2014/main" id="{037AB56C-8EE5-E173-D205-851C5A220C9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Rectangle 15">
              <a:extLst>
                <a:ext uri="{FF2B5EF4-FFF2-40B4-BE49-F238E27FC236}">
                  <a16:creationId xmlns:a16="http://schemas.microsoft.com/office/drawing/2014/main" id="{3684F9CA-3403-6483-A6F3-DDF3A9CE1A0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8" name="Rectangle 16">
              <a:extLst>
                <a:ext uri="{FF2B5EF4-FFF2-40B4-BE49-F238E27FC236}">
                  <a16:creationId xmlns:a16="http://schemas.microsoft.com/office/drawing/2014/main" id="{2E24110A-8826-FC57-4428-C012F7B9E903}"/>
                </a:ext>
              </a:extLst>
            </p:cNvPr>
            <p:cNvSpPr>
              <a:spLocks noChangeArrowheads="1"/>
            </p:cNvSpPr>
            <p:nvPr/>
          </p:nvSpPr>
          <p:spPr bwMode="auto">
            <a:xfrm>
              <a:off x="0" y="13684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17" name="Group 16">
            <a:extLst>
              <a:ext uri="{FF2B5EF4-FFF2-40B4-BE49-F238E27FC236}">
                <a16:creationId xmlns:a16="http://schemas.microsoft.com/office/drawing/2014/main" id="{853404FA-37DF-6827-7C3C-08784D765282}"/>
              </a:ext>
            </a:extLst>
          </p:cNvPr>
          <p:cNvGrpSpPr/>
          <p:nvPr/>
        </p:nvGrpSpPr>
        <p:grpSpPr>
          <a:xfrm>
            <a:off x="6103690" y="3625969"/>
            <a:ext cx="1237025" cy="924804"/>
            <a:chOff x="6103690" y="3625969"/>
            <a:chExt cx="1237025" cy="924804"/>
          </a:xfrm>
        </p:grpSpPr>
        <p:pic>
          <p:nvPicPr>
            <p:cNvPr id="5" name="Picture 4">
              <a:extLst>
                <a:ext uri="{FF2B5EF4-FFF2-40B4-BE49-F238E27FC236}">
                  <a16:creationId xmlns:a16="http://schemas.microsoft.com/office/drawing/2014/main" id="{D9CB5D4D-59F2-9B90-10F4-CCC133F38A41}"/>
                </a:ext>
              </a:extLst>
            </p:cNvPr>
            <p:cNvPicPr>
              <a:picLocks noChangeAspect="1"/>
            </p:cNvPicPr>
            <p:nvPr/>
          </p:nvPicPr>
          <p:blipFill>
            <a:blip r:embed="rId5"/>
            <a:stretch>
              <a:fillRect/>
            </a:stretch>
          </p:blipFill>
          <p:spPr>
            <a:xfrm>
              <a:off x="6103690" y="4141198"/>
              <a:ext cx="1143000" cy="409575"/>
            </a:xfrm>
            <a:prstGeom prst="rect">
              <a:avLst/>
            </a:prstGeom>
          </p:spPr>
        </p:pic>
        <p:cxnSp>
          <p:nvCxnSpPr>
            <p:cNvPr id="8" name="Straight Arrow Connector 7">
              <a:extLst>
                <a:ext uri="{FF2B5EF4-FFF2-40B4-BE49-F238E27FC236}">
                  <a16:creationId xmlns:a16="http://schemas.microsoft.com/office/drawing/2014/main" id="{13784CD0-CAF7-6D7E-2063-D568D17C89D9}"/>
                </a:ext>
              </a:extLst>
            </p:cNvPr>
            <p:cNvCxnSpPr/>
            <p:nvPr/>
          </p:nvCxnSpPr>
          <p:spPr>
            <a:xfrm>
              <a:off x="6532775" y="3625969"/>
              <a:ext cx="65988" cy="394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5DF541CB-5312-EA32-0E5D-134EB021AAAD}"/>
                </a:ext>
              </a:extLst>
            </p:cNvPr>
            <p:cNvSpPr/>
            <p:nvPr/>
          </p:nvSpPr>
          <p:spPr>
            <a:xfrm>
              <a:off x="6806153" y="4179932"/>
              <a:ext cx="311084" cy="318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 Box 3">
              <a:extLst>
                <a:ext uri="{FF2B5EF4-FFF2-40B4-BE49-F238E27FC236}">
                  <a16:creationId xmlns:a16="http://schemas.microsoft.com/office/drawing/2014/main" id="{FDED5B33-AE60-2E7B-0083-900B319DE687}"/>
                </a:ext>
              </a:extLst>
            </p:cNvPr>
            <p:cNvSpPr txBox="1">
              <a:spLocks noChangeArrowheads="1"/>
            </p:cNvSpPr>
            <p:nvPr/>
          </p:nvSpPr>
          <p:spPr bwMode="auto">
            <a:xfrm>
              <a:off x="7140690" y="397410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p:txBody>
        </p:sp>
      </p:grpSp>
    </p:spTree>
    <p:extLst>
      <p:ext uri="{BB962C8B-B14F-4D97-AF65-F5344CB8AC3E}">
        <p14:creationId xmlns:p14="http://schemas.microsoft.com/office/powerpoint/2010/main" val="1012592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Seminar?</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745226" y="1950957"/>
            <a:ext cx="3914824" cy="191519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you wish to edit the seminar, edit right away the details you want to change and you will notice that after you change the details, the line you edited will be highlighted into blue.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save all button in the upper right side of the main window parallel to other buttons</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A9CF4607-7794-C538-1ECD-05CBE079A82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10" name="Group 9">
            <a:extLst>
              <a:ext uri="{FF2B5EF4-FFF2-40B4-BE49-F238E27FC236}">
                <a16:creationId xmlns:a16="http://schemas.microsoft.com/office/drawing/2014/main" id="{EE63001C-2106-F21A-B769-749CA7D062EC}"/>
              </a:ext>
            </a:extLst>
          </p:cNvPr>
          <p:cNvGrpSpPr/>
          <p:nvPr/>
        </p:nvGrpSpPr>
        <p:grpSpPr>
          <a:xfrm>
            <a:off x="5106907" y="1441450"/>
            <a:ext cx="12212638" cy="1987550"/>
            <a:chOff x="-20638" y="0"/>
            <a:chExt cx="12212638" cy="1987550"/>
          </a:xfrm>
        </p:grpSpPr>
        <p:pic>
          <p:nvPicPr>
            <p:cNvPr id="15361" name="Picture 11">
              <a:extLst>
                <a:ext uri="{FF2B5EF4-FFF2-40B4-BE49-F238E27FC236}">
                  <a16:creationId xmlns:a16="http://schemas.microsoft.com/office/drawing/2014/main" id="{2D1DEC89-BAFC-820A-5F19-3C92E6D9E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8" y="600075"/>
              <a:ext cx="6192838" cy="13874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48CA2C7F-7E52-D5EE-D620-463AF65A7504}"/>
                </a:ext>
              </a:extLst>
            </p:cNvPr>
            <p:cNvSpPr>
              <a:spLocks noChangeArrowheads="1"/>
            </p:cNvSpPr>
            <p:nvPr/>
          </p:nvSpPr>
          <p:spPr bwMode="auto">
            <a:xfrm>
              <a:off x="4427538" y="1447800"/>
              <a:ext cx="579437"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5" name="Text Box 3">
              <a:extLst>
                <a:ext uri="{FF2B5EF4-FFF2-40B4-BE49-F238E27FC236}">
                  <a16:creationId xmlns:a16="http://schemas.microsoft.com/office/drawing/2014/main" id="{FF0FE05F-DB10-9D8F-1C33-FC2D103F87EA}"/>
                </a:ext>
              </a:extLst>
            </p:cNvPr>
            <p:cNvSpPr txBox="1">
              <a:spLocks noChangeArrowheads="1"/>
            </p:cNvSpPr>
            <p:nvPr/>
          </p:nvSpPr>
          <p:spPr bwMode="auto">
            <a:xfrm>
              <a:off x="4787900" y="11334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AutoShape 2">
              <a:extLst>
                <a:ext uri="{FF2B5EF4-FFF2-40B4-BE49-F238E27FC236}">
                  <a16:creationId xmlns:a16="http://schemas.microsoft.com/office/drawing/2014/main" id="{E13FA391-CA07-0D9E-EB45-A2C0A4340DB6}"/>
                </a:ext>
              </a:extLst>
            </p:cNvPr>
            <p:cNvSpPr>
              <a:spLocks noChangeShapeType="1"/>
            </p:cNvSpPr>
            <p:nvPr/>
          </p:nvSpPr>
          <p:spPr bwMode="auto">
            <a:xfrm flipV="1">
              <a:off x="4611688" y="1292225"/>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5">
              <a:extLst>
                <a:ext uri="{FF2B5EF4-FFF2-40B4-BE49-F238E27FC236}">
                  <a16:creationId xmlns:a16="http://schemas.microsoft.com/office/drawing/2014/main" id="{009677A9-A4EA-4844-AB16-A9AD5701336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7">
              <a:extLst>
                <a:ext uri="{FF2B5EF4-FFF2-40B4-BE49-F238E27FC236}">
                  <a16:creationId xmlns:a16="http://schemas.microsoft.com/office/drawing/2014/main" id="{2568775D-A769-BF9D-657B-116F3D6D75C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220472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a Seminar?</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You may select the seminar name in the search bar to filter the list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Once it filtered out, click delete button parallel to seminar you want to  delete</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A9CF4607-7794-C538-1ECD-05CBE079A82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17" name="Group 16">
            <a:extLst>
              <a:ext uri="{FF2B5EF4-FFF2-40B4-BE49-F238E27FC236}">
                <a16:creationId xmlns:a16="http://schemas.microsoft.com/office/drawing/2014/main" id="{5113445A-EB94-28EA-36E0-9C5D2EA065E3}"/>
              </a:ext>
            </a:extLst>
          </p:cNvPr>
          <p:cNvGrpSpPr/>
          <p:nvPr/>
        </p:nvGrpSpPr>
        <p:grpSpPr>
          <a:xfrm>
            <a:off x="5106907" y="726574"/>
            <a:ext cx="12192000" cy="2182495"/>
            <a:chOff x="0" y="0"/>
            <a:chExt cx="12192000" cy="2182495"/>
          </a:xfrm>
        </p:grpSpPr>
        <p:pic>
          <p:nvPicPr>
            <p:cNvPr id="16385" name="Picture 18">
              <a:extLst>
                <a:ext uri="{FF2B5EF4-FFF2-40B4-BE49-F238E27FC236}">
                  <a16:creationId xmlns:a16="http://schemas.microsoft.com/office/drawing/2014/main" id="{D19B2483-5766-71D2-B7E0-1DAC521B8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3" y="463550"/>
              <a:ext cx="5957887" cy="1112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BF35D01-42AB-10EA-F9A4-15D95FC7D7F1}"/>
                </a:ext>
              </a:extLst>
            </p:cNvPr>
            <p:cNvPicPr>
              <a:picLocks noChangeAspect="1"/>
            </p:cNvPicPr>
            <p:nvPr/>
          </p:nvPicPr>
          <p:blipFill>
            <a:blip r:embed="rId4"/>
            <a:stretch>
              <a:fillRect/>
            </a:stretch>
          </p:blipFill>
          <p:spPr bwMode="auto">
            <a:xfrm>
              <a:off x="485775" y="1574800"/>
              <a:ext cx="2379345" cy="607695"/>
            </a:xfrm>
            <a:prstGeom prst="rect">
              <a:avLst/>
            </a:prstGeom>
            <a:ln>
              <a:noFill/>
            </a:ln>
            <a:effectLst>
              <a:outerShdw blurRad="292100" dist="139700" dir="2700000" algn="tl" rotWithShape="0">
                <a:srgbClr val="333333">
                  <a:alpha val="65000"/>
                </a:srgbClr>
              </a:outerShdw>
            </a:effectLst>
          </p:spPr>
        </p:pic>
        <p:sp>
          <p:nvSpPr>
            <p:cNvPr id="11" name="Rectangle 5">
              <a:extLst>
                <a:ext uri="{FF2B5EF4-FFF2-40B4-BE49-F238E27FC236}">
                  <a16:creationId xmlns:a16="http://schemas.microsoft.com/office/drawing/2014/main" id="{93CCAD99-5CC9-83BA-CE63-2FA56F4EDC47}"/>
                </a:ext>
              </a:extLst>
            </p:cNvPr>
            <p:cNvSpPr>
              <a:spLocks noChangeArrowheads="1"/>
            </p:cNvSpPr>
            <p:nvPr/>
          </p:nvSpPr>
          <p:spPr bwMode="auto">
            <a:xfrm>
              <a:off x="485775" y="1358900"/>
              <a:ext cx="16192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4">
              <a:extLst>
                <a:ext uri="{FF2B5EF4-FFF2-40B4-BE49-F238E27FC236}">
                  <a16:creationId xmlns:a16="http://schemas.microsoft.com/office/drawing/2014/main" id="{5ADE807F-858A-6DDF-C985-28A41A71AF60}"/>
                </a:ext>
              </a:extLst>
            </p:cNvPr>
            <p:cNvSpPr>
              <a:spLocks noChangeArrowheads="1"/>
            </p:cNvSpPr>
            <p:nvPr/>
          </p:nvSpPr>
          <p:spPr bwMode="auto">
            <a:xfrm rot="-923308">
              <a:off x="282575" y="1495425"/>
              <a:ext cx="250825" cy="287338"/>
            </a:xfrm>
            <a:prstGeom prst="curvedRightArrow">
              <a:avLst>
                <a:gd name="adj1" fmla="val 22911"/>
                <a:gd name="adj2" fmla="val 45823"/>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 name="Rectangle 3">
              <a:extLst>
                <a:ext uri="{FF2B5EF4-FFF2-40B4-BE49-F238E27FC236}">
                  <a16:creationId xmlns:a16="http://schemas.microsoft.com/office/drawing/2014/main" id="{16AD95EA-4966-9FB3-23A7-262643994DA2}"/>
                </a:ext>
              </a:extLst>
            </p:cNvPr>
            <p:cNvSpPr>
              <a:spLocks noChangeArrowheads="1"/>
            </p:cNvSpPr>
            <p:nvPr/>
          </p:nvSpPr>
          <p:spPr bwMode="auto">
            <a:xfrm>
              <a:off x="176213" y="738188"/>
              <a:ext cx="5824537" cy="2968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ext Box 2">
              <a:extLst>
                <a:ext uri="{FF2B5EF4-FFF2-40B4-BE49-F238E27FC236}">
                  <a16:creationId xmlns:a16="http://schemas.microsoft.com/office/drawing/2014/main" id="{06910F2E-1DC5-1FB0-5970-DC798596D8B3}"/>
                </a:ext>
              </a:extLst>
            </p:cNvPr>
            <p:cNvSpPr txBox="1">
              <a:spLocks noChangeArrowheads="1"/>
            </p:cNvSpPr>
            <p:nvPr/>
          </p:nvSpPr>
          <p:spPr bwMode="auto">
            <a:xfrm>
              <a:off x="446088" y="104140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7">
              <a:extLst>
                <a:ext uri="{FF2B5EF4-FFF2-40B4-BE49-F238E27FC236}">
                  <a16:creationId xmlns:a16="http://schemas.microsoft.com/office/drawing/2014/main" id="{DBE44515-2F2B-9E36-89B2-0C88493D299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9">
              <a:extLst>
                <a:ext uri="{FF2B5EF4-FFF2-40B4-BE49-F238E27FC236}">
                  <a16:creationId xmlns:a16="http://schemas.microsoft.com/office/drawing/2014/main" id="{B8488A7C-6A2E-02D1-D9A6-9B05040B1D8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2180389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2972451" y="170588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 name="Text Box 6">
            <a:extLst>
              <a:ext uri="{FF2B5EF4-FFF2-40B4-BE49-F238E27FC236}">
                <a16:creationId xmlns:a16="http://schemas.microsoft.com/office/drawing/2014/main" id="{64347769-1046-4EE1-BA85-D11BEFAEFE0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5976699-C6CE-C13D-8BC3-F7536493A39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Seminar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pic>
        <p:nvPicPr>
          <p:cNvPr id="9" name="Picture 8">
            <a:extLst>
              <a:ext uri="{FF2B5EF4-FFF2-40B4-BE49-F238E27FC236}">
                <a16:creationId xmlns:a16="http://schemas.microsoft.com/office/drawing/2014/main" id="{5BDBDA69-B905-9B05-1086-B3FAE72D6501}"/>
              </a:ext>
            </a:extLst>
          </p:cNvPr>
          <p:cNvPicPr>
            <a:picLocks noChangeAspect="1"/>
          </p:cNvPicPr>
          <p:nvPr/>
        </p:nvPicPr>
        <p:blipFill>
          <a:blip r:embed="rId2"/>
          <a:stretch>
            <a:fillRect/>
          </a:stretch>
        </p:blipFill>
        <p:spPr>
          <a:xfrm>
            <a:off x="2846626" y="2257351"/>
            <a:ext cx="6678528" cy="849753"/>
          </a:xfrm>
          <a:prstGeom prst="rect">
            <a:avLst/>
          </a:prstGeom>
        </p:spPr>
      </p:pic>
    </p:spTree>
    <p:extLst>
      <p:ext uri="{BB962C8B-B14F-4D97-AF65-F5344CB8AC3E}">
        <p14:creationId xmlns:p14="http://schemas.microsoft.com/office/powerpoint/2010/main" val="82889404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4</cp:revision>
  <dcterms:created xsi:type="dcterms:W3CDTF">2023-01-10T06:57:48Z</dcterms:created>
  <dcterms:modified xsi:type="dcterms:W3CDTF">2023-01-10T06:58:44Z</dcterms:modified>
</cp:coreProperties>
</file>