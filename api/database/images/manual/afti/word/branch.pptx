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3" r:id="rId2"/>
    <p:sldId id="364" r:id="rId3"/>
    <p:sldId id="365" r:id="rId4"/>
    <p:sldId id="366" r:id="rId5"/>
    <p:sldId id="367" r:id="rId6"/>
    <p:sldId id="368" r:id="rId7"/>
    <p:sldId id="3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B24D0-C2C5-B7E6-694A-554E59ED43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00A95-4848-A86C-D30F-DC343DC3E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FFA64-1968-CFA7-919E-924D0235D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9A3A9-7775-0406-7641-22613B7F7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0FDFB-4719-3919-BFEF-F37E284CB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491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BA2C-8B2E-3753-EE5E-BC826D03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22399-89E4-280A-9AF2-D4A46AD09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54DA-15FE-EE70-E089-8F94AE6C9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6137F-52DF-2DFF-1128-33D0D2C7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6AC06-12EA-918A-C556-53F7CDE7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83376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616E5-5A74-A4FE-56DF-37D286013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29FF7-BF5D-9D45-9990-0415DD4E0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FDA1B-495D-9B78-1508-E6FC77B0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D37C1-5FD9-E06A-6BBA-8FAC692D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56F6E-E859-AA5C-433B-B0DCC70E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5068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CB7E-8F2E-C443-4123-F31A10E0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16A1C-01FF-8463-24F9-CDE0D987D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4A6F5-3799-C39E-B00B-4C325D2A6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55B0D-1B62-0BB3-3CBB-B6D8D99E1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23EB-6D29-F2C2-E73E-099187DD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D0B25-A9D6-685F-CD2A-603BA8C8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735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7DC3-5D6E-3C3F-59E1-03815DEC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E2B99-B097-2FFA-2FBF-D0BF3DEDF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8812B-A563-DE35-F5A7-B5C29C4F9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6F935-9CA5-0079-0B37-EA1276CDF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6E2BC-9C72-42A2-FAB4-13CC4FFF9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99CA87-E9F1-0280-1573-28B7FAC42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924530-A14E-BBEF-2729-FC11B0C5F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EF16F-0ADB-AEFF-0B68-026BA0859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533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22B2-AD02-59C7-D65D-3F60D2B7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D2FA6-1E12-13F2-ACEA-8257C008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B5976-45FC-123A-D2CD-FAE68AB1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856F4-D7B6-3F4B-D4AD-09560A64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36529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0C340-1C0A-38A6-2ECB-48EE3CCDB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AA1DB-BA81-5E49-0500-39113CD1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CB675-E353-F2C2-B699-2EDCF816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300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74C2-4334-F44F-670F-5D7022DD5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5DF07-8CBB-EB36-3437-0FD959E86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27DBDF-7744-F8B6-9B45-2C54AB130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1C013-81AC-5216-5CFC-AEEE35E0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D6072-356A-07F4-780B-BA591D015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33309-0161-1D52-7B94-A33251FC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53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996C-B1E7-8CB8-8F80-BE47201C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D8E75-C490-8C0F-4597-C4A2112F0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6FCFB-B742-E450-CB23-31DD65E4D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059B5-8C12-0D47-4121-6ACE6236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F2679-1E6D-3C04-84EA-4867BCF5D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65556-6CC7-CAF6-7398-F673964E7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2875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79AF3-C1F0-F141-754D-520E4C045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1F758-B756-E05A-382A-E78A1424BE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01B35-AF7C-E571-8908-312E58DD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E0D21-7E3F-691E-4498-380F5B0C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7B364-0D2D-0A40-C55C-250D8F30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204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96793D-C5F2-A88D-2C06-4809C05AA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D39A0-3FBF-CC77-E65E-D55684009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CD7F2-03C2-2AF6-FD67-79C96F706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D040-0D88-BF96-D6CD-D79E32735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2786E-F6EA-9AB3-5EB2-958090B7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80397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4EFACD-7392-5325-F82A-D9123954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1C569-E1B4-D921-11F5-9D7E1FDDD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F752D-6717-B70C-4A47-82661F994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E9A19-6414-4719-AB97-B3186CDE5229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11E78-31FE-A1F6-A590-6172BF365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8D216-0EA1-FB5F-3757-8460AAE16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80417-525B-4312-AF81-A14E4071052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342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816385" y="1859340"/>
            <a:ext cx="8559229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Branch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This module contains list of branches.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7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979B2A-C5CB-8135-C3E4-B5D89006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393" y="2299059"/>
            <a:ext cx="6396911" cy="2098511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494950" y="101465"/>
            <a:ext cx="461195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Branch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PH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Branch module under Masterfile, branch list will display in the branch ledger main window. 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</a:pPr>
            <a:r>
              <a:rPr lang="en-PH" sz="10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2">
              <a:lnSpc>
                <a:spcPct val="107000"/>
              </a:lnSpc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2F56F-55BB-D78F-4743-C50790057550}"/>
              </a:ext>
            </a:extLst>
          </p:cNvPr>
          <p:cNvSpPr/>
          <p:nvPr/>
        </p:nvSpPr>
        <p:spPr>
          <a:xfrm>
            <a:off x="5255127" y="3906708"/>
            <a:ext cx="858782" cy="183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E7AE43-3CE6-EDA1-1E37-7769D5D681AD}"/>
              </a:ext>
            </a:extLst>
          </p:cNvPr>
          <p:cNvSpPr/>
          <p:nvPr/>
        </p:nvSpPr>
        <p:spPr>
          <a:xfrm>
            <a:off x="6141509" y="2669665"/>
            <a:ext cx="5571795" cy="1556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407A0B-52E6-D58F-0FD7-FBEE93E2C726}"/>
              </a:ext>
            </a:extLst>
          </p:cNvPr>
          <p:cNvCxnSpPr>
            <a:cxnSpLocks/>
          </p:cNvCxnSpPr>
          <p:nvPr/>
        </p:nvCxnSpPr>
        <p:spPr>
          <a:xfrm flipV="1">
            <a:off x="5907482" y="3746459"/>
            <a:ext cx="247703" cy="160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1EF400A-CB49-EAE6-7F13-71D3488075D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84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Create New Branch?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Branch Ledger – Main Window, you will notice a create button in the upper left of the window. Click the create button and you will be redirect in branch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1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branch ledger – main window, you will be redirected in branch ledger – main form where you will encode the branch other information.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photo, fill in all the necessary details in the provided field.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>
              <a:solidFill>
                <a:srgbClr val="00863D"/>
              </a:solidFill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255738" y="5739182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55B4944-11EB-7397-2090-195F2412BBBA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2E37E-12BA-0A40-6642-87BF9604F9D2}"/>
              </a:ext>
            </a:extLst>
          </p:cNvPr>
          <p:cNvSpPr txBox="1"/>
          <p:nvPr/>
        </p:nvSpPr>
        <p:spPr>
          <a:xfrm>
            <a:off x="536895" y="123167"/>
            <a:ext cx="4424403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Branch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44A7D14-BD44-1815-DAA6-E89CA4004953}"/>
              </a:ext>
            </a:extLst>
          </p:cNvPr>
          <p:cNvGrpSpPr/>
          <p:nvPr/>
        </p:nvGrpSpPr>
        <p:grpSpPr>
          <a:xfrm>
            <a:off x="5119020" y="846499"/>
            <a:ext cx="6918665" cy="905009"/>
            <a:chOff x="5106289" y="885167"/>
            <a:chExt cx="6918665" cy="9050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9F3DEC-138B-A0FB-DEC3-91BC9E19E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6289" y="885167"/>
              <a:ext cx="6918665" cy="905009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3CBF49-A613-26C1-AB6C-63725474DD93}"/>
                </a:ext>
              </a:extLst>
            </p:cNvPr>
            <p:cNvGrpSpPr/>
            <p:nvPr/>
          </p:nvGrpSpPr>
          <p:grpSpPr>
            <a:xfrm>
              <a:off x="5119020" y="896251"/>
              <a:ext cx="1244829" cy="280959"/>
              <a:chOff x="-41832" y="-1342088"/>
              <a:chExt cx="1244829" cy="3333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876147-C3E3-A3DA-9EE6-28B4093A79F4}"/>
                  </a:ext>
                </a:extLst>
              </p:cNvPr>
              <p:cNvSpPr/>
              <p:nvPr/>
            </p:nvSpPr>
            <p:spPr>
              <a:xfrm>
                <a:off x="-41832" y="-1342088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5904C1A-F510-BBFA-2227-3539E4068D38}"/>
                  </a:ext>
                </a:extLst>
              </p:cNvPr>
              <p:cNvCxnSpPr/>
              <p:nvPr/>
            </p:nvCxnSpPr>
            <p:spPr>
              <a:xfrm>
                <a:off x="793422" y="-11805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Text Box 355">
                <a:extLst>
                  <a:ext uri="{FF2B5EF4-FFF2-40B4-BE49-F238E27FC236}">
                    <a16:creationId xmlns:a16="http://schemas.microsoft.com/office/drawing/2014/main" id="{FFBB7070-CC0B-EF23-347F-4E42EAD89C94}"/>
                  </a:ext>
                </a:extLst>
              </p:cNvPr>
              <p:cNvSpPr txBox="1"/>
              <p:nvPr/>
            </p:nvSpPr>
            <p:spPr>
              <a:xfrm>
                <a:off x="1002972" y="-1285353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95210B-ED9D-B656-A524-DD7C512C6640}"/>
              </a:ext>
            </a:extLst>
          </p:cNvPr>
          <p:cNvGrpSpPr/>
          <p:nvPr/>
        </p:nvGrpSpPr>
        <p:grpSpPr>
          <a:xfrm>
            <a:off x="4935595" y="2625577"/>
            <a:ext cx="7102090" cy="2102424"/>
            <a:chOff x="4935595" y="2625577"/>
            <a:chExt cx="7102090" cy="210242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61D34BE-3FA7-94A6-16CB-69F917086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5595" y="2625577"/>
              <a:ext cx="7102090" cy="2102424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0E4BC6F-8D06-351A-78D5-0D65D0BBA18F}"/>
                </a:ext>
              </a:extLst>
            </p:cNvPr>
            <p:cNvGrpSpPr/>
            <p:nvPr/>
          </p:nvGrpSpPr>
          <p:grpSpPr>
            <a:xfrm>
              <a:off x="4979324" y="2821434"/>
              <a:ext cx="6952927" cy="1906567"/>
              <a:chOff x="-160053" y="1003296"/>
              <a:chExt cx="6676543" cy="1906733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D34011A-CB2F-0F7B-0FF2-04D64801080B}"/>
                  </a:ext>
                </a:extLst>
              </p:cNvPr>
              <p:cNvSpPr/>
              <p:nvPr/>
            </p:nvSpPr>
            <p:spPr>
              <a:xfrm>
                <a:off x="-160053" y="1279521"/>
                <a:ext cx="5570555" cy="163050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D855F6AD-4941-0B4B-DC08-B9E09A657770}"/>
                  </a:ext>
                </a:extLst>
              </p:cNvPr>
              <p:cNvCxnSpPr/>
              <p:nvPr/>
            </p:nvCxnSpPr>
            <p:spPr>
              <a:xfrm>
                <a:off x="5417563" y="1568223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1" name="Text Box 126">
                <a:extLst>
                  <a:ext uri="{FF2B5EF4-FFF2-40B4-BE49-F238E27FC236}">
                    <a16:creationId xmlns:a16="http://schemas.microsoft.com/office/drawing/2014/main" id="{51484750-A205-2952-D928-DE6BF39C0A3B}"/>
                  </a:ext>
                </a:extLst>
              </p:cNvPr>
              <p:cNvSpPr txBox="1"/>
              <p:nvPr/>
            </p:nvSpPr>
            <p:spPr>
              <a:xfrm>
                <a:off x="5617590" y="1472973"/>
                <a:ext cx="200025" cy="272415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B8A16E66-69A4-243B-0F94-DBCB2EB99BA6}"/>
                  </a:ext>
                </a:extLst>
              </p:cNvPr>
              <p:cNvGrpSpPr/>
              <p:nvPr/>
            </p:nvGrpSpPr>
            <p:grpSpPr>
              <a:xfrm>
                <a:off x="5617588" y="1003296"/>
                <a:ext cx="898902" cy="247650"/>
                <a:chOff x="997963" y="507996"/>
                <a:chExt cx="898902" cy="247650"/>
              </a:xfrm>
            </p:grpSpPr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560DB8D-17FB-17E7-1EAB-52716642AC6A}"/>
                    </a:ext>
                  </a:extLst>
                </p:cNvPr>
                <p:cNvCxnSpPr/>
                <p:nvPr/>
              </p:nvCxnSpPr>
              <p:spPr>
                <a:xfrm>
                  <a:off x="1487291" y="679445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5" name="Text Box 258">
                  <a:extLst>
                    <a:ext uri="{FF2B5EF4-FFF2-40B4-BE49-F238E27FC236}">
                      <a16:creationId xmlns:a16="http://schemas.microsoft.com/office/drawing/2014/main" id="{D6EA8A42-93AE-E96D-3444-1C1D8D8AFD7E}"/>
                    </a:ext>
                  </a:extLst>
                </p:cNvPr>
                <p:cNvSpPr txBox="1"/>
                <p:nvPr/>
              </p:nvSpPr>
              <p:spPr>
                <a:xfrm>
                  <a:off x="1696840" y="507996"/>
                  <a:ext cx="2000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 dirty="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86C00499-D6A5-F6AC-684E-5C86DE14771A}"/>
                    </a:ext>
                  </a:extLst>
                </p:cNvPr>
                <p:cNvSpPr/>
                <p:nvPr/>
              </p:nvSpPr>
              <p:spPr>
                <a:xfrm>
                  <a:off x="997963" y="547847"/>
                  <a:ext cx="482658" cy="20779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08450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1BEE3AA-C0DC-2AAF-C7EB-CC8DDBC9ECC3}"/>
              </a:ext>
            </a:extLst>
          </p:cNvPr>
          <p:cNvGrpSpPr/>
          <p:nvPr/>
        </p:nvGrpSpPr>
        <p:grpSpPr>
          <a:xfrm>
            <a:off x="4831743" y="3334675"/>
            <a:ext cx="6996190" cy="1848843"/>
            <a:chOff x="-978731" y="4614425"/>
            <a:chExt cx="6996190" cy="184884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400A0C5-2C43-F982-F6B7-55A1ECB46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978731" y="4614425"/>
              <a:ext cx="6996190" cy="184884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F318A0C-2DBA-1F4E-7778-F4E2D2CCF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9664" y="4663763"/>
              <a:ext cx="2902590" cy="183583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47EA82B-5E49-8646-125F-6AB2ADD93454}"/>
              </a:ext>
            </a:extLst>
          </p:cNvPr>
          <p:cNvGrpSpPr/>
          <p:nvPr/>
        </p:nvGrpSpPr>
        <p:grpSpPr>
          <a:xfrm>
            <a:off x="6253005" y="3334675"/>
            <a:ext cx="5740087" cy="1551305"/>
            <a:chOff x="3761740" y="2684145"/>
            <a:chExt cx="5740087" cy="155130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689608C-3E74-0E27-3EFE-720C52831995}"/>
                </a:ext>
              </a:extLst>
            </p:cNvPr>
            <p:cNvGrpSpPr/>
            <p:nvPr/>
          </p:nvGrpSpPr>
          <p:grpSpPr>
            <a:xfrm>
              <a:off x="3820160" y="2988945"/>
              <a:ext cx="952500" cy="304800"/>
              <a:chOff x="523874" y="28575"/>
              <a:chExt cx="952500" cy="3048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CC37C7C-B025-AAB8-2AFA-3DFCCBC4185E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D8CC685C-12ED-BDDC-18D5-DCC6ED123D04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Text Box 276">
                <a:extLst>
                  <a:ext uri="{FF2B5EF4-FFF2-40B4-BE49-F238E27FC236}">
                    <a16:creationId xmlns:a16="http://schemas.microsoft.com/office/drawing/2014/main" id="{9891C8B0-7153-FBCE-9ADA-6B79902806AA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0297773-007F-DA82-D198-EAB33EF5300A}"/>
                </a:ext>
              </a:extLst>
            </p:cNvPr>
            <p:cNvGrpSpPr/>
            <p:nvPr/>
          </p:nvGrpSpPr>
          <p:grpSpPr>
            <a:xfrm>
              <a:off x="8520751" y="2684145"/>
              <a:ext cx="981076" cy="304800"/>
              <a:chOff x="1405575" y="90170"/>
              <a:chExt cx="981076" cy="304800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CFA48B7-3C92-7267-B30F-63BF37E9D414}"/>
                  </a:ext>
                </a:extLst>
              </p:cNvPr>
              <p:cNvSpPr/>
              <p:nvPr/>
            </p:nvSpPr>
            <p:spPr>
              <a:xfrm>
                <a:off x="1405575" y="90170"/>
                <a:ext cx="4663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CB8E6BAD-06D4-A8AE-62CE-1B79ECDA62F7}"/>
                  </a:ext>
                </a:extLst>
              </p:cNvPr>
              <p:cNvCxnSpPr/>
              <p:nvPr/>
            </p:nvCxnSpPr>
            <p:spPr>
              <a:xfrm>
                <a:off x="1872301" y="194945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Text Box 272">
                <a:extLst>
                  <a:ext uri="{FF2B5EF4-FFF2-40B4-BE49-F238E27FC236}">
                    <a16:creationId xmlns:a16="http://schemas.microsoft.com/office/drawing/2014/main" id="{C491AD24-135D-0067-906F-F3018D8475B0}"/>
                  </a:ext>
                </a:extLst>
              </p:cNvPr>
              <p:cNvSpPr txBox="1"/>
              <p:nvPr/>
            </p:nvSpPr>
            <p:spPr>
              <a:xfrm>
                <a:off x="2081851" y="90170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endParaRPr lang="en-US" sz="11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2CACA86-1A4F-62C4-E1B1-4BC87B84D4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1740" y="3355975"/>
              <a:ext cx="2301875" cy="879475"/>
              <a:chOff x="6116" y="177"/>
              <a:chExt cx="3625" cy="1385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F1E66854-5D62-787B-D08A-9CDB45750E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1" name="Text Box 241">
                <a:extLst>
                  <a:ext uri="{FF2B5EF4-FFF2-40B4-BE49-F238E27FC236}">
                    <a16:creationId xmlns:a16="http://schemas.microsoft.com/office/drawing/2014/main" id="{0B3097DE-90B5-6D17-1A62-2A2A4383A4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</a:pPr>
                <a:r>
                  <a:rPr lang="en-PH" sz="1000" i="1" dirty="0">
                    <a:solidFill>
                      <a:srgbClr val="4F6128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branch?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2733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branch name in the search bar.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lang="en-US" sz="800" spc="-4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29565" marR="0" indent="-228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PH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the button before the branch code to select the branch.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02565" marR="0" indent="-101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203200" algn="l"/>
                  </a:tabLst>
                </a:pPr>
                <a:r>
                  <a:rPr lang="en-PH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Branch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branch ledger – main window, search the branch you wish to edit its information in the search bar. Or,</a:t>
            </a:r>
          </a:p>
          <a:p>
            <a:pPr algn="just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branch ledger – main form, click the lookup button and select the branch you wish to edit its information by typing its branch name in the search bar.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634525" y="123167"/>
            <a:ext cx="4362987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Branch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506232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ED9494D-F2C9-4EC4-4B65-5A5C5F871C6D}"/>
              </a:ext>
            </a:extLst>
          </p:cNvPr>
          <p:cNvGrpSpPr/>
          <p:nvPr/>
        </p:nvGrpSpPr>
        <p:grpSpPr>
          <a:xfrm>
            <a:off x="4880414" y="1394886"/>
            <a:ext cx="7031743" cy="1186955"/>
            <a:chOff x="4880414" y="1394886"/>
            <a:chExt cx="7031743" cy="118695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4086F30-8E9A-0606-89A4-5C557FFA2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80414" y="1394886"/>
              <a:ext cx="7031743" cy="1186955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A2C2A51-5CB3-3FB5-FA5F-C26AF4A6D904}"/>
                </a:ext>
              </a:extLst>
            </p:cNvPr>
            <p:cNvGrpSpPr/>
            <p:nvPr/>
          </p:nvGrpSpPr>
          <p:grpSpPr>
            <a:xfrm>
              <a:off x="4942559" y="1659529"/>
              <a:ext cx="1466219" cy="247651"/>
              <a:chOff x="0" y="0"/>
              <a:chExt cx="1466850" cy="247651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96EA4B7F-7D44-EF40-E3F4-CCFB75B018EB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2476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E0389530-8833-2023-F83C-C5108D0F69FC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Text Box 265">
                <a:extLst>
                  <a:ext uri="{FF2B5EF4-FFF2-40B4-BE49-F238E27FC236}">
                    <a16:creationId xmlns:a16="http://schemas.microsoft.com/office/drawing/2014/main" id="{5D55487E-B5AE-450C-4A61-6AB493085F0E}"/>
                  </a:ext>
                </a:extLst>
              </p:cNvPr>
              <p:cNvSpPr txBox="1"/>
              <p:nvPr/>
            </p:nvSpPr>
            <p:spPr>
              <a:xfrm>
                <a:off x="1000125" y="1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6528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3779202"/>
            <a:ext cx="3914824" cy="88456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branch, click edit button in the upper right side of branch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3129E33E-7BA1-7785-5DA8-770BDDAEFE09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749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17160D-E2C1-49C9-8A41-613795126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985" y="2134449"/>
            <a:ext cx="6996190" cy="1848843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1254088" y="64205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Branch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A6076-C0F3-FE91-11D5-2DC5C6803B51}"/>
              </a:ext>
            </a:extLst>
          </p:cNvPr>
          <p:cNvSpPr txBox="1"/>
          <p:nvPr/>
        </p:nvSpPr>
        <p:spPr>
          <a:xfrm>
            <a:off x="528506" y="123167"/>
            <a:ext cx="4514274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Branch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31099" y="4760845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06161" y="2610895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EBEB5D83-1875-82F3-D368-96AA09FB76B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F7AFEB-9F40-1FA2-755B-040B7D1644D3}"/>
              </a:ext>
            </a:extLst>
          </p:cNvPr>
          <p:cNvGrpSpPr/>
          <p:nvPr/>
        </p:nvGrpSpPr>
        <p:grpSpPr>
          <a:xfrm>
            <a:off x="4644679" y="2027506"/>
            <a:ext cx="6838541" cy="2327211"/>
            <a:chOff x="-110043" y="629465"/>
            <a:chExt cx="7137119" cy="281068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D20FE0-0186-C89A-DFBA-F2D26622C520}"/>
                </a:ext>
              </a:extLst>
            </p:cNvPr>
            <p:cNvSpPr/>
            <p:nvPr/>
          </p:nvSpPr>
          <p:spPr>
            <a:xfrm>
              <a:off x="-110043" y="1065783"/>
              <a:ext cx="5979834" cy="237437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1889273-5D06-1AB6-16B3-CF668D3923B2}"/>
                </a:ext>
              </a:extLst>
            </p:cNvPr>
            <p:cNvCxnSpPr/>
            <p:nvPr/>
          </p:nvCxnSpPr>
          <p:spPr>
            <a:xfrm>
              <a:off x="6046953" y="1212949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 Box 285">
              <a:extLst>
                <a:ext uri="{FF2B5EF4-FFF2-40B4-BE49-F238E27FC236}">
                  <a16:creationId xmlns:a16="http://schemas.microsoft.com/office/drawing/2014/main" id="{11378A30-8DC1-5BD3-17CE-B97D4A3F91A5}"/>
                </a:ext>
              </a:extLst>
            </p:cNvPr>
            <p:cNvSpPr txBox="1"/>
            <p:nvPr/>
          </p:nvSpPr>
          <p:spPr>
            <a:xfrm>
              <a:off x="6246978" y="1097227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358F7C-03F6-2AA3-0D0B-DE50FC0D8BDB}"/>
                </a:ext>
              </a:extLst>
            </p:cNvPr>
            <p:cNvGrpSpPr/>
            <p:nvPr/>
          </p:nvGrpSpPr>
          <p:grpSpPr>
            <a:xfrm>
              <a:off x="5969802" y="629465"/>
              <a:ext cx="1057274" cy="436318"/>
              <a:chOff x="1350177" y="134165"/>
              <a:chExt cx="1057274" cy="436318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C2BF7CD-9B52-C96E-11B0-148D00974EBF}"/>
                  </a:ext>
                </a:extLst>
              </p:cNvPr>
              <p:cNvSpPr/>
              <p:nvPr/>
            </p:nvSpPr>
            <p:spPr>
              <a:xfrm>
                <a:off x="1350177" y="284733"/>
                <a:ext cx="647701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7A8BFD95-40AC-671A-034D-93365A5AB785}"/>
                  </a:ext>
                </a:extLst>
              </p:cNvPr>
              <p:cNvCxnSpPr/>
              <p:nvPr/>
            </p:nvCxnSpPr>
            <p:spPr>
              <a:xfrm>
                <a:off x="1997877" y="305615"/>
                <a:ext cx="200025" cy="95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Text Box 289">
                <a:extLst>
                  <a:ext uri="{FF2B5EF4-FFF2-40B4-BE49-F238E27FC236}">
                    <a16:creationId xmlns:a16="http://schemas.microsoft.com/office/drawing/2014/main" id="{7F66E00E-0785-2FE5-5A24-4C022672E67F}"/>
                  </a:ext>
                </a:extLst>
              </p:cNvPr>
              <p:cNvSpPr txBox="1"/>
              <p:nvPr/>
            </p:nvSpPr>
            <p:spPr>
              <a:xfrm>
                <a:off x="2207426" y="134165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7239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9B51FE-1296-D7E2-C088-658AE58D2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002" y="3519570"/>
            <a:ext cx="6996190" cy="1848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996F04-69E6-D13D-A0AC-CF7E8F039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968" y="3568239"/>
            <a:ext cx="2902590" cy="183583"/>
          </a:xfrm>
          <a:prstGeom prst="rect">
            <a:avLst/>
          </a:prstGeom>
        </p:spPr>
      </p:pic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751760" y="1226190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 Branch?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634525" y="1831091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branch ledger – main window, search the customer you want to delete.</a:t>
            </a: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branch ledger – main form, click the lookup button and select the customer you want to delete.</a:t>
            </a:r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689755" y="3674006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D2FD2-D35B-25B8-7672-ADCA2176CBD1}"/>
              </a:ext>
            </a:extLst>
          </p:cNvPr>
          <p:cNvGrpSpPr/>
          <p:nvPr/>
        </p:nvGrpSpPr>
        <p:grpSpPr>
          <a:xfrm>
            <a:off x="4880414" y="1394886"/>
            <a:ext cx="7031743" cy="1186955"/>
            <a:chOff x="4880414" y="1394886"/>
            <a:chExt cx="7031743" cy="11869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45DB3D-E140-BD4F-B96E-735B53003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0414" y="1394886"/>
              <a:ext cx="7031743" cy="1186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1F9DC9-B20E-0C53-0AE5-9803F1BE6717}"/>
                </a:ext>
              </a:extLst>
            </p:cNvPr>
            <p:cNvSpPr/>
            <p:nvPr/>
          </p:nvSpPr>
          <p:spPr>
            <a:xfrm>
              <a:off x="4880414" y="1652680"/>
              <a:ext cx="799465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822A5D2-CACB-6BC1-8999-3ACE61E269B1}"/>
                </a:ext>
              </a:extLst>
            </p:cNvPr>
            <p:cNvCxnSpPr/>
            <p:nvPr/>
          </p:nvCxnSpPr>
          <p:spPr>
            <a:xfrm>
              <a:off x="5679879" y="1786030"/>
              <a:ext cx="199390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 Box 367">
              <a:extLst>
                <a:ext uri="{FF2B5EF4-FFF2-40B4-BE49-F238E27FC236}">
                  <a16:creationId xmlns:a16="http://schemas.microsoft.com/office/drawing/2014/main" id="{F56C846C-6A29-44C1-3FCF-8C3B58432683}"/>
                </a:ext>
              </a:extLst>
            </p:cNvPr>
            <p:cNvSpPr txBox="1"/>
            <p:nvPr/>
          </p:nvSpPr>
          <p:spPr>
            <a:xfrm>
              <a:off x="5889429" y="1681255"/>
              <a:ext cx="466090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ADB0631-E625-8F5F-AF13-F236F0CACAA3}"/>
              </a:ext>
            </a:extLst>
          </p:cNvPr>
          <p:cNvGrpSpPr/>
          <p:nvPr/>
        </p:nvGrpSpPr>
        <p:grpSpPr>
          <a:xfrm>
            <a:off x="6464161" y="3525038"/>
            <a:ext cx="4144940" cy="617702"/>
            <a:chOff x="4612005" y="3168168"/>
            <a:chExt cx="4144940" cy="61770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5880B84-AF2E-B0EC-EF64-D6F44D07AA54}"/>
                </a:ext>
              </a:extLst>
            </p:cNvPr>
            <p:cNvGrpSpPr/>
            <p:nvPr/>
          </p:nvGrpSpPr>
          <p:grpSpPr>
            <a:xfrm>
              <a:off x="4612005" y="3481070"/>
              <a:ext cx="952500" cy="304800"/>
              <a:chOff x="523874" y="28575"/>
              <a:chExt cx="952500" cy="304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5FF93F7A-6093-B26F-D1AC-D4F50B88B27F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EB0675E4-1ADA-15E4-A0E3-2BF948FBF8FF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 Box 310">
                <a:extLst>
                  <a:ext uri="{FF2B5EF4-FFF2-40B4-BE49-F238E27FC236}">
                    <a16:creationId xmlns:a16="http://schemas.microsoft.com/office/drawing/2014/main" id="{500EB092-4843-CE10-FDF3-A8141B2B7B2C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40B9861-F4E1-471D-E9D0-2187EA29AE57}"/>
                </a:ext>
              </a:extLst>
            </p:cNvPr>
            <p:cNvGrpSpPr/>
            <p:nvPr/>
          </p:nvGrpSpPr>
          <p:grpSpPr>
            <a:xfrm>
              <a:off x="7671095" y="3168168"/>
              <a:ext cx="1085850" cy="304800"/>
              <a:chOff x="1405550" y="124613"/>
              <a:chExt cx="1085850" cy="3048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44300EF-D8BB-CA38-B4B6-BD8EF7C2D4CB}"/>
                  </a:ext>
                </a:extLst>
              </p:cNvPr>
              <p:cNvSpPr/>
              <p:nvPr/>
            </p:nvSpPr>
            <p:spPr>
              <a:xfrm>
                <a:off x="1405550" y="124613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DC73845B-7225-887A-3A8D-85996B5200CB}"/>
                  </a:ext>
                </a:extLst>
              </p:cNvPr>
              <p:cNvCxnSpPr/>
              <p:nvPr/>
            </p:nvCxnSpPr>
            <p:spPr>
              <a:xfrm>
                <a:off x="1977050" y="22938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 Box 306">
                <a:extLst>
                  <a:ext uri="{FF2B5EF4-FFF2-40B4-BE49-F238E27FC236}">
                    <a16:creationId xmlns:a16="http://schemas.microsoft.com/office/drawing/2014/main" id="{D90DF803-36B4-AB88-F156-DE429DBF8423}"/>
                  </a:ext>
                </a:extLst>
              </p:cNvPr>
              <p:cNvSpPr txBox="1"/>
              <p:nvPr/>
            </p:nvSpPr>
            <p:spPr>
              <a:xfrm>
                <a:off x="2186600" y="124613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p:grp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4A6547B9-1D56-5C83-EF3A-6BDD2FBAF363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C7AA47-E130-5DF7-AF4A-ED0236F7FD77}"/>
              </a:ext>
            </a:extLst>
          </p:cNvPr>
          <p:cNvSpPr txBox="1"/>
          <p:nvPr/>
        </p:nvSpPr>
        <p:spPr>
          <a:xfrm>
            <a:off x="634525" y="123167"/>
            <a:ext cx="440825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Branch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681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634525" y="123167"/>
            <a:ext cx="435760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Branch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778476" y="2811578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5A6BD76C-8536-CAD4-2B74-9D7E4976BA0F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C7A20D-41C3-6DC4-B7A7-0F8897F18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07" y="1613133"/>
            <a:ext cx="67818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57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1</cp:revision>
  <dcterms:created xsi:type="dcterms:W3CDTF">2023-01-10T03:25:07Z</dcterms:created>
  <dcterms:modified xsi:type="dcterms:W3CDTF">2023-01-10T03:25:16Z</dcterms:modified>
</cp:coreProperties>
</file>