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67" r:id="rId2"/>
    <p:sldId id="368" r:id="rId3"/>
    <p:sldId id="404" r:id="rId4"/>
    <p:sldId id="409" r:id="rId5"/>
    <p:sldId id="410" r:id="rId6"/>
    <p:sldId id="411" r:id="rId7"/>
    <p:sldId id="40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91956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8639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65425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996285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41332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31690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071227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206156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21770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24946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4628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1243217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2539407" y="2055283"/>
            <a:ext cx="7113183" cy="1569660"/>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Exhibit</a:t>
            </a:r>
            <a:endParaRPr kumimoji="0" lang="en-US" sz="96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Exhibit is a module where list of exhibits are setup</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1141077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Exhibit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solidFill>
              <a:schemeClr val="bg2"/>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Exhibit module under CRM, Exhibit main window will display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188873" y="363671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Exhibit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2" name="Slide Number Placeholder 9">
            <a:extLst>
              <a:ext uri="{FF2B5EF4-FFF2-40B4-BE49-F238E27FC236}">
                <a16:creationId xmlns:a16="http://schemas.microsoft.com/office/drawing/2014/main" id="{5604AD2D-C9EF-A4FB-EAE8-D0079B2FE9DB}"/>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CBED93E9-40A3-E369-25C0-DCFF564B3D34}"/>
              </a:ext>
            </a:extLst>
          </p:cNvPr>
          <p:cNvGrpSpPr/>
          <p:nvPr/>
        </p:nvGrpSpPr>
        <p:grpSpPr>
          <a:xfrm>
            <a:off x="5460086" y="1500187"/>
            <a:ext cx="12192000" cy="1928813"/>
            <a:chOff x="0" y="0"/>
            <a:chExt cx="12192000" cy="1928813"/>
          </a:xfrm>
        </p:grpSpPr>
        <p:pic>
          <p:nvPicPr>
            <p:cNvPr id="17409" name="Picture 1">
              <a:extLst>
                <a:ext uri="{FF2B5EF4-FFF2-40B4-BE49-F238E27FC236}">
                  <a16:creationId xmlns:a16="http://schemas.microsoft.com/office/drawing/2014/main" id="{BF7A9640-4A80-94AC-57F6-F1EE7137AB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 y="558800"/>
              <a:ext cx="5959475" cy="137001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4">
              <a:extLst>
                <a:ext uri="{FF2B5EF4-FFF2-40B4-BE49-F238E27FC236}">
                  <a16:creationId xmlns:a16="http://schemas.microsoft.com/office/drawing/2014/main" id="{13147C2D-6AFD-A9E1-635C-F3D1E142DCBE}"/>
                </a:ext>
              </a:extLst>
            </p:cNvPr>
            <p:cNvSpPr>
              <a:spLocks noChangeArrowheads="1"/>
            </p:cNvSpPr>
            <p:nvPr/>
          </p:nvSpPr>
          <p:spPr bwMode="auto">
            <a:xfrm>
              <a:off x="6350" y="1614488"/>
              <a:ext cx="884238" cy="196850"/>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3">
              <a:extLst>
                <a:ext uri="{FF2B5EF4-FFF2-40B4-BE49-F238E27FC236}">
                  <a16:creationId xmlns:a16="http://schemas.microsoft.com/office/drawing/2014/main" id="{67ADB15D-3669-D95B-DB39-1F9DA27EB5D9}"/>
                </a:ext>
              </a:extLst>
            </p:cNvPr>
            <p:cNvSpPr>
              <a:spLocks noChangeArrowheads="1"/>
            </p:cNvSpPr>
            <p:nvPr/>
          </p:nvSpPr>
          <p:spPr bwMode="auto">
            <a:xfrm>
              <a:off x="976313" y="1047750"/>
              <a:ext cx="4960937" cy="688975"/>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AutoShape 2">
              <a:extLst>
                <a:ext uri="{FF2B5EF4-FFF2-40B4-BE49-F238E27FC236}">
                  <a16:creationId xmlns:a16="http://schemas.microsoft.com/office/drawing/2014/main" id="{CBEDD5BF-E062-4CBB-8565-6B5710A100D4}"/>
                </a:ext>
              </a:extLst>
            </p:cNvPr>
            <p:cNvSpPr>
              <a:spLocks noChangeShapeType="1"/>
            </p:cNvSpPr>
            <p:nvPr/>
          </p:nvSpPr>
          <p:spPr bwMode="auto">
            <a:xfrm flipV="1">
              <a:off x="892175" y="1536700"/>
              <a:ext cx="85725" cy="12541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Rectangle 5">
              <a:extLst>
                <a:ext uri="{FF2B5EF4-FFF2-40B4-BE49-F238E27FC236}">
                  <a16:creationId xmlns:a16="http://schemas.microsoft.com/office/drawing/2014/main" id="{AF4921E1-AF31-FE04-8BF7-FAF7B5EA416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046524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Setup Exhibit Masterfile?</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410275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Exhibit– Main Window, you will notice an add button in the upper right parallel to other buttons. Click add button and you will be provided a field where you can add new exhibit.</a:t>
            </a: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2. </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You may now type the details of new exhibit.</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3. </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If done filing the necessary information, click save button under action column to save that specific exhibit or you may click save all button parallel to other buttons in the upper side of the main window.</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4. </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If you want to add more, repeat step 1 and 2 before doing step 3.</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5. </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After adding the exhibit, click the plus sign under action column to add list of attendees of the exhibit.</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0CC621BE-7ABC-77DC-FB52-8AFD7CF78B57}"/>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Exhibit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41" name="Group 40">
            <a:extLst>
              <a:ext uri="{FF2B5EF4-FFF2-40B4-BE49-F238E27FC236}">
                <a16:creationId xmlns:a16="http://schemas.microsoft.com/office/drawing/2014/main" id="{94181E11-F46E-C2A4-547D-B2C6E8865CAC}"/>
              </a:ext>
            </a:extLst>
          </p:cNvPr>
          <p:cNvGrpSpPr/>
          <p:nvPr/>
        </p:nvGrpSpPr>
        <p:grpSpPr>
          <a:xfrm>
            <a:off x="5208206" y="409557"/>
            <a:ext cx="12192000" cy="2300288"/>
            <a:chOff x="0" y="0"/>
            <a:chExt cx="12192000" cy="2300288"/>
          </a:xfrm>
        </p:grpSpPr>
        <p:pic>
          <p:nvPicPr>
            <p:cNvPr id="22529" name="Picture 1297">
              <a:extLst>
                <a:ext uri="{FF2B5EF4-FFF2-40B4-BE49-F238E27FC236}">
                  <a16:creationId xmlns:a16="http://schemas.microsoft.com/office/drawing/2014/main" id="{BAD36489-4319-1CCA-3DAE-E194F15D31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01675"/>
              <a:ext cx="6084888" cy="159861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1">
              <a:extLst>
                <a:ext uri="{FF2B5EF4-FFF2-40B4-BE49-F238E27FC236}">
                  <a16:creationId xmlns:a16="http://schemas.microsoft.com/office/drawing/2014/main" id="{D278EECA-CE50-CFB6-76B5-9C06177865E6}"/>
                </a:ext>
              </a:extLst>
            </p:cNvPr>
            <p:cNvSpPr>
              <a:spLocks noChangeArrowheads="1"/>
            </p:cNvSpPr>
            <p:nvPr/>
          </p:nvSpPr>
          <p:spPr bwMode="auto">
            <a:xfrm>
              <a:off x="3859213" y="1527175"/>
              <a:ext cx="442912"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Box 10">
              <a:extLst>
                <a:ext uri="{FF2B5EF4-FFF2-40B4-BE49-F238E27FC236}">
                  <a16:creationId xmlns:a16="http://schemas.microsoft.com/office/drawing/2014/main" id="{57165C12-54C9-A310-9786-920E3314E8CD}"/>
                </a:ext>
              </a:extLst>
            </p:cNvPr>
            <p:cNvSpPr txBox="1">
              <a:spLocks noChangeArrowheads="1"/>
            </p:cNvSpPr>
            <p:nvPr/>
          </p:nvSpPr>
          <p:spPr bwMode="auto">
            <a:xfrm>
              <a:off x="4102100" y="122237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3" name="AutoShape 9">
              <a:extLst>
                <a:ext uri="{FF2B5EF4-FFF2-40B4-BE49-F238E27FC236}">
                  <a16:creationId xmlns:a16="http://schemas.microsoft.com/office/drawing/2014/main" id="{1DE044FA-8204-D792-9D1B-3FB65C498382}"/>
                </a:ext>
              </a:extLst>
            </p:cNvPr>
            <p:cNvSpPr>
              <a:spLocks noChangeShapeType="1"/>
            </p:cNvSpPr>
            <p:nvPr/>
          </p:nvSpPr>
          <p:spPr bwMode="auto">
            <a:xfrm flipV="1">
              <a:off x="3925888" y="1377950"/>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935480A0-5CE8-C2C8-362D-A349724FD961}"/>
                </a:ext>
              </a:extLst>
            </p:cNvPr>
            <p:cNvPicPr>
              <a:picLocks noChangeAspect="1"/>
            </p:cNvPicPr>
            <p:nvPr/>
          </p:nvPicPr>
          <p:blipFill>
            <a:blip r:embed="rId4"/>
            <a:stretch>
              <a:fillRect/>
            </a:stretch>
          </p:blipFill>
          <p:spPr bwMode="auto">
            <a:xfrm>
              <a:off x="364639" y="1863638"/>
              <a:ext cx="5759450" cy="288290"/>
            </a:xfrm>
            <a:prstGeom prst="rect">
              <a:avLst/>
            </a:prstGeom>
            <a:ln>
              <a:noFill/>
            </a:ln>
            <a:effectLst>
              <a:outerShdw blurRad="292100" dist="139700" dir="2700000" algn="tl" rotWithShape="0">
                <a:srgbClr val="333333">
                  <a:alpha val="65000"/>
                </a:srgbClr>
              </a:outerShdw>
            </a:effectLst>
          </p:spPr>
        </p:pic>
        <p:sp>
          <p:nvSpPr>
            <p:cNvPr id="20" name="AutoShape 7">
              <a:extLst>
                <a:ext uri="{FF2B5EF4-FFF2-40B4-BE49-F238E27FC236}">
                  <a16:creationId xmlns:a16="http://schemas.microsoft.com/office/drawing/2014/main" id="{A39B0B23-AF77-4104-EBDD-AD0F10011CF3}"/>
                </a:ext>
              </a:extLst>
            </p:cNvPr>
            <p:cNvSpPr>
              <a:spLocks noChangeArrowheads="1"/>
            </p:cNvSpPr>
            <p:nvPr/>
          </p:nvSpPr>
          <p:spPr bwMode="auto">
            <a:xfrm>
              <a:off x="3530600" y="1541463"/>
              <a:ext cx="395288" cy="485775"/>
            </a:xfrm>
            <a:prstGeom prst="curvedRightArrow">
              <a:avLst>
                <a:gd name="adj1" fmla="val 24578"/>
                <a:gd name="adj2" fmla="val 49157"/>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6">
              <a:extLst>
                <a:ext uri="{FF2B5EF4-FFF2-40B4-BE49-F238E27FC236}">
                  <a16:creationId xmlns:a16="http://schemas.microsoft.com/office/drawing/2014/main" id="{FDBD2A74-EF4D-6114-AE7A-E12A51449726}"/>
                </a:ext>
              </a:extLst>
            </p:cNvPr>
            <p:cNvSpPr>
              <a:spLocks noChangeArrowheads="1"/>
            </p:cNvSpPr>
            <p:nvPr/>
          </p:nvSpPr>
          <p:spPr bwMode="auto">
            <a:xfrm>
              <a:off x="4392613" y="1527175"/>
              <a:ext cx="506412"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Box 5">
              <a:extLst>
                <a:ext uri="{FF2B5EF4-FFF2-40B4-BE49-F238E27FC236}">
                  <a16:creationId xmlns:a16="http://schemas.microsoft.com/office/drawing/2014/main" id="{8C213DCF-A4A0-6EF6-7CDF-A0075E06F6F0}"/>
                </a:ext>
              </a:extLst>
            </p:cNvPr>
            <p:cNvSpPr txBox="1">
              <a:spLocks noChangeArrowheads="1"/>
            </p:cNvSpPr>
            <p:nvPr/>
          </p:nvSpPr>
          <p:spPr bwMode="auto">
            <a:xfrm>
              <a:off x="4699000" y="1220788"/>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5" name="AutoShape 4">
              <a:extLst>
                <a:ext uri="{FF2B5EF4-FFF2-40B4-BE49-F238E27FC236}">
                  <a16:creationId xmlns:a16="http://schemas.microsoft.com/office/drawing/2014/main" id="{9F8C3A0C-AE0E-1BD3-069D-86640ECEE286}"/>
                </a:ext>
              </a:extLst>
            </p:cNvPr>
            <p:cNvSpPr>
              <a:spLocks noChangeShapeType="1"/>
            </p:cNvSpPr>
            <p:nvPr/>
          </p:nvSpPr>
          <p:spPr bwMode="auto">
            <a:xfrm flipV="1">
              <a:off x="4522788" y="1377950"/>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Rectangle 3">
              <a:extLst>
                <a:ext uri="{FF2B5EF4-FFF2-40B4-BE49-F238E27FC236}">
                  <a16:creationId xmlns:a16="http://schemas.microsoft.com/office/drawing/2014/main" id="{B18BCE76-4BA9-E9A5-1F1E-BB6EC9C3C3FD}"/>
                </a:ext>
              </a:extLst>
            </p:cNvPr>
            <p:cNvSpPr>
              <a:spLocks noChangeArrowheads="1"/>
            </p:cNvSpPr>
            <p:nvPr/>
          </p:nvSpPr>
          <p:spPr bwMode="auto">
            <a:xfrm>
              <a:off x="573088" y="1873250"/>
              <a:ext cx="200025"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Box 2">
              <a:extLst>
                <a:ext uri="{FF2B5EF4-FFF2-40B4-BE49-F238E27FC236}">
                  <a16:creationId xmlns:a16="http://schemas.microsoft.com/office/drawing/2014/main" id="{E1E0B38C-2A51-4DE8-1CFF-531311B4D0F8}"/>
                </a:ext>
              </a:extLst>
            </p:cNvPr>
            <p:cNvSpPr txBox="1">
              <a:spLocks noChangeArrowheads="1"/>
            </p:cNvSpPr>
            <p:nvPr/>
          </p:nvSpPr>
          <p:spPr bwMode="auto">
            <a:xfrm>
              <a:off x="573088" y="155892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8" name="Rectangle 12">
              <a:extLst>
                <a:ext uri="{FF2B5EF4-FFF2-40B4-BE49-F238E27FC236}">
                  <a16:creationId xmlns:a16="http://schemas.microsoft.com/office/drawing/2014/main" id="{CCECC505-340C-2CCD-BDCD-75ED8CC422F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Rectangle 16">
              <a:extLst>
                <a:ext uri="{FF2B5EF4-FFF2-40B4-BE49-F238E27FC236}">
                  <a16:creationId xmlns:a16="http://schemas.microsoft.com/office/drawing/2014/main" id="{97E07797-3BAB-FA8B-15EF-7509CE2121FE}"/>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8" name="Group 47">
            <a:extLst>
              <a:ext uri="{FF2B5EF4-FFF2-40B4-BE49-F238E27FC236}">
                <a16:creationId xmlns:a16="http://schemas.microsoft.com/office/drawing/2014/main" id="{D54A9D0D-011F-256B-3FA1-895C9D69B4C3}"/>
              </a:ext>
            </a:extLst>
          </p:cNvPr>
          <p:cNvGrpSpPr/>
          <p:nvPr/>
        </p:nvGrpSpPr>
        <p:grpSpPr>
          <a:xfrm>
            <a:off x="5106907" y="3662648"/>
            <a:ext cx="12192000" cy="2216608"/>
            <a:chOff x="0" y="0"/>
            <a:chExt cx="12192000" cy="2216608"/>
          </a:xfrm>
        </p:grpSpPr>
        <p:pic>
          <p:nvPicPr>
            <p:cNvPr id="22545" name="Picture 22">
              <a:extLst>
                <a:ext uri="{FF2B5EF4-FFF2-40B4-BE49-F238E27FC236}">
                  <a16:creationId xmlns:a16="http://schemas.microsoft.com/office/drawing/2014/main" id="{315E72E7-A004-ABA3-29DA-7391EBA445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53" y="29999"/>
              <a:ext cx="6615112" cy="1273175"/>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20">
              <a:extLst>
                <a:ext uri="{FF2B5EF4-FFF2-40B4-BE49-F238E27FC236}">
                  <a16:creationId xmlns:a16="http://schemas.microsoft.com/office/drawing/2014/main" id="{731FC1D2-749E-0189-D830-039C3F9FAF7F}"/>
                </a:ext>
              </a:extLst>
            </p:cNvPr>
            <p:cNvSpPr>
              <a:spLocks noChangeArrowheads="1"/>
            </p:cNvSpPr>
            <p:nvPr/>
          </p:nvSpPr>
          <p:spPr bwMode="auto">
            <a:xfrm>
              <a:off x="725488" y="1052513"/>
              <a:ext cx="200025"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Box 21">
              <a:extLst>
                <a:ext uri="{FF2B5EF4-FFF2-40B4-BE49-F238E27FC236}">
                  <a16:creationId xmlns:a16="http://schemas.microsoft.com/office/drawing/2014/main" id="{0E7EEC05-7E94-919B-266B-A1D0281DE543}"/>
                </a:ext>
              </a:extLst>
            </p:cNvPr>
            <p:cNvSpPr txBox="1">
              <a:spLocks noChangeArrowheads="1"/>
            </p:cNvSpPr>
            <p:nvPr/>
          </p:nvSpPr>
          <p:spPr bwMode="auto">
            <a:xfrm>
              <a:off x="725488" y="74612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5</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44" name="Picture 43">
              <a:extLst>
                <a:ext uri="{FF2B5EF4-FFF2-40B4-BE49-F238E27FC236}">
                  <a16:creationId xmlns:a16="http://schemas.microsoft.com/office/drawing/2014/main" id="{014C9B56-BA99-391D-35F6-361B9F1E2FE7}"/>
                </a:ext>
              </a:extLst>
            </p:cNvPr>
            <p:cNvPicPr>
              <a:picLocks noChangeAspect="1"/>
            </p:cNvPicPr>
            <p:nvPr/>
          </p:nvPicPr>
          <p:blipFill>
            <a:blip r:embed="rId6"/>
            <a:srcRect/>
            <a:stretch>
              <a:fillRect/>
            </a:stretch>
          </p:blipFill>
          <p:spPr bwMode="auto">
            <a:xfrm>
              <a:off x="624708" y="1356183"/>
              <a:ext cx="5825490" cy="860425"/>
            </a:xfrm>
            <a:prstGeom prst="rect">
              <a:avLst/>
            </a:prstGeom>
            <a:ln>
              <a:noFill/>
            </a:ln>
            <a:effectLst>
              <a:outerShdw blurRad="292100" dist="139700" dir="2700000" algn="tl" rotWithShape="0">
                <a:srgbClr val="333333">
                  <a:alpha val="65000"/>
                </a:srgbClr>
              </a:outerShdw>
            </a:effectLst>
          </p:spPr>
        </p:pic>
        <p:sp>
          <p:nvSpPr>
            <p:cNvPr id="45" name="AutoShape 18">
              <a:extLst>
                <a:ext uri="{FF2B5EF4-FFF2-40B4-BE49-F238E27FC236}">
                  <a16:creationId xmlns:a16="http://schemas.microsoft.com/office/drawing/2014/main" id="{C467D2F1-741D-D950-B79C-CA35FCEDA722}"/>
                </a:ext>
              </a:extLst>
            </p:cNvPr>
            <p:cNvSpPr>
              <a:spLocks noChangeArrowheads="1"/>
            </p:cNvSpPr>
            <p:nvPr/>
          </p:nvSpPr>
          <p:spPr bwMode="auto">
            <a:xfrm>
              <a:off x="452438" y="1146175"/>
              <a:ext cx="273050" cy="520700"/>
            </a:xfrm>
            <a:prstGeom prst="curvedRightArrow">
              <a:avLst>
                <a:gd name="adj1" fmla="val 38140"/>
                <a:gd name="adj2" fmla="val 76279"/>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Rectangle 22">
              <a:extLst>
                <a:ext uri="{FF2B5EF4-FFF2-40B4-BE49-F238E27FC236}">
                  <a16:creationId xmlns:a16="http://schemas.microsoft.com/office/drawing/2014/main" id="{88C0590E-0FDF-49E6-261F-C03196AACCD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Rectangle 24">
              <a:extLst>
                <a:ext uri="{FF2B5EF4-FFF2-40B4-BE49-F238E27FC236}">
                  <a16:creationId xmlns:a16="http://schemas.microsoft.com/office/drawing/2014/main" id="{09885D3D-C6D7-9FA7-6338-A0B5D43CAEDC}"/>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331468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Add Attendee/s in an Exhibit?</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410275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new button.</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You may now select the company by clicking the lookup button under company name.</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filing the necessary information, click save button under action column to save that specific attendee or you may click save all button parallel to other buttons in the upper side.</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add more, repeat step 1 and 2 before doing step 3.</a:t>
            </a: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For new companies, you may click the create profile button to create a customer profile of the company. This function will automatically create a customer code and profile base on the given information. You may finalize the data of the company on the Customer Ledger afterwards.</a:t>
            </a:r>
            <a:endParaRPr kumimoji="0" lang="en-US" sz="105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0CC621BE-7ABC-77DC-FB52-8AFD7CF78B57}"/>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Exhibit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22" name="Group 21">
            <a:extLst>
              <a:ext uri="{FF2B5EF4-FFF2-40B4-BE49-F238E27FC236}">
                <a16:creationId xmlns:a16="http://schemas.microsoft.com/office/drawing/2014/main" id="{49011977-EB9B-5F2A-9111-8FB08DF7E521}"/>
              </a:ext>
            </a:extLst>
          </p:cNvPr>
          <p:cNvGrpSpPr/>
          <p:nvPr/>
        </p:nvGrpSpPr>
        <p:grpSpPr>
          <a:xfrm>
            <a:off x="5106907" y="753232"/>
            <a:ext cx="12192000" cy="1735733"/>
            <a:chOff x="0" y="0"/>
            <a:chExt cx="12192000" cy="1735733"/>
          </a:xfrm>
        </p:grpSpPr>
        <p:pic>
          <p:nvPicPr>
            <p:cNvPr id="23553" name="Picture 28">
              <a:extLst>
                <a:ext uri="{FF2B5EF4-FFF2-40B4-BE49-F238E27FC236}">
                  <a16:creationId xmlns:a16="http://schemas.microsoft.com/office/drawing/2014/main" id="{629F56DE-C8AE-91E8-D638-9E452EA872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57200"/>
              <a:ext cx="6188075" cy="9112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3D349A72-78C5-6DD7-D8D4-1CEBBEFA4D62}"/>
                </a:ext>
              </a:extLst>
            </p:cNvPr>
            <p:cNvSpPr>
              <a:spLocks noChangeArrowheads="1"/>
            </p:cNvSpPr>
            <p:nvPr/>
          </p:nvSpPr>
          <p:spPr bwMode="auto">
            <a:xfrm>
              <a:off x="4692650" y="841375"/>
              <a:ext cx="447675" cy="2159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Box 3">
              <a:extLst>
                <a:ext uri="{FF2B5EF4-FFF2-40B4-BE49-F238E27FC236}">
                  <a16:creationId xmlns:a16="http://schemas.microsoft.com/office/drawing/2014/main" id="{CDEACC44-84E0-2638-76FA-6163CB078D66}"/>
                </a:ext>
              </a:extLst>
            </p:cNvPr>
            <p:cNvSpPr txBox="1">
              <a:spLocks noChangeArrowheads="1"/>
            </p:cNvSpPr>
            <p:nvPr/>
          </p:nvSpPr>
          <p:spPr bwMode="auto">
            <a:xfrm>
              <a:off x="4940300" y="53657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 name="AutoShape 4">
              <a:extLst>
                <a:ext uri="{FF2B5EF4-FFF2-40B4-BE49-F238E27FC236}">
                  <a16:creationId xmlns:a16="http://schemas.microsoft.com/office/drawing/2014/main" id="{1C80C10A-4CD3-567A-0EE5-6B15D35C2A44}"/>
                </a:ext>
              </a:extLst>
            </p:cNvPr>
            <p:cNvSpPr>
              <a:spLocks noChangeShapeType="1"/>
            </p:cNvSpPr>
            <p:nvPr/>
          </p:nvSpPr>
          <p:spPr bwMode="auto">
            <a:xfrm flipV="1">
              <a:off x="4764088" y="692150"/>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6E519894-0893-0B91-04C8-7DFF8E109195}"/>
                </a:ext>
              </a:extLst>
            </p:cNvPr>
            <p:cNvPicPr>
              <a:picLocks noChangeAspect="1"/>
            </p:cNvPicPr>
            <p:nvPr/>
          </p:nvPicPr>
          <p:blipFill>
            <a:blip r:embed="rId4"/>
            <a:srcRect/>
            <a:stretch>
              <a:fillRect/>
            </a:stretch>
          </p:blipFill>
          <p:spPr bwMode="auto">
            <a:xfrm>
              <a:off x="1057791" y="1296948"/>
              <a:ext cx="4683760" cy="438785"/>
            </a:xfrm>
            <a:prstGeom prst="rect">
              <a:avLst/>
            </a:prstGeom>
            <a:ln>
              <a:solidFill>
                <a:schemeClr val="tx1"/>
              </a:solidFill>
            </a:ln>
            <a:effectLst>
              <a:outerShdw blurRad="292100" dist="139700" dir="2700000" algn="tl" rotWithShape="0">
                <a:srgbClr val="333333">
                  <a:alpha val="65000"/>
                </a:srgbClr>
              </a:outerShdw>
            </a:effectLst>
          </p:spPr>
        </p:pic>
        <p:sp>
          <p:nvSpPr>
            <p:cNvPr id="8" name="AutoShape 6">
              <a:extLst>
                <a:ext uri="{FF2B5EF4-FFF2-40B4-BE49-F238E27FC236}">
                  <a16:creationId xmlns:a16="http://schemas.microsoft.com/office/drawing/2014/main" id="{8303884D-74C7-4AA3-C919-E88B26337B8F}"/>
                </a:ext>
              </a:extLst>
            </p:cNvPr>
            <p:cNvSpPr>
              <a:spLocks noChangeArrowheads="1"/>
            </p:cNvSpPr>
            <p:nvPr/>
          </p:nvSpPr>
          <p:spPr bwMode="auto">
            <a:xfrm>
              <a:off x="4316413" y="935038"/>
              <a:ext cx="395287" cy="485775"/>
            </a:xfrm>
            <a:prstGeom prst="curvedRightArrow">
              <a:avLst>
                <a:gd name="adj1" fmla="val 24578"/>
                <a:gd name="adj2" fmla="val 49157"/>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ectangle 7">
              <a:extLst>
                <a:ext uri="{FF2B5EF4-FFF2-40B4-BE49-F238E27FC236}">
                  <a16:creationId xmlns:a16="http://schemas.microsoft.com/office/drawing/2014/main" id="{E387719F-882B-F5CA-A8AF-5D79CF55361C}"/>
                </a:ext>
              </a:extLst>
            </p:cNvPr>
            <p:cNvSpPr>
              <a:spLocks noChangeArrowheads="1"/>
            </p:cNvSpPr>
            <p:nvPr/>
          </p:nvSpPr>
          <p:spPr bwMode="auto">
            <a:xfrm>
              <a:off x="5178425" y="841375"/>
              <a:ext cx="534988" cy="2143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Box 8">
              <a:extLst>
                <a:ext uri="{FF2B5EF4-FFF2-40B4-BE49-F238E27FC236}">
                  <a16:creationId xmlns:a16="http://schemas.microsoft.com/office/drawing/2014/main" id="{1968DC4C-3BD5-C17C-D4A0-F57EA3809ACB}"/>
                </a:ext>
              </a:extLst>
            </p:cNvPr>
            <p:cNvSpPr txBox="1">
              <a:spLocks noChangeArrowheads="1"/>
            </p:cNvSpPr>
            <p:nvPr/>
          </p:nvSpPr>
          <p:spPr bwMode="auto">
            <a:xfrm>
              <a:off x="5513388" y="534988"/>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5" name="AutoShape 9">
              <a:extLst>
                <a:ext uri="{FF2B5EF4-FFF2-40B4-BE49-F238E27FC236}">
                  <a16:creationId xmlns:a16="http://schemas.microsoft.com/office/drawing/2014/main" id="{D599616B-A97A-0510-69E5-5EAA632E6216}"/>
                </a:ext>
              </a:extLst>
            </p:cNvPr>
            <p:cNvSpPr>
              <a:spLocks noChangeShapeType="1"/>
            </p:cNvSpPr>
            <p:nvPr/>
          </p:nvSpPr>
          <p:spPr bwMode="auto">
            <a:xfrm flipV="1">
              <a:off x="5337175" y="692150"/>
              <a:ext cx="176213"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10">
              <a:extLst>
                <a:ext uri="{FF2B5EF4-FFF2-40B4-BE49-F238E27FC236}">
                  <a16:creationId xmlns:a16="http://schemas.microsoft.com/office/drawing/2014/main" id="{D9DAC1EB-C25B-E71C-3D99-7B6321DD4619}"/>
                </a:ext>
              </a:extLst>
            </p:cNvPr>
            <p:cNvSpPr txBox="1">
              <a:spLocks noChangeArrowheads="1"/>
            </p:cNvSpPr>
            <p:nvPr/>
          </p:nvSpPr>
          <p:spPr bwMode="auto">
            <a:xfrm>
              <a:off x="812800" y="1471613"/>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7" name="Rectangle 11">
              <a:extLst>
                <a:ext uri="{FF2B5EF4-FFF2-40B4-BE49-F238E27FC236}">
                  <a16:creationId xmlns:a16="http://schemas.microsoft.com/office/drawing/2014/main" id="{512A8C94-6345-AAC5-AEB7-2544BFB9C75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5">
              <a:extLst>
                <a:ext uri="{FF2B5EF4-FFF2-40B4-BE49-F238E27FC236}">
                  <a16:creationId xmlns:a16="http://schemas.microsoft.com/office/drawing/2014/main" id="{5C462E59-D396-41C0-C885-D7B61A89752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Rectangle 16">
              <a:extLst>
                <a:ext uri="{FF2B5EF4-FFF2-40B4-BE49-F238E27FC236}">
                  <a16:creationId xmlns:a16="http://schemas.microsoft.com/office/drawing/2014/main" id="{738CE6D9-A49D-0819-B5AC-7096A89D9425}"/>
                </a:ext>
              </a:extLst>
            </p:cNvPr>
            <p:cNvSpPr>
              <a:spLocks noChangeArrowheads="1"/>
            </p:cNvSpPr>
            <p:nvPr/>
          </p:nvSpPr>
          <p:spPr bwMode="auto">
            <a:xfrm>
              <a:off x="0" y="13684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 name="Group 10">
            <a:extLst>
              <a:ext uri="{FF2B5EF4-FFF2-40B4-BE49-F238E27FC236}">
                <a16:creationId xmlns:a16="http://schemas.microsoft.com/office/drawing/2014/main" id="{0F6C0EAF-A540-9671-5918-68EFA208DC3D}"/>
              </a:ext>
            </a:extLst>
          </p:cNvPr>
          <p:cNvGrpSpPr/>
          <p:nvPr/>
        </p:nvGrpSpPr>
        <p:grpSpPr>
          <a:xfrm>
            <a:off x="5940498" y="2472495"/>
            <a:ext cx="1237025" cy="924804"/>
            <a:chOff x="6103690" y="3625969"/>
            <a:chExt cx="1237025" cy="924804"/>
          </a:xfrm>
        </p:grpSpPr>
        <p:pic>
          <p:nvPicPr>
            <p:cNvPr id="12" name="Picture 11">
              <a:extLst>
                <a:ext uri="{FF2B5EF4-FFF2-40B4-BE49-F238E27FC236}">
                  <a16:creationId xmlns:a16="http://schemas.microsoft.com/office/drawing/2014/main" id="{0678C86C-8CF9-E280-C57B-4DF9278919B3}"/>
                </a:ext>
              </a:extLst>
            </p:cNvPr>
            <p:cNvPicPr>
              <a:picLocks noChangeAspect="1"/>
            </p:cNvPicPr>
            <p:nvPr/>
          </p:nvPicPr>
          <p:blipFill>
            <a:blip r:embed="rId5"/>
            <a:stretch>
              <a:fillRect/>
            </a:stretch>
          </p:blipFill>
          <p:spPr>
            <a:xfrm>
              <a:off x="6103690" y="4141198"/>
              <a:ext cx="1143000" cy="409575"/>
            </a:xfrm>
            <a:prstGeom prst="rect">
              <a:avLst/>
            </a:prstGeom>
          </p:spPr>
        </p:pic>
        <p:cxnSp>
          <p:nvCxnSpPr>
            <p:cNvPr id="13" name="Straight Arrow Connector 12">
              <a:extLst>
                <a:ext uri="{FF2B5EF4-FFF2-40B4-BE49-F238E27FC236}">
                  <a16:creationId xmlns:a16="http://schemas.microsoft.com/office/drawing/2014/main" id="{F2E9D8BB-B8EE-8A3E-CA98-6E607F31C27B}"/>
                </a:ext>
              </a:extLst>
            </p:cNvPr>
            <p:cNvCxnSpPr/>
            <p:nvPr/>
          </p:nvCxnSpPr>
          <p:spPr>
            <a:xfrm>
              <a:off x="6532775" y="3625969"/>
              <a:ext cx="65988" cy="3941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5749DAB6-B751-E988-90A9-D29AB0B8FA7A}"/>
                </a:ext>
              </a:extLst>
            </p:cNvPr>
            <p:cNvSpPr/>
            <p:nvPr/>
          </p:nvSpPr>
          <p:spPr>
            <a:xfrm>
              <a:off x="6806153" y="4179932"/>
              <a:ext cx="311084" cy="3180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 Box 3">
              <a:extLst>
                <a:ext uri="{FF2B5EF4-FFF2-40B4-BE49-F238E27FC236}">
                  <a16:creationId xmlns:a16="http://schemas.microsoft.com/office/drawing/2014/main" id="{9B276F2D-EFEF-A998-E4AC-265F659EA6FB}"/>
                </a:ext>
              </a:extLst>
            </p:cNvPr>
            <p:cNvSpPr txBox="1">
              <a:spLocks noChangeArrowheads="1"/>
            </p:cNvSpPr>
            <p:nvPr/>
          </p:nvSpPr>
          <p:spPr bwMode="auto">
            <a:xfrm>
              <a:off x="7140690" y="3974108"/>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5</a:t>
              </a:r>
            </a:p>
          </p:txBody>
        </p:sp>
      </p:grpSp>
    </p:spTree>
    <p:extLst>
      <p:ext uri="{BB962C8B-B14F-4D97-AF65-F5344CB8AC3E}">
        <p14:creationId xmlns:p14="http://schemas.microsoft.com/office/powerpoint/2010/main" val="3629588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Exhibit?</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410275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wish to edit the exhibit, edit right away the details you want to change and you will notice that after you change the details, the line you edited will be highlighted into blue. </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save all button in the upper right side of the main window parallel to other buttons</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0CC621BE-7ABC-77DC-FB52-8AFD7CF78B57}"/>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Exhibit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24" name="Group 23">
            <a:extLst>
              <a:ext uri="{FF2B5EF4-FFF2-40B4-BE49-F238E27FC236}">
                <a16:creationId xmlns:a16="http://schemas.microsoft.com/office/drawing/2014/main" id="{F5F2CDEB-C707-9D3F-30C2-B3E9C1F3F5F1}"/>
              </a:ext>
            </a:extLst>
          </p:cNvPr>
          <p:cNvGrpSpPr/>
          <p:nvPr/>
        </p:nvGrpSpPr>
        <p:grpSpPr>
          <a:xfrm>
            <a:off x="5162145" y="642052"/>
            <a:ext cx="12192000" cy="1984375"/>
            <a:chOff x="0" y="0"/>
            <a:chExt cx="12192000" cy="1984375"/>
          </a:xfrm>
        </p:grpSpPr>
        <p:pic>
          <p:nvPicPr>
            <p:cNvPr id="24577" name="Picture 11">
              <a:extLst>
                <a:ext uri="{FF2B5EF4-FFF2-40B4-BE49-F238E27FC236}">
                  <a16:creationId xmlns:a16="http://schemas.microsoft.com/office/drawing/2014/main" id="{27EB6986-D58D-FACE-54DD-72DC446826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 y="596900"/>
              <a:ext cx="6086475" cy="138747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4">
              <a:extLst>
                <a:ext uri="{FF2B5EF4-FFF2-40B4-BE49-F238E27FC236}">
                  <a16:creationId xmlns:a16="http://schemas.microsoft.com/office/drawing/2014/main" id="{F6757174-69F3-A6E1-58AF-D0EDD1E74AD1}"/>
                </a:ext>
              </a:extLst>
            </p:cNvPr>
            <p:cNvSpPr>
              <a:spLocks noChangeArrowheads="1"/>
            </p:cNvSpPr>
            <p:nvPr/>
          </p:nvSpPr>
          <p:spPr bwMode="auto">
            <a:xfrm>
              <a:off x="4427538" y="1447800"/>
              <a:ext cx="579437"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Box 3">
              <a:extLst>
                <a:ext uri="{FF2B5EF4-FFF2-40B4-BE49-F238E27FC236}">
                  <a16:creationId xmlns:a16="http://schemas.microsoft.com/office/drawing/2014/main" id="{285D58CB-54B8-29AC-E088-F2BAA74F3835}"/>
                </a:ext>
              </a:extLst>
            </p:cNvPr>
            <p:cNvSpPr txBox="1">
              <a:spLocks noChangeArrowheads="1"/>
            </p:cNvSpPr>
            <p:nvPr/>
          </p:nvSpPr>
          <p:spPr bwMode="auto">
            <a:xfrm>
              <a:off x="4787900" y="113347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3" name="AutoShape 2">
              <a:extLst>
                <a:ext uri="{FF2B5EF4-FFF2-40B4-BE49-F238E27FC236}">
                  <a16:creationId xmlns:a16="http://schemas.microsoft.com/office/drawing/2014/main" id="{91E064CB-D559-DFA6-0D04-6DE23A7D0A4F}"/>
                </a:ext>
              </a:extLst>
            </p:cNvPr>
            <p:cNvSpPr>
              <a:spLocks noChangeShapeType="1"/>
            </p:cNvSpPr>
            <p:nvPr/>
          </p:nvSpPr>
          <p:spPr bwMode="auto">
            <a:xfrm flipV="1">
              <a:off x="4611688" y="1292225"/>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Rectangle 5">
              <a:extLst>
                <a:ext uri="{FF2B5EF4-FFF2-40B4-BE49-F238E27FC236}">
                  <a16:creationId xmlns:a16="http://schemas.microsoft.com/office/drawing/2014/main" id="{C3E08615-7251-CB81-15EA-7C5E1200E07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Rectangle 7">
              <a:extLst>
                <a:ext uri="{FF2B5EF4-FFF2-40B4-BE49-F238E27FC236}">
                  <a16:creationId xmlns:a16="http://schemas.microsoft.com/office/drawing/2014/main" id="{0298D016-0F6B-D755-560A-530DA53CA353}"/>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518961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an Exhibit?</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410275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You may select the title of the exhibit in the search bar to filter the list</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Once it filtered out, click delete button parallel to exhibit you want to  delete</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0CC621BE-7ABC-77DC-FB52-8AFD7CF78B57}"/>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Exhibit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17" name="Group 16">
            <a:extLst>
              <a:ext uri="{FF2B5EF4-FFF2-40B4-BE49-F238E27FC236}">
                <a16:creationId xmlns:a16="http://schemas.microsoft.com/office/drawing/2014/main" id="{2ADEDA85-74F7-E167-E4B6-3C01E5E38E12}"/>
              </a:ext>
            </a:extLst>
          </p:cNvPr>
          <p:cNvGrpSpPr/>
          <p:nvPr/>
        </p:nvGrpSpPr>
        <p:grpSpPr>
          <a:xfrm>
            <a:off x="5290890" y="431714"/>
            <a:ext cx="12192000" cy="2428716"/>
            <a:chOff x="0" y="0"/>
            <a:chExt cx="12192000" cy="2428716"/>
          </a:xfrm>
        </p:grpSpPr>
        <p:pic>
          <p:nvPicPr>
            <p:cNvPr id="25601" name="Picture 18">
              <a:extLst>
                <a:ext uri="{FF2B5EF4-FFF2-40B4-BE49-F238E27FC236}">
                  <a16:creationId xmlns:a16="http://schemas.microsoft.com/office/drawing/2014/main" id="{93D6EFB3-B04D-3AC2-8903-A987266431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75" y="703263"/>
              <a:ext cx="5911850" cy="114458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6ED0DE1-5A2C-687D-BA57-863C74135AB6}"/>
                </a:ext>
              </a:extLst>
            </p:cNvPr>
            <p:cNvPicPr>
              <a:picLocks noChangeAspect="1"/>
            </p:cNvPicPr>
            <p:nvPr/>
          </p:nvPicPr>
          <p:blipFill>
            <a:blip r:embed="rId4"/>
            <a:stretch>
              <a:fillRect/>
            </a:stretch>
          </p:blipFill>
          <p:spPr bwMode="auto">
            <a:xfrm>
              <a:off x="485775" y="1821021"/>
              <a:ext cx="2379345" cy="607695"/>
            </a:xfrm>
            <a:prstGeom prst="rect">
              <a:avLst/>
            </a:prstGeom>
            <a:ln>
              <a:noFill/>
            </a:ln>
            <a:effectLst>
              <a:outerShdw blurRad="292100" dist="139700" dir="2700000" algn="tl" rotWithShape="0">
                <a:srgbClr val="333333">
                  <a:alpha val="65000"/>
                </a:srgbClr>
              </a:outerShdw>
            </a:effectLst>
          </p:spPr>
        </p:pic>
        <p:sp>
          <p:nvSpPr>
            <p:cNvPr id="4" name="Rectangle 7">
              <a:extLst>
                <a:ext uri="{FF2B5EF4-FFF2-40B4-BE49-F238E27FC236}">
                  <a16:creationId xmlns:a16="http://schemas.microsoft.com/office/drawing/2014/main" id="{2F9E02AD-B0D1-B754-1C02-CBDC97B0C9A4}"/>
                </a:ext>
              </a:extLst>
            </p:cNvPr>
            <p:cNvSpPr>
              <a:spLocks noChangeArrowheads="1"/>
            </p:cNvSpPr>
            <p:nvPr/>
          </p:nvSpPr>
          <p:spPr bwMode="auto">
            <a:xfrm>
              <a:off x="485775" y="1619250"/>
              <a:ext cx="161925" cy="2159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AutoShape 6">
              <a:extLst>
                <a:ext uri="{FF2B5EF4-FFF2-40B4-BE49-F238E27FC236}">
                  <a16:creationId xmlns:a16="http://schemas.microsoft.com/office/drawing/2014/main" id="{D53DC97C-9576-8892-BDF3-3C0AF2EE128F}"/>
                </a:ext>
              </a:extLst>
            </p:cNvPr>
            <p:cNvSpPr>
              <a:spLocks noChangeArrowheads="1"/>
            </p:cNvSpPr>
            <p:nvPr/>
          </p:nvSpPr>
          <p:spPr bwMode="auto">
            <a:xfrm rot="-923308">
              <a:off x="282575" y="1755775"/>
              <a:ext cx="250825" cy="287338"/>
            </a:xfrm>
            <a:prstGeom prst="curvedRightArrow">
              <a:avLst>
                <a:gd name="adj1" fmla="val 22911"/>
                <a:gd name="adj2" fmla="val 45823"/>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8EDB1228-26B8-FB62-4ED4-99DB339E027E}"/>
                </a:ext>
              </a:extLst>
            </p:cNvPr>
            <p:cNvSpPr>
              <a:spLocks noChangeArrowheads="1"/>
            </p:cNvSpPr>
            <p:nvPr/>
          </p:nvSpPr>
          <p:spPr bwMode="auto">
            <a:xfrm>
              <a:off x="176213" y="996950"/>
              <a:ext cx="5824537" cy="2968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Box 3">
              <a:extLst>
                <a:ext uri="{FF2B5EF4-FFF2-40B4-BE49-F238E27FC236}">
                  <a16:creationId xmlns:a16="http://schemas.microsoft.com/office/drawing/2014/main" id="{75D8024B-368A-0891-CBDE-BFEF5CD23D70}"/>
                </a:ext>
              </a:extLst>
            </p:cNvPr>
            <p:cNvSpPr txBox="1">
              <a:spLocks noChangeArrowheads="1"/>
            </p:cNvSpPr>
            <p:nvPr/>
          </p:nvSpPr>
          <p:spPr bwMode="auto">
            <a:xfrm>
              <a:off x="5800725" y="67627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9" name="AutoShape 2">
              <a:extLst>
                <a:ext uri="{FF2B5EF4-FFF2-40B4-BE49-F238E27FC236}">
                  <a16:creationId xmlns:a16="http://schemas.microsoft.com/office/drawing/2014/main" id="{CDF09629-D209-B4AF-1C73-76D2CE56C86D}"/>
                </a:ext>
              </a:extLst>
            </p:cNvPr>
            <p:cNvSpPr>
              <a:spLocks noChangeShapeType="1"/>
            </p:cNvSpPr>
            <p:nvPr/>
          </p:nvSpPr>
          <p:spPr bwMode="auto">
            <a:xfrm flipV="1">
              <a:off x="5624513" y="835025"/>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Box 4">
              <a:extLst>
                <a:ext uri="{FF2B5EF4-FFF2-40B4-BE49-F238E27FC236}">
                  <a16:creationId xmlns:a16="http://schemas.microsoft.com/office/drawing/2014/main" id="{3B98ADF6-10FD-C020-B34A-753EE93D4E20}"/>
                </a:ext>
              </a:extLst>
            </p:cNvPr>
            <p:cNvSpPr txBox="1">
              <a:spLocks noChangeArrowheads="1"/>
            </p:cNvSpPr>
            <p:nvPr/>
          </p:nvSpPr>
          <p:spPr bwMode="auto">
            <a:xfrm>
              <a:off x="446088" y="1301750"/>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5" name="Rectangle 9">
              <a:extLst>
                <a:ext uri="{FF2B5EF4-FFF2-40B4-BE49-F238E27FC236}">
                  <a16:creationId xmlns:a16="http://schemas.microsoft.com/office/drawing/2014/main" id="{96C8ACE7-853D-B679-1384-31CE1284915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12">
              <a:extLst>
                <a:ext uri="{FF2B5EF4-FFF2-40B4-BE49-F238E27FC236}">
                  <a16:creationId xmlns:a16="http://schemas.microsoft.com/office/drawing/2014/main" id="{B7203917-C76E-8DD9-98AC-58F9CA8C4A7D}"/>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651732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C13FD5-5EA9-094F-0EB1-BD7D4E3ADBBE}"/>
              </a:ext>
            </a:extLst>
          </p:cNvPr>
          <p:cNvSpPr txBox="1"/>
          <p:nvPr/>
        </p:nvSpPr>
        <p:spPr>
          <a:xfrm>
            <a:off x="2972451" y="170588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2" name="Text Box 6">
            <a:extLst>
              <a:ext uri="{FF2B5EF4-FFF2-40B4-BE49-F238E27FC236}">
                <a16:creationId xmlns:a16="http://schemas.microsoft.com/office/drawing/2014/main" id="{64347769-1046-4EE1-BA85-D11BEFAEFE0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A5DEE37C-9F15-0093-FFDA-021839E532F3}"/>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Exhibit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pic>
        <p:nvPicPr>
          <p:cNvPr id="7" name="Picture 6">
            <a:extLst>
              <a:ext uri="{FF2B5EF4-FFF2-40B4-BE49-F238E27FC236}">
                <a16:creationId xmlns:a16="http://schemas.microsoft.com/office/drawing/2014/main" id="{F9F7759F-168B-7C95-F3E4-1362433BACC4}"/>
              </a:ext>
            </a:extLst>
          </p:cNvPr>
          <p:cNvPicPr>
            <a:picLocks noChangeAspect="1"/>
          </p:cNvPicPr>
          <p:nvPr/>
        </p:nvPicPr>
        <p:blipFill>
          <a:blip r:embed="rId2"/>
          <a:stretch>
            <a:fillRect/>
          </a:stretch>
        </p:blipFill>
        <p:spPr>
          <a:xfrm>
            <a:off x="2924446" y="2236282"/>
            <a:ext cx="6678529" cy="870822"/>
          </a:xfrm>
          <a:prstGeom prst="rect">
            <a:avLst/>
          </a:prstGeom>
        </p:spPr>
      </p:pic>
    </p:spTree>
    <p:extLst>
      <p:ext uri="{BB962C8B-B14F-4D97-AF65-F5344CB8AC3E}">
        <p14:creationId xmlns:p14="http://schemas.microsoft.com/office/powerpoint/2010/main" val="35916645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483</Words>
  <Application>Microsoft Office PowerPoint</Application>
  <PresentationFormat>Widescreen</PresentationFormat>
  <Paragraphs>76</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Animosa Extra Bold</vt:lpstr>
      <vt:lpstr>Arial</vt:lpstr>
      <vt:lpstr>Bodoni MT Condensed</vt:lpstr>
      <vt:lpstr>Calibri</vt:lpstr>
      <vt:lpstr>Calibri Light</vt:lpstr>
      <vt:lpstr>Century Gothic</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5</cp:revision>
  <dcterms:created xsi:type="dcterms:W3CDTF">2023-01-10T06:57:48Z</dcterms:created>
  <dcterms:modified xsi:type="dcterms:W3CDTF">2023-01-10T06:59:27Z</dcterms:modified>
</cp:coreProperties>
</file>