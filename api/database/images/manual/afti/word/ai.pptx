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67" r:id="rId2"/>
    <p:sldId id="468" r:id="rId3"/>
    <p:sldId id="469" r:id="rId4"/>
    <p:sldId id="470" r:id="rId5"/>
    <p:sldId id="471" r:id="rId6"/>
    <p:sldId id="473" r:id="rId7"/>
    <p:sldId id="4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D17A-142B-4705-ADE1-A3098ECE97E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2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770F1-593C-41E5-9DDC-A7DDE7DA3A0C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1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BA4C9-61EB-4E89-89EA-F649D387A885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2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0626-E323-4146-837D-79DA438855EF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9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F3B27-06CD-4A16-84A3-AF5F748FC93B}" type="datetime1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7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157D-198D-4A55-A6AF-F9A96DD09084}" type="datetime1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7" y="6361105"/>
            <a:ext cx="495813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6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A7D0-D9E5-4981-8E91-F86A007EC8E4}" type="datetime1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7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5C73-8B4C-45CE-9F74-EC399096C6A5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1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AC3-3FEF-4BD8-8E00-675B95488D0A}" type="datetime1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51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2B63B-3CDB-4958-B2A2-640C52D819C0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5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D481-5643-4F4C-B901-C5733B76A666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46D66-831C-4C42-918D-32B4B0271D98}" type="datetime1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9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1017646" y="2105561"/>
            <a:ext cx="10289512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doni MT Condensed" panose="02070606080606020203" pitchFamily="18" charset="0"/>
                <a:ea typeface="+mn-ea"/>
                <a:cs typeface="+mn-cs"/>
              </a:rPr>
              <a:t>Service Invoice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doni MT Condensed" panose="02070606080606020203" pitchFamily="18" charset="0"/>
              <a:ea typeface="+mn-ea"/>
              <a:cs typeface="+mn-cs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Service Invoice is where service invoice are recorded.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A7496-1034-196F-6300-3534FAAD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35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375033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Main Window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847734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Service Invoice module under Sales, Service Invoice transactions list will display based on filtered date and status in the sales invoice main window.</a:t>
            </a:r>
          </a:p>
          <a:p>
            <a:pPr marL="0" marR="227330" lvl="2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2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2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472068" y="4280273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Invoice 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3AF19C-814C-4975-A22C-FCF6AC461B65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Service Invoice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72DE2-59DB-B986-5463-F32324D2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A06838-1C00-2A54-F24C-34A88DBC2840}"/>
              </a:ext>
            </a:extLst>
          </p:cNvPr>
          <p:cNvGrpSpPr/>
          <p:nvPr/>
        </p:nvGrpSpPr>
        <p:grpSpPr>
          <a:xfrm>
            <a:off x="5559924" y="1777016"/>
            <a:ext cx="12192000" cy="2316163"/>
            <a:chOff x="0" y="0"/>
            <a:chExt cx="12192000" cy="2316163"/>
          </a:xfrm>
        </p:grpSpPr>
        <p:pic>
          <p:nvPicPr>
            <p:cNvPr id="28673" name="Picture 780">
              <a:extLst>
                <a:ext uri="{FF2B5EF4-FFF2-40B4-BE49-F238E27FC236}">
                  <a16:creationId xmlns:a16="http://schemas.microsoft.com/office/drawing/2014/main" id="{EFB412F1-8077-13BA-3AE0-171D3D6C4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25" y="508000"/>
              <a:ext cx="5981700" cy="1660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1351B851-6EA7-5EDB-3803-6621C371E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38" y="1560513"/>
              <a:ext cx="5624512" cy="755650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CE7C3399-EB0A-2366-1A98-068F23419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DA2FC954-64D3-8A18-EF53-4FC512E46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9696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678873" y="1032424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Create Service Invoice 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381413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Service Invoice – Main Window, you will notice a create button in the upper left of the window. Click the create button and you will be redirect in sales invoice – main form.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After you click the create button a dialog box will pop out with list of pending Service SO’s. Search and select a customer or Service SO transaction number.</a:t>
            </a: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1DF22-2E2E-029F-8BF5-63DF19126510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Service Invoice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7715DC5-314B-9766-9E78-5904F510BEA8}"/>
              </a:ext>
            </a:extLst>
          </p:cNvPr>
          <p:cNvGrpSpPr/>
          <p:nvPr/>
        </p:nvGrpSpPr>
        <p:grpSpPr>
          <a:xfrm>
            <a:off x="5510191" y="533400"/>
            <a:ext cx="12192000" cy="1454150"/>
            <a:chOff x="0" y="0"/>
            <a:chExt cx="12192000" cy="1454150"/>
          </a:xfrm>
        </p:grpSpPr>
        <p:pic>
          <p:nvPicPr>
            <p:cNvPr id="29701" name="Picture 781">
              <a:extLst>
                <a:ext uri="{FF2B5EF4-FFF2-40B4-BE49-F238E27FC236}">
                  <a16:creationId xmlns:a16="http://schemas.microsoft.com/office/drawing/2014/main" id="{93197E73-856C-B7DE-A547-41059361E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563" y="457200"/>
              <a:ext cx="5810250" cy="996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" name="Group 1">
              <a:extLst>
                <a:ext uri="{FF2B5EF4-FFF2-40B4-BE49-F238E27FC236}">
                  <a16:creationId xmlns:a16="http://schemas.microsoft.com/office/drawing/2014/main" id="{6B25D68E-8F7E-B260-F03A-210AF1ABCB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450" y="622300"/>
              <a:ext cx="1209675" cy="333375"/>
              <a:chOff x="0" y="0"/>
              <a:chExt cx="12096" cy="3333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900E5C4C-1160-27FD-DA22-C9F021FED9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8001" cy="333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AEEC5DB9-88CF-5E76-C05A-485C47668E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Text Box 2">
                <a:extLst>
                  <a:ext uri="{FF2B5EF4-FFF2-40B4-BE49-F238E27FC236}">
                    <a16:creationId xmlns:a16="http://schemas.microsoft.com/office/drawing/2014/main" id="{A6D4648E-D102-60A1-87CB-1C3BC0D86C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2000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F722E86D-6E81-8BC9-9058-E6F259851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9A2E96E9-823F-A6A5-51AC-C0614681B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84562EA-8AF5-6CA8-83A6-A73C29962CA5}"/>
              </a:ext>
            </a:extLst>
          </p:cNvPr>
          <p:cNvGrpSpPr/>
          <p:nvPr/>
        </p:nvGrpSpPr>
        <p:grpSpPr>
          <a:xfrm>
            <a:off x="5410426" y="1565292"/>
            <a:ext cx="12192000" cy="3381375"/>
            <a:chOff x="0" y="0"/>
            <a:chExt cx="12192000" cy="3381375"/>
          </a:xfrm>
        </p:grpSpPr>
        <p:pic>
          <p:nvPicPr>
            <p:cNvPr id="29707" name="Picture 69">
              <a:extLst>
                <a:ext uri="{FF2B5EF4-FFF2-40B4-BE49-F238E27FC236}">
                  <a16:creationId xmlns:a16="http://schemas.microsoft.com/office/drawing/2014/main" id="{FE153A5C-3663-3301-5073-B045EEF36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150" y="701675"/>
              <a:ext cx="5891213" cy="2679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 Box 10">
              <a:extLst>
                <a:ext uri="{FF2B5EF4-FFF2-40B4-BE49-F238E27FC236}">
                  <a16:creationId xmlns:a16="http://schemas.microsoft.com/office/drawing/2014/main" id="{2D5029A5-1763-4365-C7A8-7B1CC8A71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550" y="1806575"/>
              <a:ext cx="4019550" cy="976313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457200" marR="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03200" algn="l"/>
                </a:tabLst>
                <a:defRPr/>
              </a:pPr>
              <a:endParaRPr kumimoji="0" lang="en-PH" alt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4F612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marR="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03200" algn="l"/>
                </a:tabLst>
                <a:defRPr/>
              </a:pPr>
              <a:r>
                <a:rPr kumimoji="0" lang="en-PH" alt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srgbClr val="4F6128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Service SO transaction?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812800" marR="0" lvl="1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document no. of SO transaction in the search bar.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812800" marR="0" lvl="1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And it will automatically sort out.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812800" marR="0" lvl="1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Then click the selected SO transaction.</a:t>
              </a:r>
              <a:endParaRPr kumimoji="0" lang="en-PH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98916AAA-48ED-F107-819C-22DFC4B67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50" y="1330325"/>
              <a:ext cx="4949825" cy="3333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A3A03D0F-BA2F-61EF-3909-EBE9F0C9C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14">
              <a:extLst>
                <a:ext uri="{FF2B5EF4-FFF2-40B4-BE49-F238E27FC236}">
                  <a16:creationId xmlns:a16="http://schemas.microsoft.com/office/drawing/2014/main" id="{A939D612-1759-034A-23A4-4424149E1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2958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41427" y="642052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Create Service Invoice 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663956" y="1564789"/>
            <a:ext cx="4179346" cy="381413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Service SO transaction, click save button to display the details from selected Service SO transaction.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Once saved, check the details in main form. </a:t>
            </a: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Details from main form, instruction and shipping/ billing address will be copied from the selected Service SO transaction. 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1DF22-2E2E-029F-8BF5-63DF19126510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Service Invoice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5425B9-D717-C7D9-EA88-BF36477A3D9C}"/>
              </a:ext>
            </a:extLst>
          </p:cNvPr>
          <p:cNvGrpSpPr/>
          <p:nvPr/>
        </p:nvGrpSpPr>
        <p:grpSpPr>
          <a:xfrm>
            <a:off x="5346319" y="150722"/>
            <a:ext cx="12192000" cy="4098925"/>
            <a:chOff x="0" y="0"/>
            <a:chExt cx="12192000" cy="4098925"/>
          </a:xfrm>
        </p:grpSpPr>
        <p:pic>
          <p:nvPicPr>
            <p:cNvPr id="30724" name="Picture 782">
              <a:extLst>
                <a:ext uri="{FF2B5EF4-FFF2-40B4-BE49-F238E27FC236}">
                  <a16:creationId xmlns:a16="http://schemas.microsoft.com/office/drawing/2014/main" id="{DB2BE2E4-9C2D-AA46-80AB-17943BB90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925" y="892175"/>
              <a:ext cx="5511800" cy="3206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CFE5E95C-2338-2E5D-B9BA-1EDDF685E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888" y="1277938"/>
              <a:ext cx="482600" cy="21748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AutoShape 2">
              <a:extLst>
                <a:ext uri="{FF2B5EF4-FFF2-40B4-BE49-F238E27FC236}">
                  <a16:creationId xmlns:a16="http://schemas.microsoft.com/office/drawing/2014/main" id="{83FEC667-5BFE-6DAB-74BE-FB8232D00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900" y="1328738"/>
              <a:ext cx="193675" cy="7937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Text Box 1">
              <a:extLst>
                <a:ext uri="{FF2B5EF4-FFF2-40B4-BE49-F238E27FC236}">
                  <a16:creationId xmlns:a16="http://schemas.microsoft.com/office/drawing/2014/main" id="{99305819-E728-BD85-1E39-E5EEB7844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2575" y="1209675"/>
              <a:ext cx="474663" cy="2857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89991AEB-7159-E79B-F487-8533CC9D0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B2C77198-6051-6C18-4DB2-D768C2158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0209283-B606-680A-441C-B4023668BE3D}"/>
              </a:ext>
            </a:extLst>
          </p:cNvPr>
          <p:cNvGrpSpPr/>
          <p:nvPr/>
        </p:nvGrpSpPr>
        <p:grpSpPr>
          <a:xfrm>
            <a:off x="5208206" y="4084320"/>
            <a:ext cx="12192000" cy="1658938"/>
            <a:chOff x="0" y="0"/>
            <a:chExt cx="12192000" cy="1658938"/>
          </a:xfrm>
        </p:grpSpPr>
        <p:pic>
          <p:nvPicPr>
            <p:cNvPr id="30733" name="Picture 84">
              <a:extLst>
                <a:ext uri="{FF2B5EF4-FFF2-40B4-BE49-F238E27FC236}">
                  <a16:creationId xmlns:a16="http://schemas.microsoft.com/office/drawing/2014/main" id="{E2F642BC-EC48-7C90-1480-A42F090014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113" y="563563"/>
              <a:ext cx="6181725" cy="1095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Rectangle 12">
              <a:extLst>
                <a:ext uri="{FF2B5EF4-FFF2-40B4-BE49-F238E27FC236}">
                  <a16:creationId xmlns:a16="http://schemas.microsoft.com/office/drawing/2014/main" id="{BED4D7D3-F0D7-302C-3C8E-A9A503DEE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513" y="790575"/>
              <a:ext cx="1544637" cy="2174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11">
              <a:extLst>
                <a:ext uri="{FF2B5EF4-FFF2-40B4-BE49-F238E27FC236}">
                  <a16:creationId xmlns:a16="http://schemas.microsoft.com/office/drawing/2014/main" id="{23E545D7-0986-6F4A-52EE-832820169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513" y="1185863"/>
              <a:ext cx="1544637" cy="21748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10">
              <a:extLst>
                <a:ext uri="{FF2B5EF4-FFF2-40B4-BE49-F238E27FC236}">
                  <a16:creationId xmlns:a16="http://schemas.microsoft.com/office/drawing/2014/main" id="{6274AD40-7576-70B8-F08A-C860288EF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513" y="1403350"/>
              <a:ext cx="1544637" cy="2174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14">
              <a:extLst>
                <a:ext uri="{FF2B5EF4-FFF2-40B4-BE49-F238E27FC236}">
                  <a16:creationId xmlns:a16="http://schemas.microsoft.com/office/drawing/2014/main" id="{5E9255F3-44D1-298A-A5BD-3ED098968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8618D4B1-1C1D-D2AF-4863-8A339B025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75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41427" y="642052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Create Service Invoice 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361693" y="1499491"/>
            <a:ext cx="4179346" cy="989402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you want to upload file attachment, click the attachment and upload the file.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7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7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7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7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7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1DF22-2E2E-029F-8BF5-63DF19126510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Service Invoice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EA79A0D-2253-BA54-2B8A-562D1B15CD7E}"/>
              </a:ext>
            </a:extLst>
          </p:cNvPr>
          <p:cNvGrpSpPr/>
          <p:nvPr/>
        </p:nvGrpSpPr>
        <p:grpSpPr>
          <a:xfrm>
            <a:off x="5427889" y="1329432"/>
            <a:ext cx="6188075" cy="2099568"/>
            <a:chOff x="5427889" y="1329432"/>
            <a:chExt cx="6188075" cy="2099568"/>
          </a:xfrm>
        </p:grpSpPr>
        <p:pic>
          <p:nvPicPr>
            <p:cNvPr id="4" name="Picture 107">
              <a:extLst>
                <a:ext uri="{FF2B5EF4-FFF2-40B4-BE49-F238E27FC236}">
                  <a16:creationId xmlns:a16="http://schemas.microsoft.com/office/drawing/2014/main" id="{77D7F544-D32A-E644-0D66-10BD291593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7889" y="1329432"/>
              <a:ext cx="6188075" cy="1384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110">
              <a:extLst>
                <a:ext uri="{FF2B5EF4-FFF2-40B4-BE49-F238E27FC236}">
                  <a16:creationId xmlns:a16="http://schemas.microsoft.com/office/drawing/2014/main" id="{16D71253-0B6F-1A10-6511-F5E69D173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4522" y="2205037"/>
              <a:ext cx="1760537" cy="1223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7C01A51-6BE6-EB05-F388-4C5869BFF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7414" y="1996182"/>
              <a:ext cx="962025" cy="16192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AutoShape 58">
              <a:extLst>
                <a:ext uri="{FF2B5EF4-FFF2-40B4-BE49-F238E27FC236}">
                  <a16:creationId xmlns:a16="http://schemas.microsoft.com/office/drawing/2014/main" id="{E647F095-C339-2218-F2E3-A651C9F6AF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26926" y="2664520"/>
              <a:ext cx="160338" cy="103187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utoShape 57">
              <a:extLst>
                <a:ext uri="{FF2B5EF4-FFF2-40B4-BE49-F238E27FC236}">
                  <a16:creationId xmlns:a16="http://schemas.microsoft.com/office/drawing/2014/main" id="{565DF94E-147C-FEAF-7133-6BD3541EC4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250796" flipH="1">
              <a:off x="10517414" y="2193032"/>
              <a:ext cx="539750" cy="254000"/>
            </a:xfrm>
            <a:prstGeom prst="curvedUpArrow">
              <a:avLst>
                <a:gd name="adj1" fmla="val 25008"/>
                <a:gd name="adj2" fmla="val 49997"/>
                <a:gd name="adj3" fmla="val 17500"/>
              </a:avLst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56">
              <a:extLst>
                <a:ext uri="{FF2B5EF4-FFF2-40B4-BE49-F238E27FC236}">
                  <a16:creationId xmlns:a16="http://schemas.microsoft.com/office/drawing/2014/main" id="{A0DA733E-44AB-AC82-6C37-9328CDC29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2276" y="2604195"/>
              <a:ext cx="1644650" cy="155575"/>
            </a:xfrm>
            <a:prstGeom prst="rect">
              <a:avLst/>
            </a:prstGeom>
            <a:noFill/>
            <a:ln w="19050">
              <a:solidFill>
                <a:srgbClr val="4472C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 Box 60">
              <a:extLst>
                <a:ext uri="{FF2B5EF4-FFF2-40B4-BE49-F238E27FC236}">
                  <a16:creationId xmlns:a16="http://schemas.microsoft.com/office/drawing/2014/main" id="{8D49BF49-D6E5-396B-55B6-AFE0B5284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0609" y="2104335"/>
              <a:ext cx="3250822" cy="1228725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457200" marR="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03200" algn="l"/>
                </a:tabLst>
                <a:defRPr/>
              </a:pPr>
              <a:endParaRPr kumimoji="0" lang="en-PH" alt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4F612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457200" marR="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03200" algn="l"/>
                </a:tabLst>
                <a:defRPr/>
              </a:pPr>
              <a:r>
                <a:rPr kumimoji="0" lang="en-PH" alt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srgbClr val="4F6128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upload document?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685800" marR="0" lvl="1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title of the document.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685800" marR="0" lvl="1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add button to add the chosen document to upload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685800" marR="0" lvl="1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Then click upload button.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685800" marR="0" lvl="1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 you want to add more document, click add document button and repeat steps #1 to 3.</a:t>
              </a:r>
              <a:endParaRPr kumimoji="0" lang="en-PH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Rectangle 55">
              <a:extLst>
                <a:ext uri="{FF2B5EF4-FFF2-40B4-BE49-F238E27FC236}">
                  <a16:creationId xmlns:a16="http://schemas.microsoft.com/office/drawing/2014/main" id="{F1175748-87FD-631B-857C-F17BECAB3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1026" y="2904232"/>
              <a:ext cx="215900" cy="161925"/>
            </a:xfrm>
            <a:prstGeom prst="rect">
              <a:avLst/>
            </a:prstGeom>
            <a:noFill/>
            <a:ln w="19050">
              <a:solidFill>
                <a:srgbClr val="4472C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 Box 54">
              <a:extLst>
                <a:ext uri="{FF2B5EF4-FFF2-40B4-BE49-F238E27FC236}">
                  <a16:creationId xmlns:a16="http://schemas.microsoft.com/office/drawing/2014/main" id="{D629ADA9-83AB-BD72-617C-2B09CF50EC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87264" y="2447032"/>
              <a:ext cx="558800" cy="2857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Text Box 53">
              <a:extLst>
                <a:ext uri="{FF2B5EF4-FFF2-40B4-BE49-F238E27FC236}">
                  <a16:creationId xmlns:a16="http://schemas.microsoft.com/office/drawing/2014/main" id="{E7129BD5-AA00-1151-B00F-0BF639E951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87264" y="2777232"/>
              <a:ext cx="546100" cy="2857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2. 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AutoShape 52">
              <a:extLst>
                <a:ext uri="{FF2B5EF4-FFF2-40B4-BE49-F238E27FC236}">
                  <a16:creationId xmlns:a16="http://schemas.microsoft.com/office/drawing/2014/main" id="{0078DC2A-730A-648D-7F03-A0C4A78C75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66614" y="2961382"/>
              <a:ext cx="160337" cy="1031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56D03B32-CA20-42D7-6BED-F9E84E11BF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70609" y="3738380"/>
            <a:ext cx="6189345" cy="2322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Rectangle 3">
            <a:extLst>
              <a:ext uri="{FF2B5EF4-FFF2-40B4-BE49-F238E27FC236}">
                <a16:creationId xmlns:a16="http://schemas.microsoft.com/office/drawing/2014/main" id="{084D8F04-82F5-55B0-465E-05AEF8383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75" y="5754025"/>
            <a:ext cx="450850" cy="269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Box 4">
            <a:extLst>
              <a:ext uri="{FF2B5EF4-FFF2-40B4-BE49-F238E27FC236}">
                <a16:creationId xmlns:a16="http://schemas.microsoft.com/office/drawing/2014/main" id="{91726030-F3C2-C5EA-3105-A17CBA3F9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77" y="5754025"/>
            <a:ext cx="447675" cy="269875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7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7173" name="AutoShape 5">
            <a:extLst>
              <a:ext uri="{FF2B5EF4-FFF2-40B4-BE49-F238E27FC236}">
                <a16:creationId xmlns:a16="http://schemas.microsoft.com/office/drawing/2014/main" id="{DE69A96A-79B5-0316-7545-5C046AE2A03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44322" y="5879437"/>
            <a:ext cx="134937" cy="539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 Box 6">
            <a:extLst>
              <a:ext uri="{FF2B5EF4-FFF2-40B4-BE49-F238E27FC236}">
                <a16:creationId xmlns:a16="http://schemas.microsoft.com/office/drawing/2014/main" id="{07514723-B51A-1150-E3A0-742D0C6EB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809" y="3642440"/>
            <a:ext cx="4290991" cy="2418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91440" rIns="9144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+mn-ea"/>
                <a:cs typeface="Times New Roman" panose="02020603050405020304" pitchFamily="18" charset="0"/>
              </a:rPr>
              <a:t>7.</a:t>
            </a:r>
            <a:r>
              <a:rPr kumimoji="0" lang="en-PH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itchFamily="2" charset="0"/>
                <a:ea typeface="+mn-ea"/>
                <a:cs typeface="+mn-cs"/>
              </a:rPr>
              <a:t> To add details in delivery, scroll down and click the delivery status tab. Encode the necessary details and click save once done.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PH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finalized the transaction, go to main form and click post button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PH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PH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942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678873" y="1032424"/>
            <a:ext cx="4133461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Delete Service Invoice 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381413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service invoice – main window, search the transaction you want to delete.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service invoice – main form, click the lookup button and select the transaction you want to delete.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delete button.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9DEC-339C-45EE-3FAD-E06A215F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1DF22-2E2E-029F-8BF5-63DF19126510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Service Invoice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884A513-4522-B32A-9176-7391747F29F8}"/>
              </a:ext>
            </a:extLst>
          </p:cNvPr>
          <p:cNvGrpSpPr/>
          <p:nvPr/>
        </p:nvGrpSpPr>
        <p:grpSpPr>
          <a:xfrm>
            <a:off x="5510191" y="574358"/>
            <a:ext cx="12192000" cy="2172901"/>
            <a:chOff x="0" y="0"/>
            <a:chExt cx="12192000" cy="2172901"/>
          </a:xfrm>
        </p:grpSpPr>
        <p:pic>
          <p:nvPicPr>
            <p:cNvPr id="33793" name="Picture 842">
              <a:extLst>
                <a:ext uri="{FF2B5EF4-FFF2-40B4-BE49-F238E27FC236}">
                  <a16:creationId xmlns:a16="http://schemas.microsoft.com/office/drawing/2014/main" id="{A21A0A78-0AD0-B456-8B83-4C91FD8DC5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11" y="455226"/>
              <a:ext cx="6115050" cy="1717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" name="Group 2">
              <a:extLst>
                <a:ext uri="{FF2B5EF4-FFF2-40B4-BE49-F238E27FC236}">
                  <a16:creationId xmlns:a16="http://schemas.microsoft.com/office/drawing/2014/main" id="{64026B4D-C726-7712-1479-F7E383AA12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538" y="1316038"/>
              <a:ext cx="1476375" cy="333375"/>
              <a:chOff x="0" y="0"/>
              <a:chExt cx="14763" cy="3333"/>
            </a:xfrm>
          </p:grpSpPr>
          <p:sp>
            <p:nvSpPr>
              <p:cNvPr id="7" name="Rectangle 839">
                <a:extLst>
                  <a:ext uri="{FF2B5EF4-FFF2-40B4-BE49-F238E27FC236}">
                    <a16:creationId xmlns:a16="http://schemas.microsoft.com/office/drawing/2014/main" id="{3F6106F3-14BC-01D9-490A-74BEA4114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8001" cy="333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Straight Arrow Connector 840">
                <a:extLst>
                  <a:ext uri="{FF2B5EF4-FFF2-40B4-BE49-F238E27FC236}">
                    <a16:creationId xmlns:a16="http://schemas.microsoft.com/office/drawing/2014/main" id="{625C4F40-3E3E-7ED4-5EBD-70D681AAD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Text Box 841">
                <a:extLst>
                  <a:ext uri="{FF2B5EF4-FFF2-40B4-BE49-F238E27FC236}">
                    <a16:creationId xmlns:a16="http://schemas.microsoft.com/office/drawing/2014/main" id="{92F64E01-C656-CB7C-A943-0E1EE689F5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4667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1.1.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F42FB09D-BE13-60AC-A879-8F4F8E3A4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C83C8F59-1B13-CC11-13EF-672B35030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0FAA5AE-E0A6-4962-9D16-191FB5E3C833}"/>
              </a:ext>
            </a:extLst>
          </p:cNvPr>
          <p:cNvSpPr txBox="1"/>
          <p:nvPr/>
        </p:nvSpPr>
        <p:spPr>
          <a:xfrm>
            <a:off x="7332777" y="2782452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Service Invoice 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9DC94D7-3004-B458-B23D-6B7040B2C4DD}"/>
              </a:ext>
            </a:extLst>
          </p:cNvPr>
          <p:cNvGrpSpPr/>
          <p:nvPr/>
        </p:nvGrpSpPr>
        <p:grpSpPr>
          <a:xfrm>
            <a:off x="5377157" y="3251767"/>
            <a:ext cx="12325034" cy="2419892"/>
            <a:chOff x="-133034" y="-174261"/>
            <a:chExt cx="12325034" cy="2419892"/>
          </a:xfrm>
        </p:grpSpPr>
        <p:pic>
          <p:nvPicPr>
            <p:cNvPr id="33802" name="Picture 853">
              <a:extLst>
                <a:ext uri="{FF2B5EF4-FFF2-40B4-BE49-F238E27FC236}">
                  <a16:creationId xmlns:a16="http://schemas.microsoft.com/office/drawing/2014/main" id="{3A732595-B58D-E529-66F0-547B679727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62" y="16781"/>
              <a:ext cx="6027738" cy="2228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8" name="Group 16">
              <a:extLst>
                <a:ext uri="{FF2B5EF4-FFF2-40B4-BE49-F238E27FC236}">
                  <a16:creationId xmlns:a16="http://schemas.microsoft.com/office/drawing/2014/main" id="{3FF427BF-55BA-8EED-1D88-BCABD60294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400" y="698500"/>
              <a:ext cx="952500" cy="304800"/>
              <a:chOff x="5238" y="285"/>
              <a:chExt cx="9525" cy="3048"/>
            </a:xfrm>
          </p:grpSpPr>
          <p:sp>
            <p:nvSpPr>
              <p:cNvPr id="29" name="Rectangle 19">
                <a:extLst>
                  <a:ext uri="{FF2B5EF4-FFF2-40B4-BE49-F238E27FC236}">
                    <a16:creationId xmlns:a16="http://schemas.microsoft.com/office/drawing/2014/main" id="{C2668960-E241-422A-9B54-29DED6C8A7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" y="285"/>
                <a:ext cx="2759" cy="304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AutoShape 18">
                <a:extLst>
                  <a:ext uri="{FF2B5EF4-FFF2-40B4-BE49-F238E27FC236}">
                    <a16:creationId xmlns:a16="http://schemas.microsoft.com/office/drawing/2014/main" id="{B41EAE39-4708-A051-5AA4-A55955CA4F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Text Box 17">
                <a:extLst>
                  <a:ext uri="{FF2B5EF4-FFF2-40B4-BE49-F238E27FC236}">
                    <a16:creationId xmlns:a16="http://schemas.microsoft.com/office/drawing/2014/main" id="{9D65B1DF-667A-0B9B-57BA-0991CB73C7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4667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PH" alt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  <a:endParaRPr kumimoji="0" lang="en-PH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12">
              <a:extLst>
                <a:ext uri="{FF2B5EF4-FFF2-40B4-BE49-F238E27FC236}">
                  <a16:creationId xmlns:a16="http://schemas.microsoft.com/office/drawing/2014/main" id="{DC08E410-ACFD-1771-BEAA-75CEC910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4500" y="336550"/>
              <a:ext cx="981175" cy="368300"/>
              <a:chOff x="3333" y="285"/>
              <a:chExt cx="9811" cy="3683"/>
            </a:xfrm>
          </p:grpSpPr>
          <p:sp>
            <p:nvSpPr>
              <p:cNvPr id="33" name="Rectangle 844">
                <a:extLst>
                  <a:ext uri="{FF2B5EF4-FFF2-40B4-BE49-F238E27FC236}">
                    <a16:creationId xmlns:a16="http://schemas.microsoft.com/office/drawing/2014/main" id="{1762D2F9-730C-9574-539D-761BC1F12E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3" y="920"/>
                <a:ext cx="4664" cy="304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Straight Arrow Connector 845">
                <a:extLst>
                  <a:ext uri="{FF2B5EF4-FFF2-40B4-BE49-F238E27FC236}">
                    <a16:creationId xmlns:a16="http://schemas.microsoft.com/office/drawing/2014/main" id="{95AD8D47-0AF8-F08A-D10C-1A01A9ED79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" y="1333"/>
                <a:ext cx="2000" cy="95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Text Box 846">
                <a:extLst>
                  <a:ext uri="{FF2B5EF4-FFF2-40B4-BE49-F238E27FC236}">
                    <a16:creationId xmlns:a16="http://schemas.microsoft.com/office/drawing/2014/main" id="{7A153B31-6241-5900-E8AA-5811068415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6" y="285"/>
                <a:ext cx="3048" cy="247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6" name="Text Box 11">
              <a:extLst>
                <a:ext uri="{FF2B5EF4-FFF2-40B4-BE49-F238E27FC236}">
                  <a16:creationId xmlns:a16="http://schemas.microsoft.com/office/drawing/2014/main" id="{665A5ADE-70E6-9C4F-796B-9091D5336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399" y="1163639"/>
              <a:ext cx="2670275" cy="680834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032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355600" marR="0" lvl="1" indent="-88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03200" algn="l"/>
                </a:tabLst>
                <a:defRPr/>
              </a:pPr>
              <a:r>
                <a:rPr kumimoji="0" lang="en-PH" altLang="en-US" sz="1000" b="0" i="1" u="none" strike="noStrike" kern="1200" cap="none" spc="0" normalizeH="0" baseline="0" noProof="0" dirty="0">
                  <a:ln>
                    <a:noFill/>
                  </a:ln>
                  <a:solidFill>
                    <a:srgbClr val="4F6128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BS transaction?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533400" marR="0" lvl="1" indent="-1397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transaction number in the search bar.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533400" marR="0" lvl="1" indent="-1397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 search.</a:t>
              </a:r>
              <a:endParaRPr kumimoji="0" lang="en-PH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533400" marR="0" lvl="1" indent="-1397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to select the transaction you want to delete</a:t>
              </a:r>
              <a:endParaRPr kumimoji="0" lang="en-PH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Text Box 20">
              <a:extLst>
                <a:ext uri="{FF2B5EF4-FFF2-40B4-BE49-F238E27FC236}">
                  <a16:creationId xmlns:a16="http://schemas.microsoft.com/office/drawing/2014/main" id="{0DFE63BF-CD2C-2F70-02B3-5FE18E44A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3034" y="-174261"/>
              <a:ext cx="1306513" cy="2730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HEADER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Rectangle 21">
              <a:extLst>
                <a:ext uri="{FF2B5EF4-FFF2-40B4-BE49-F238E27FC236}">
                  <a16:creationId xmlns:a16="http://schemas.microsoft.com/office/drawing/2014/main" id="{C6E476D5-B253-887D-4464-A1C4701A2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B084E07D-BF9F-1AC9-6FE4-825213B1E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7200"/>
              <a:ext cx="12192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25">
              <a:extLst>
                <a:ext uri="{FF2B5EF4-FFF2-40B4-BE49-F238E27FC236}">
                  <a16:creationId xmlns:a16="http://schemas.microsoft.com/office/drawing/2014/main" id="{D8A96630-7FD9-EE23-7439-3FE114BB0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14400"/>
              <a:ext cx="12192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281EA7E-D947-C226-B4AC-2BE2864CCFAC}"/>
              </a:ext>
            </a:extLst>
          </p:cNvPr>
          <p:cNvSpPr txBox="1"/>
          <p:nvPr/>
        </p:nvSpPr>
        <p:spPr>
          <a:xfrm>
            <a:off x="7332777" y="570702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Service Invoice 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332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3043837" y="1505856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Other Buttons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1CC16-0912-B5FE-360F-C6F20FD1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BAA48A-1D1B-1325-650C-B1E5BB25CAD6}"/>
              </a:ext>
            </a:extLst>
          </p:cNvPr>
          <p:cNvSpPr txBox="1"/>
          <p:nvPr/>
        </p:nvSpPr>
        <p:spPr>
          <a:xfrm>
            <a:off x="585809" y="123167"/>
            <a:ext cx="482461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Sales/ Service Invoice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E2FD4C-7AD1-0050-E5BF-297189298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837" y="2032249"/>
            <a:ext cx="6417490" cy="289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16898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504</Words>
  <Application>Microsoft Office PowerPoint</Application>
  <PresentationFormat>Widescreen</PresentationFormat>
  <Paragraphs>125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Animosa Extra Bold</vt:lpstr>
      <vt:lpstr>Arial</vt:lpstr>
      <vt:lpstr>Bodoni MT Condensed</vt:lpstr>
      <vt:lpstr>Calibri</vt:lpstr>
      <vt:lpstr>Calibri Light</vt:lpstr>
      <vt:lpstr>Chivo Light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2</cp:revision>
  <dcterms:created xsi:type="dcterms:W3CDTF">2023-01-10T05:46:41Z</dcterms:created>
  <dcterms:modified xsi:type="dcterms:W3CDTF">2023-01-10T06:03:23Z</dcterms:modified>
</cp:coreProperties>
</file>