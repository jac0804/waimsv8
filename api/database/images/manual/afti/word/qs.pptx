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442" r:id="rId3"/>
    <p:sldId id="443" r:id="rId4"/>
    <p:sldId id="444" r:id="rId5"/>
    <p:sldId id="446" r:id="rId6"/>
    <p:sldId id="445" r:id="rId7"/>
    <p:sldId id="447" r:id="rId8"/>
    <p:sldId id="448" r:id="rId9"/>
    <p:sldId id="449" r:id="rId10"/>
    <p:sldId id="450" r:id="rId11"/>
    <p:sldId id="451" r:id="rId12"/>
    <p:sldId id="453" r:id="rId13"/>
    <p:sldId id="454" r:id="rId14"/>
    <p:sldId id="455" r:id="rId15"/>
    <p:sldId id="456" r:id="rId16"/>
    <p:sldId id="45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893234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6815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46324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79489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87673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66939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20865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78100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0439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05948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33109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6506437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Quotation</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9525"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It is where quotations is made</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EB57B14-7614-4E70-88B7-2ADECFEBE0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3"/>
            <a:ext cx="4101078" cy="171138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Quotation module under Sales, Quotation transactions list will display based on filtered date and status in the quotation main window. </a:t>
            </a:r>
            <a:endParaRPr kumimoji="0" lang="en-PH"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403171" y="455912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Quotation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0AFBE123-B3AE-AE6C-F2C0-CDF5DEE40E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9" name="Group 18">
            <a:extLst>
              <a:ext uri="{FF2B5EF4-FFF2-40B4-BE49-F238E27FC236}">
                <a16:creationId xmlns:a16="http://schemas.microsoft.com/office/drawing/2014/main" id="{E41D0AE6-5B02-AC18-CD1B-387AC2C24B64}"/>
              </a:ext>
            </a:extLst>
          </p:cNvPr>
          <p:cNvGrpSpPr/>
          <p:nvPr/>
        </p:nvGrpSpPr>
        <p:grpSpPr>
          <a:xfrm>
            <a:off x="5374888" y="1220608"/>
            <a:ext cx="12192000" cy="3257550"/>
            <a:chOff x="0" y="0"/>
            <a:chExt cx="12192000" cy="3257550"/>
          </a:xfrm>
        </p:grpSpPr>
        <p:pic>
          <p:nvPicPr>
            <p:cNvPr id="8196" name="Picture 1047">
              <a:extLst>
                <a:ext uri="{FF2B5EF4-FFF2-40B4-BE49-F238E27FC236}">
                  <a16:creationId xmlns:a16="http://schemas.microsoft.com/office/drawing/2014/main" id="{79BB7E96-C314-8EF0-2E70-B621645BAF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549275"/>
              <a:ext cx="6019800" cy="26971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559">
              <a:extLst>
                <a:ext uri="{FF2B5EF4-FFF2-40B4-BE49-F238E27FC236}">
                  <a16:creationId xmlns:a16="http://schemas.microsoft.com/office/drawing/2014/main" id="{6057B5C3-8F21-8604-16FA-21854DA53A37}"/>
                </a:ext>
              </a:extLst>
            </p:cNvPr>
            <p:cNvSpPr>
              <a:spLocks noChangeArrowheads="1"/>
            </p:cNvSpPr>
            <p:nvPr/>
          </p:nvSpPr>
          <p:spPr bwMode="auto">
            <a:xfrm>
              <a:off x="38100" y="2562225"/>
              <a:ext cx="990600" cy="1714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563">
              <a:extLst>
                <a:ext uri="{FF2B5EF4-FFF2-40B4-BE49-F238E27FC236}">
                  <a16:creationId xmlns:a16="http://schemas.microsoft.com/office/drawing/2014/main" id="{A72A7AA8-FAFF-46A3-8BF0-DE13CBDABF67}"/>
                </a:ext>
              </a:extLst>
            </p:cNvPr>
            <p:cNvSpPr>
              <a:spLocks noChangeArrowheads="1"/>
            </p:cNvSpPr>
            <p:nvPr/>
          </p:nvSpPr>
          <p:spPr bwMode="auto">
            <a:xfrm>
              <a:off x="1165225" y="2562225"/>
              <a:ext cx="4835525" cy="69532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traight Arrow Connector 560">
              <a:extLst>
                <a:ext uri="{FF2B5EF4-FFF2-40B4-BE49-F238E27FC236}">
                  <a16:creationId xmlns:a16="http://schemas.microsoft.com/office/drawing/2014/main" id="{87ABE282-A81A-82C1-D533-5FA30C9597A2}"/>
                </a:ext>
              </a:extLst>
            </p:cNvPr>
            <p:cNvSpPr>
              <a:spLocks noChangeShapeType="1"/>
            </p:cNvSpPr>
            <p:nvPr/>
          </p:nvSpPr>
          <p:spPr bwMode="auto">
            <a:xfrm>
              <a:off x="1031875" y="2698750"/>
              <a:ext cx="123825" cy="24765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8">
              <a:extLst>
                <a:ext uri="{FF2B5EF4-FFF2-40B4-BE49-F238E27FC236}">
                  <a16:creationId xmlns:a16="http://schemas.microsoft.com/office/drawing/2014/main" id="{F4839111-30ED-0FB5-1553-B8B7092BCAD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9">
              <a:extLst>
                <a:ext uri="{FF2B5EF4-FFF2-40B4-BE49-F238E27FC236}">
                  <a16:creationId xmlns:a16="http://schemas.microsoft.com/office/drawing/2014/main" id="{14C56AB9-17F3-A639-4A71-1F8218586755}"/>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12127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941830"/>
            <a:ext cx="4179346" cy="37348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CREATE USING PICK SALES ACTIVITY BUTTON</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a:t>
            </a: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Quotation – Main Window, click pick sales activity button to select sales activity transaction that need to create a quotation.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 dialog box will pop out asking if you want to proceed to pick up sales activity, click Yes button and pending sales activity transaction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52" name="Group 51">
            <a:extLst>
              <a:ext uri="{FF2B5EF4-FFF2-40B4-BE49-F238E27FC236}">
                <a16:creationId xmlns:a16="http://schemas.microsoft.com/office/drawing/2014/main" id="{F2AAD833-7C41-266A-611B-A5898BB7ACC5}"/>
              </a:ext>
            </a:extLst>
          </p:cNvPr>
          <p:cNvGrpSpPr/>
          <p:nvPr/>
        </p:nvGrpSpPr>
        <p:grpSpPr>
          <a:xfrm>
            <a:off x="5290890" y="411480"/>
            <a:ext cx="12192000" cy="4326890"/>
            <a:chOff x="152400" y="152400"/>
            <a:chExt cx="12192000" cy="4326890"/>
          </a:xfrm>
        </p:grpSpPr>
        <p:pic>
          <p:nvPicPr>
            <p:cNvPr id="10243" name="Picture 1048">
              <a:extLst>
                <a:ext uri="{FF2B5EF4-FFF2-40B4-BE49-F238E27FC236}">
                  <a16:creationId xmlns:a16="http://schemas.microsoft.com/office/drawing/2014/main" id="{484933E5-D583-ED61-6237-13F50E15C0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213" y="679450"/>
              <a:ext cx="5915025" cy="126047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210CF887-5277-C8AF-CC9C-5DB52FB88FFE}"/>
                </a:ext>
              </a:extLst>
            </p:cNvPr>
            <p:cNvPicPr>
              <a:picLocks noChangeAspect="1"/>
            </p:cNvPicPr>
            <p:nvPr/>
          </p:nvPicPr>
          <p:blipFill>
            <a:blip r:embed="rId3"/>
            <a:srcRect/>
            <a:stretch>
              <a:fillRect/>
            </a:stretch>
          </p:blipFill>
          <p:spPr bwMode="auto">
            <a:xfrm>
              <a:off x="862330" y="1569720"/>
              <a:ext cx="2343785" cy="581660"/>
            </a:xfrm>
            <a:prstGeom prst="rect">
              <a:avLst/>
            </a:prstGeom>
            <a:ln>
              <a:noFill/>
            </a:ln>
            <a:effectLst>
              <a:outerShdw blurRad="292100" dist="139700" dir="2700000" algn="tl" rotWithShape="0">
                <a:srgbClr val="333333">
                  <a:alpha val="65000"/>
                </a:srgbClr>
              </a:outerShdw>
            </a:effectLst>
          </p:spPr>
        </p:pic>
        <p:pic>
          <p:nvPicPr>
            <p:cNvPr id="33" name="Picture 32">
              <a:extLst>
                <a:ext uri="{FF2B5EF4-FFF2-40B4-BE49-F238E27FC236}">
                  <a16:creationId xmlns:a16="http://schemas.microsoft.com/office/drawing/2014/main" id="{29252F6B-52D7-16B0-3A54-4316883F2115}"/>
                </a:ext>
              </a:extLst>
            </p:cNvPr>
            <p:cNvPicPr>
              <a:picLocks noChangeAspect="1"/>
            </p:cNvPicPr>
            <p:nvPr/>
          </p:nvPicPr>
          <p:blipFill>
            <a:blip r:embed="rId4"/>
            <a:srcRect/>
            <a:stretch>
              <a:fillRect/>
            </a:stretch>
          </p:blipFill>
          <p:spPr bwMode="auto">
            <a:xfrm>
              <a:off x="860425" y="2282825"/>
              <a:ext cx="4653280" cy="2196465"/>
            </a:xfrm>
            <a:prstGeom prst="rect">
              <a:avLst/>
            </a:prstGeom>
            <a:ln>
              <a:noFill/>
            </a:ln>
            <a:effectLst>
              <a:outerShdw blurRad="292100" dist="139700" dir="2700000" algn="tl" rotWithShape="0">
                <a:srgbClr val="333333">
                  <a:alpha val="65000"/>
                </a:srgbClr>
              </a:outerShdw>
            </a:effectLst>
          </p:spPr>
        </p:pic>
        <p:sp>
          <p:nvSpPr>
            <p:cNvPr id="37" name="Rectangle 570">
              <a:extLst>
                <a:ext uri="{FF2B5EF4-FFF2-40B4-BE49-F238E27FC236}">
                  <a16:creationId xmlns:a16="http://schemas.microsoft.com/office/drawing/2014/main" id="{26D6E959-E983-1AC1-69D5-D6E9D04F8B1D}"/>
                </a:ext>
              </a:extLst>
            </p:cNvPr>
            <p:cNvSpPr>
              <a:spLocks noChangeArrowheads="1"/>
            </p:cNvSpPr>
            <p:nvPr/>
          </p:nvSpPr>
          <p:spPr bwMode="auto">
            <a:xfrm>
              <a:off x="371475" y="1285875"/>
              <a:ext cx="901700" cy="2095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traight Arrow Connector 571">
              <a:extLst>
                <a:ext uri="{FF2B5EF4-FFF2-40B4-BE49-F238E27FC236}">
                  <a16:creationId xmlns:a16="http://schemas.microsoft.com/office/drawing/2014/main" id="{CF8D96AF-A888-48E1-D1BF-BCB3DE835ECF}"/>
                </a:ext>
              </a:extLst>
            </p:cNvPr>
            <p:cNvSpPr>
              <a:spLocks noChangeShapeType="1"/>
            </p:cNvSpPr>
            <p:nvPr/>
          </p:nvSpPr>
          <p:spPr bwMode="auto">
            <a:xfrm>
              <a:off x="1273175" y="1393825"/>
              <a:ext cx="22542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Box 572">
              <a:extLst>
                <a:ext uri="{FF2B5EF4-FFF2-40B4-BE49-F238E27FC236}">
                  <a16:creationId xmlns:a16="http://schemas.microsoft.com/office/drawing/2014/main" id="{AE364FBA-C620-FFA6-9602-72344148FBEC}"/>
                </a:ext>
              </a:extLst>
            </p:cNvPr>
            <p:cNvSpPr txBox="1">
              <a:spLocks noChangeArrowheads="1"/>
            </p:cNvSpPr>
            <p:nvPr/>
          </p:nvSpPr>
          <p:spPr bwMode="auto">
            <a:xfrm>
              <a:off x="1508125" y="1249363"/>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1" name="AutoShape 10">
              <a:extLst>
                <a:ext uri="{FF2B5EF4-FFF2-40B4-BE49-F238E27FC236}">
                  <a16:creationId xmlns:a16="http://schemas.microsoft.com/office/drawing/2014/main" id="{B17118BE-C808-A78F-DB5E-23151B15AB15}"/>
                </a:ext>
              </a:extLst>
            </p:cNvPr>
            <p:cNvSpPr>
              <a:spLocks noChangeArrowheads="1"/>
            </p:cNvSpPr>
            <p:nvPr/>
          </p:nvSpPr>
          <p:spPr bwMode="auto">
            <a:xfrm>
              <a:off x="701675" y="1463675"/>
              <a:ext cx="160338" cy="219075"/>
            </a:xfrm>
            <a:prstGeom prst="curvedRightArrow">
              <a:avLst>
                <a:gd name="adj1" fmla="val 27327"/>
                <a:gd name="adj2" fmla="val 54653"/>
                <a:gd name="adj3" fmla="val 33333"/>
              </a:avLst>
            </a:prstGeom>
            <a:solidFill>
              <a:srgbClr val="000000"/>
            </a:solidFill>
            <a:ln w="38100">
              <a:solidFill>
                <a:srgbClr val="000000"/>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Rectangle 6">
              <a:extLst>
                <a:ext uri="{FF2B5EF4-FFF2-40B4-BE49-F238E27FC236}">
                  <a16:creationId xmlns:a16="http://schemas.microsoft.com/office/drawing/2014/main" id="{F642C2C0-CCB6-F6C1-9D3F-0127C2C828A0}"/>
                </a:ext>
              </a:extLst>
            </p:cNvPr>
            <p:cNvSpPr>
              <a:spLocks noChangeArrowheads="1"/>
            </p:cNvSpPr>
            <p:nvPr/>
          </p:nvSpPr>
          <p:spPr bwMode="auto">
            <a:xfrm>
              <a:off x="2768600" y="1879600"/>
              <a:ext cx="395288" cy="2095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AutoShape 5">
              <a:extLst>
                <a:ext uri="{FF2B5EF4-FFF2-40B4-BE49-F238E27FC236}">
                  <a16:creationId xmlns:a16="http://schemas.microsoft.com/office/drawing/2014/main" id="{372E4D06-7FF8-6D98-8B1F-2D52145C0240}"/>
                </a:ext>
              </a:extLst>
            </p:cNvPr>
            <p:cNvSpPr>
              <a:spLocks noChangeShapeType="1"/>
            </p:cNvSpPr>
            <p:nvPr/>
          </p:nvSpPr>
          <p:spPr bwMode="auto">
            <a:xfrm>
              <a:off x="3163888" y="2016125"/>
              <a:ext cx="22542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Box 4">
              <a:extLst>
                <a:ext uri="{FF2B5EF4-FFF2-40B4-BE49-F238E27FC236}">
                  <a16:creationId xmlns:a16="http://schemas.microsoft.com/office/drawing/2014/main" id="{471EA504-36CD-BEE1-A4C4-E91D3A2CCE1F}"/>
                </a:ext>
              </a:extLst>
            </p:cNvPr>
            <p:cNvSpPr txBox="1">
              <a:spLocks noChangeArrowheads="1"/>
            </p:cNvSpPr>
            <p:nvPr/>
          </p:nvSpPr>
          <p:spPr bwMode="auto">
            <a:xfrm>
              <a:off x="3398838" y="1879600"/>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5" name="AutoShape 9">
              <a:extLst>
                <a:ext uri="{FF2B5EF4-FFF2-40B4-BE49-F238E27FC236}">
                  <a16:creationId xmlns:a16="http://schemas.microsoft.com/office/drawing/2014/main" id="{A3ACFD2C-A735-2CE0-239B-72996E6E00E8}"/>
                </a:ext>
              </a:extLst>
            </p:cNvPr>
            <p:cNvSpPr>
              <a:spLocks noChangeArrowheads="1"/>
            </p:cNvSpPr>
            <p:nvPr/>
          </p:nvSpPr>
          <p:spPr bwMode="auto">
            <a:xfrm>
              <a:off x="600075" y="1952625"/>
              <a:ext cx="260350" cy="493713"/>
            </a:xfrm>
            <a:prstGeom prst="curvedRightArrow">
              <a:avLst>
                <a:gd name="adj1" fmla="val 37927"/>
                <a:gd name="adj2" fmla="val 75854"/>
                <a:gd name="adj3" fmla="val 33333"/>
              </a:avLst>
            </a:prstGeom>
            <a:solidFill>
              <a:srgbClr val="000000"/>
            </a:solidFill>
            <a:ln w="38100">
              <a:solidFill>
                <a:srgbClr val="000000"/>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Box 7">
              <a:extLst>
                <a:ext uri="{FF2B5EF4-FFF2-40B4-BE49-F238E27FC236}">
                  <a16:creationId xmlns:a16="http://schemas.microsoft.com/office/drawing/2014/main" id="{791F5B1F-D06C-E90E-911B-79BAF4E5AD35}"/>
                </a:ext>
              </a:extLst>
            </p:cNvPr>
            <p:cNvSpPr txBox="1">
              <a:spLocks noChangeArrowheads="1"/>
            </p:cNvSpPr>
            <p:nvPr/>
          </p:nvSpPr>
          <p:spPr bwMode="auto">
            <a:xfrm>
              <a:off x="981075" y="3025775"/>
              <a:ext cx="2700338" cy="8794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Sales Activity transaction?</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 search.</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select</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Rectangle 8">
              <a:extLst>
                <a:ext uri="{FF2B5EF4-FFF2-40B4-BE49-F238E27FC236}">
                  <a16:creationId xmlns:a16="http://schemas.microsoft.com/office/drawing/2014/main" id="{B3E845E3-EEA9-9126-33C7-E44D0C63F6A9}"/>
                </a:ext>
              </a:extLst>
            </p:cNvPr>
            <p:cNvSpPr>
              <a:spLocks noChangeArrowheads="1"/>
            </p:cNvSpPr>
            <p:nvPr/>
          </p:nvSpPr>
          <p:spPr bwMode="auto">
            <a:xfrm>
              <a:off x="981075" y="2613025"/>
              <a:ext cx="4352925" cy="2095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Rectangle 14">
              <a:extLst>
                <a:ext uri="{FF2B5EF4-FFF2-40B4-BE49-F238E27FC236}">
                  <a16:creationId xmlns:a16="http://schemas.microsoft.com/office/drawing/2014/main" id="{F7CFE521-6D45-01A8-EF32-B52C2E7B58C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Rectangle 18">
              <a:extLst>
                <a:ext uri="{FF2B5EF4-FFF2-40B4-BE49-F238E27FC236}">
                  <a16:creationId xmlns:a16="http://schemas.microsoft.com/office/drawing/2014/main" id="{96268974-C3A8-6D0A-380E-8F3EC7E8892E}"/>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0" name="Rectangle 19">
              <a:extLst>
                <a:ext uri="{FF2B5EF4-FFF2-40B4-BE49-F238E27FC236}">
                  <a16:creationId xmlns:a16="http://schemas.microsoft.com/office/drawing/2014/main" id="{BBEE7F8C-E22D-E205-CF86-A1DD169E0176}"/>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1" name="Rectangle 20">
              <a:extLst>
                <a:ext uri="{FF2B5EF4-FFF2-40B4-BE49-F238E27FC236}">
                  <a16:creationId xmlns:a16="http://schemas.microsoft.com/office/drawing/2014/main" id="{A2713D10-DD23-60D8-E853-D5CD04218A4C}"/>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701528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949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4546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sales activity transaction, details from selected sales activity transaction will be pull out to quotation – main form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4.a.</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Fill in other necessary information in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Then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0" name="Group 9">
            <a:extLst>
              <a:ext uri="{FF2B5EF4-FFF2-40B4-BE49-F238E27FC236}">
                <a16:creationId xmlns:a16="http://schemas.microsoft.com/office/drawing/2014/main" id="{03139BA7-5270-54B1-9531-723F3F60DF54}"/>
              </a:ext>
            </a:extLst>
          </p:cNvPr>
          <p:cNvGrpSpPr/>
          <p:nvPr/>
        </p:nvGrpSpPr>
        <p:grpSpPr>
          <a:xfrm>
            <a:off x="5191125" y="924167"/>
            <a:ext cx="12192000" cy="3062288"/>
            <a:chOff x="0" y="0"/>
            <a:chExt cx="12192000" cy="3062288"/>
          </a:xfrm>
        </p:grpSpPr>
        <p:pic>
          <p:nvPicPr>
            <p:cNvPr id="11269" name="Picture 5">
              <a:extLst>
                <a:ext uri="{FF2B5EF4-FFF2-40B4-BE49-F238E27FC236}">
                  <a16:creationId xmlns:a16="http://schemas.microsoft.com/office/drawing/2014/main" id="{11AAE5B2-D034-AFD8-EE0E-D1D694B16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6333"/>
            <a:stretch>
              <a:fillRect/>
            </a:stretch>
          </p:blipFill>
          <p:spPr bwMode="auto">
            <a:xfrm>
              <a:off x="357188" y="617538"/>
              <a:ext cx="5640387" cy="2027237"/>
            </a:xfrm>
            <a:prstGeom prst="rect">
              <a:avLst/>
            </a:prstGeom>
            <a:noFill/>
            <a:extLst>
              <a:ext uri="{909E8E84-426E-40DD-AFC4-6F175D3DCCD1}">
                <a14:hiddenFill xmlns:a14="http://schemas.microsoft.com/office/drawing/2010/main">
                  <a:solidFill>
                    <a:srgbClr val="FFFFFF"/>
                  </a:solidFill>
                </a14:hiddenFill>
              </a:ext>
            </a:extLst>
          </p:spPr>
        </p:pic>
        <p:pic>
          <p:nvPicPr>
            <p:cNvPr id="11265" name="Picture 1">
              <a:extLst>
                <a:ext uri="{FF2B5EF4-FFF2-40B4-BE49-F238E27FC236}">
                  <a16:creationId xmlns:a16="http://schemas.microsoft.com/office/drawing/2014/main" id="{E221B2FB-1413-6E7F-467E-BEFA7F726D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3183"/>
            <a:stretch>
              <a:fillRect/>
            </a:stretch>
          </p:blipFill>
          <p:spPr bwMode="auto">
            <a:xfrm>
              <a:off x="357188" y="617538"/>
              <a:ext cx="5640387" cy="24447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5FB232F1-2AD9-C04E-A581-044A53389B99}"/>
                </a:ext>
              </a:extLst>
            </p:cNvPr>
            <p:cNvSpPr>
              <a:spLocks noChangeArrowheads="1"/>
            </p:cNvSpPr>
            <p:nvPr/>
          </p:nvSpPr>
          <p:spPr bwMode="auto">
            <a:xfrm>
              <a:off x="4581525" y="1185863"/>
              <a:ext cx="717550" cy="2095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AutoShape 3">
              <a:extLst>
                <a:ext uri="{FF2B5EF4-FFF2-40B4-BE49-F238E27FC236}">
                  <a16:creationId xmlns:a16="http://schemas.microsoft.com/office/drawing/2014/main" id="{5DAEBCFB-F0BD-3C13-7DED-EE436C748101}"/>
                </a:ext>
              </a:extLst>
            </p:cNvPr>
            <p:cNvSpPr>
              <a:spLocks noChangeShapeType="1"/>
            </p:cNvSpPr>
            <p:nvPr/>
          </p:nvSpPr>
          <p:spPr bwMode="auto">
            <a:xfrm>
              <a:off x="5299075" y="1287463"/>
              <a:ext cx="225425" cy="79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Box 2">
              <a:extLst>
                <a:ext uri="{FF2B5EF4-FFF2-40B4-BE49-F238E27FC236}">
                  <a16:creationId xmlns:a16="http://schemas.microsoft.com/office/drawing/2014/main" id="{32D14287-4016-699A-0DDD-1EFBC90A0C7A}"/>
                </a:ext>
              </a:extLst>
            </p:cNvPr>
            <p:cNvSpPr txBox="1">
              <a:spLocks noChangeArrowheads="1"/>
            </p:cNvSpPr>
            <p:nvPr/>
          </p:nvSpPr>
          <p:spPr bwMode="auto">
            <a:xfrm>
              <a:off x="5534025" y="1150938"/>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5.a</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 name="Rectangle 6">
              <a:extLst>
                <a:ext uri="{FF2B5EF4-FFF2-40B4-BE49-F238E27FC236}">
                  <a16:creationId xmlns:a16="http://schemas.microsoft.com/office/drawing/2014/main" id="{1540FD8F-871A-C1D5-F72D-9463FD1944E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796393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2186379"/>
            <a:ext cx="4179346" cy="217297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CREATE USING CREATE BUTTON</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Another way to create quotation is to click create button in quotation doc listing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click create button, you will be redirect in quotation – main form and document series will be automatically generated and customer list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3" name="Group 12">
            <a:extLst>
              <a:ext uri="{FF2B5EF4-FFF2-40B4-BE49-F238E27FC236}">
                <a16:creationId xmlns:a16="http://schemas.microsoft.com/office/drawing/2014/main" id="{7C317A6D-38B3-4F31-A2B2-6438E878DF5D}"/>
              </a:ext>
            </a:extLst>
          </p:cNvPr>
          <p:cNvGrpSpPr/>
          <p:nvPr/>
        </p:nvGrpSpPr>
        <p:grpSpPr>
          <a:xfrm>
            <a:off x="5481568" y="1500261"/>
            <a:ext cx="12192000" cy="2173287"/>
            <a:chOff x="152400" y="152400"/>
            <a:chExt cx="12192000" cy="2173287"/>
          </a:xfrm>
        </p:grpSpPr>
        <p:pic>
          <p:nvPicPr>
            <p:cNvPr id="12289" name="Picture 1048">
              <a:extLst>
                <a:ext uri="{FF2B5EF4-FFF2-40B4-BE49-F238E27FC236}">
                  <a16:creationId xmlns:a16="http://schemas.microsoft.com/office/drawing/2014/main" id="{0E8DFD1D-0038-C437-1834-3529BD1FE9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780" y="1066800"/>
              <a:ext cx="5916613" cy="12588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04D27F30-AE50-5B06-47FA-3E5C1588421D}"/>
                </a:ext>
              </a:extLst>
            </p:cNvPr>
            <p:cNvSpPr>
              <a:spLocks noChangeArrowheads="1"/>
            </p:cNvSpPr>
            <p:nvPr/>
          </p:nvSpPr>
          <p:spPr bwMode="auto">
            <a:xfrm>
              <a:off x="419100" y="1417638"/>
              <a:ext cx="717550" cy="2095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AutoShape 3">
              <a:extLst>
                <a:ext uri="{FF2B5EF4-FFF2-40B4-BE49-F238E27FC236}">
                  <a16:creationId xmlns:a16="http://schemas.microsoft.com/office/drawing/2014/main" id="{CE16302E-7D26-752B-AC14-0C5A91FF32C7}"/>
                </a:ext>
              </a:extLst>
            </p:cNvPr>
            <p:cNvSpPr>
              <a:spLocks noChangeShapeType="1"/>
            </p:cNvSpPr>
            <p:nvPr/>
          </p:nvSpPr>
          <p:spPr bwMode="auto">
            <a:xfrm>
              <a:off x="1136650" y="1519238"/>
              <a:ext cx="225425" cy="79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Box 2">
              <a:extLst>
                <a:ext uri="{FF2B5EF4-FFF2-40B4-BE49-F238E27FC236}">
                  <a16:creationId xmlns:a16="http://schemas.microsoft.com/office/drawing/2014/main" id="{0C503526-F490-BA65-0DAF-7F5CF413CE1B}"/>
                </a:ext>
              </a:extLst>
            </p:cNvPr>
            <p:cNvSpPr txBox="1">
              <a:spLocks noChangeArrowheads="1"/>
            </p:cNvSpPr>
            <p:nvPr/>
          </p:nvSpPr>
          <p:spPr bwMode="auto">
            <a:xfrm>
              <a:off x="1373188" y="1382713"/>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 name="Rectangle 6">
              <a:extLst>
                <a:ext uri="{FF2B5EF4-FFF2-40B4-BE49-F238E27FC236}">
                  <a16:creationId xmlns:a16="http://schemas.microsoft.com/office/drawing/2014/main" id="{AE7E8C27-6849-EE52-288B-0F1F5829F194}"/>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52887648-3F83-F052-26E9-B49A9D487621}"/>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1" name="Rectangle 10">
              <a:extLst>
                <a:ext uri="{FF2B5EF4-FFF2-40B4-BE49-F238E27FC236}">
                  <a16:creationId xmlns:a16="http://schemas.microsoft.com/office/drawing/2014/main" id="{F61DA443-2D34-ECAE-692F-E1533E1CA205}"/>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4044975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508666"/>
            <a:ext cx="4179346" cy="442778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CREATE USING CREATE BUTTON</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b</a:t>
            </a: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create button, you will be redirect in quotation – main form and document series will be automatically generated and customer list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a:t>
            </a: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2.d</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save button if done.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2.e.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click sales activity button to select sales activity transaction that need to create a quotation. And the details of items encoded from the selected sales activity transaction will be pull out to  the quotation stock.</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2.f.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more items, click add item button to manually add items not from sales activity.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8" name="Group 17">
            <a:extLst>
              <a:ext uri="{FF2B5EF4-FFF2-40B4-BE49-F238E27FC236}">
                <a16:creationId xmlns:a16="http://schemas.microsoft.com/office/drawing/2014/main" id="{DB76F3B6-2284-86D6-6DF3-7679F533B3B0}"/>
              </a:ext>
            </a:extLst>
          </p:cNvPr>
          <p:cNvGrpSpPr/>
          <p:nvPr/>
        </p:nvGrpSpPr>
        <p:grpSpPr>
          <a:xfrm>
            <a:off x="5737860" y="-362686"/>
            <a:ext cx="12192000" cy="3411538"/>
            <a:chOff x="0" y="0"/>
            <a:chExt cx="12192000" cy="3411538"/>
          </a:xfrm>
        </p:grpSpPr>
        <p:pic>
          <p:nvPicPr>
            <p:cNvPr id="12299" name="Picture 17">
              <a:extLst>
                <a:ext uri="{FF2B5EF4-FFF2-40B4-BE49-F238E27FC236}">
                  <a16:creationId xmlns:a16="http://schemas.microsoft.com/office/drawing/2014/main" id="{3B8289B0-A6CD-372C-DC2A-A7F9CC8D6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513" y="641350"/>
              <a:ext cx="5291137" cy="2524125"/>
            </a:xfrm>
            <a:prstGeom prst="rect">
              <a:avLst/>
            </a:prstGeom>
            <a:noFill/>
            <a:extLst>
              <a:ext uri="{909E8E84-426E-40DD-AFC4-6F175D3DCCD1}">
                <a14:hiddenFill xmlns:a14="http://schemas.microsoft.com/office/drawing/2010/main">
                  <a:solidFill>
                    <a:srgbClr val="FFFFFF"/>
                  </a:solidFill>
                </a14:hiddenFill>
              </a:ext>
            </a:extLst>
          </p:spPr>
        </p:pic>
        <p:pic>
          <p:nvPicPr>
            <p:cNvPr id="12302" name="Picture 20">
              <a:extLst>
                <a:ext uri="{FF2B5EF4-FFF2-40B4-BE49-F238E27FC236}">
                  <a16:creationId xmlns:a16="http://schemas.microsoft.com/office/drawing/2014/main" id="{D1BD0E2E-C785-7034-2544-7EC27E7A0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606550"/>
              <a:ext cx="4333875" cy="180498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13">
              <a:extLst>
                <a:ext uri="{FF2B5EF4-FFF2-40B4-BE49-F238E27FC236}">
                  <a16:creationId xmlns:a16="http://schemas.microsoft.com/office/drawing/2014/main" id="{9392E5D4-B618-C232-55F7-1059ED3DD27A}"/>
                </a:ext>
              </a:extLst>
            </p:cNvPr>
            <p:cNvSpPr txBox="1">
              <a:spLocks noChangeArrowheads="1"/>
            </p:cNvSpPr>
            <p:nvPr/>
          </p:nvSpPr>
          <p:spPr bwMode="auto">
            <a:xfrm>
              <a:off x="1373188" y="2255838"/>
              <a:ext cx="4019550" cy="976312"/>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 name in the search bar.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5" name="Rectangle 601">
              <a:extLst>
                <a:ext uri="{FF2B5EF4-FFF2-40B4-BE49-F238E27FC236}">
                  <a16:creationId xmlns:a16="http://schemas.microsoft.com/office/drawing/2014/main" id="{1CE18CC1-7CB3-3D9D-821A-22607C69876E}"/>
                </a:ext>
              </a:extLst>
            </p:cNvPr>
            <p:cNvSpPr>
              <a:spLocks noChangeArrowheads="1"/>
            </p:cNvSpPr>
            <p:nvPr/>
          </p:nvSpPr>
          <p:spPr bwMode="auto">
            <a:xfrm>
              <a:off x="977900" y="1882775"/>
              <a:ext cx="4189413" cy="2365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1BA0CE4-3C3C-69BB-42BD-792A32BEF21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17">
              <a:extLst>
                <a:ext uri="{FF2B5EF4-FFF2-40B4-BE49-F238E27FC236}">
                  <a16:creationId xmlns:a16="http://schemas.microsoft.com/office/drawing/2014/main" id="{CEA0D775-09D4-BF6E-038B-381EEDEB7181}"/>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0" name="Group 59">
            <a:extLst>
              <a:ext uri="{FF2B5EF4-FFF2-40B4-BE49-F238E27FC236}">
                <a16:creationId xmlns:a16="http://schemas.microsoft.com/office/drawing/2014/main" id="{426E0F98-E1D5-337A-DAF4-3147417CC963}"/>
              </a:ext>
            </a:extLst>
          </p:cNvPr>
          <p:cNvGrpSpPr/>
          <p:nvPr/>
        </p:nvGrpSpPr>
        <p:grpSpPr>
          <a:xfrm>
            <a:off x="5707063" y="2666992"/>
            <a:ext cx="12192000" cy="3694113"/>
            <a:chOff x="152400" y="152400"/>
            <a:chExt cx="12192000" cy="3694113"/>
          </a:xfrm>
        </p:grpSpPr>
        <p:pic>
          <p:nvPicPr>
            <p:cNvPr id="12314" name="Picture 27">
              <a:extLst>
                <a:ext uri="{FF2B5EF4-FFF2-40B4-BE49-F238E27FC236}">
                  <a16:creationId xmlns:a16="http://schemas.microsoft.com/office/drawing/2014/main" id="{38B27EB7-456F-E869-99EC-E98754CA78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838" y="787400"/>
              <a:ext cx="5259387" cy="27670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6544BEFA-9EB4-DF3C-640F-047F4AFFEF14}"/>
                </a:ext>
              </a:extLst>
            </p:cNvPr>
            <p:cNvPicPr>
              <a:picLocks noChangeAspect="1"/>
            </p:cNvPicPr>
            <p:nvPr/>
          </p:nvPicPr>
          <p:blipFill>
            <a:blip r:embed="rId5" cstate="print"/>
            <a:srcRect/>
            <a:stretch>
              <a:fillRect/>
            </a:stretch>
          </p:blipFill>
          <p:spPr bwMode="auto">
            <a:xfrm>
              <a:off x="2847975" y="1827213"/>
              <a:ext cx="3086100" cy="1458595"/>
            </a:xfrm>
            <a:prstGeom prst="rect">
              <a:avLst/>
            </a:prstGeom>
            <a:ln>
              <a:noFill/>
            </a:ln>
            <a:effectLst>
              <a:outerShdw blurRad="292100" dist="139700" dir="2700000" algn="tl" rotWithShape="0">
                <a:srgbClr val="333333">
                  <a:alpha val="65000"/>
                </a:srgbClr>
              </a:outerShdw>
            </a:effectLst>
          </p:spPr>
        </p:pic>
        <p:sp>
          <p:nvSpPr>
            <p:cNvPr id="26" name="Rectangle 42">
              <a:extLst>
                <a:ext uri="{FF2B5EF4-FFF2-40B4-BE49-F238E27FC236}">
                  <a16:creationId xmlns:a16="http://schemas.microsoft.com/office/drawing/2014/main" id="{A031CF0E-4818-89E9-BBAD-5130ADF4381D}"/>
                </a:ext>
              </a:extLst>
            </p:cNvPr>
            <p:cNvSpPr>
              <a:spLocks noChangeArrowheads="1"/>
            </p:cNvSpPr>
            <p:nvPr/>
          </p:nvSpPr>
          <p:spPr bwMode="auto">
            <a:xfrm>
              <a:off x="4829175" y="1331913"/>
              <a:ext cx="547688" cy="23653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AutoShape 41">
              <a:extLst>
                <a:ext uri="{FF2B5EF4-FFF2-40B4-BE49-F238E27FC236}">
                  <a16:creationId xmlns:a16="http://schemas.microsoft.com/office/drawing/2014/main" id="{6209B364-29A9-0292-8E25-BFFAF7244918}"/>
                </a:ext>
              </a:extLst>
            </p:cNvPr>
            <p:cNvSpPr>
              <a:spLocks noChangeShapeType="1"/>
            </p:cNvSpPr>
            <p:nvPr/>
          </p:nvSpPr>
          <p:spPr bwMode="auto">
            <a:xfrm>
              <a:off x="5375275" y="1460500"/>
              <a:ext cx="22542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Box 40">
              <a:extLst>
                <a:ext uri="{FF2B5EF4-FFF2-40B4-BE49-F238E27FC236}">
                  <a16:creationId xmlns:a16="http://schemas.microsoft.com/office/drawing/2014/main" id="{0E082E0C-DADA-FC37-576D-E59CCEAC12EB}"/>
                </a:ext>
              </a:extLst>
            </p:cNvPr>
            <p:cNvSpPr txBox="1">
              <a:spLocks noChangeArrowheads="1"/>
            </p:cNvSpPr>
            <p:nvPr/>
          </p:nvSpPr>
          <p:spPr bwMode="auto">
            <a:xfrm>
              <a:off x="5611813" y="1323975"/>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2.d</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9" name="Rectangle 34">
              <a:extLst>
                <a:ext uri="{FF2B5EF4-FFF2-40B4-BE49-F238E27FC236}">
                  <a16:creationId xmlns:a16="http://schemas.microsoft.com/office/drawing/2014/main" id="{6233C10A-6E6C-5505-53FD-967EDC6A9651}"/>
                </a:ext>
              </a:extLst>
            </p:cNvPr>
            <p:cNvSpPr>
              <a:spLocks noChangeArrowheads="1"/>
            </p:cNvSpPr>
            <p:nvPr/>
          </p:nvSpPr>
          <p:spPr bwMode="auto">
            <a:xfrm>
              <a:off x="5149850" y="3359150"/>
              <a:ext cx="790575" cy="2365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AutoShape 33">
              <a:extLst>
                <a:ext uri="{FF2B5EF4-FFF2-40B4-BE49-F238E27FC236}">
                  <a16:creationId xmlns:a16="http://schemas.microsoft.com/office/drawing/2014/main" id="{BE6BD08E-60BD-A862-A078-7494F70A5FA5}"/>
                </a:ext>
              </a:extLst>
            </p:cNvPr>
            <p:cNvSpPr>
              <a:spLocks noChangeArrowheads="1"/>
            </p:cNvSpPr>
            <p:nvPr/>
          </p:nvSpPr>
          <p:spPr bwMode="auto">
            <a:xfrm rot="12150379">
              <a:off x="4829175" y="3249613"/>
              <a:ext cx="327025" cy="344487"/>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Box 27">
              <a:extLst>
                <a:ext uri="{FF2B5EF4-FFF2-40B4-BE49-F238E27FC236}">
                  <a16:creationId xmlns:a16="http://schemas.microsoft.com/office/drawing/2014/main" id="{5B06D23B-4FD0-F4E4-DA52-AEF434C08733}"/>
                </a:ext>
              </a:extLst>
            </p:cNvPr>
            <p:cNvSpPr txBox="1">
              <a:spLocks noChangeArrowheads="1"/>
            </p:cNvSpPr>
            <p:nvPr/>
          </p:nvSpPr>
          <p:spPr bwMode="auto">
            <a:xfrm>
              <a:off x="3168650" y="2343150"/>
              <a:ext cx="2700338" cy="8794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Sales Activity transaction?</a:t>
              </a:r>
              <a:endParaRPr kumimoji="0" lang="en-PH"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Click ‘enter’ in the keyboard tosearch.</a:t>
              </a:r>
              <a:endParaRPr kumimoji="0" lang="en-PH"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select</a:t>
              </a:r>
              <a:endParaRPr kumimoji="0" lang="en-PH"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2" name="Rectangle 39">
              <a:extLst>
                <a:ext uri="{FF2B5EF4-FFF2-40B4-BE49-F238E27FC236}">
                  <a16:creationId xmlns:a16="http://schemas.microsoft.com/office/drawing/2014/main" id="{77E2BE4A-671F-9B0D-1105-6FB64E7C1E28}"/>
                </a:ext>
              </a:extLst>
            </p:cNvPr>
            <p:cNvSpPr>
              <a:spLocks noChangeArrowheads="1"/>
            </p:cNvSpPr>
            <p:nvPr/>
          </p:nvSpPr>
          <p:spPr bwMode="auto">
            <a:xfrm>
              <a:off x="2955925" y="2028825"/>
              <a:ext cx="2952750" cy="1714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ctangle 30">
              <a:extLst>
                <a:ext uri="{FF2B5EF4-FFF2-40B4-BE49-F238E27FC236}">
                  <a16:creationId xmlns:a16="http://schemas.microsoft.com/office/drawing/2014/main" id="{874D0529-53B9-BD5D-440E-FBB744E4E328}"/>
                </a:ext>
              </a:extLst>
            </p:cNvPr>
            <p:cNvSpPr>
              <a:spLocks noChangeArrowheads="1"/>
            </p:cNvSpPr>
            <p:nvPr/>
          </p:nvSpPr>
          <p:spPr bwMode="auto">
            <a:xfrm>
              <a:off x="2955925" y="3394075"/>
              <a:ext cx="790575" cy="2365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AutoShape 29">
              <a:extLst>
                <a:ext uri="{FF2B5EF4-FFF2-40B4-BE49-F238E27FC236}">
                  <a16:creationId xmlns:a16="http://schemas.microsoft.com/office/drawing/2014/main" id="{D3090151-7085-E8EA-C36C-DA88519DB8E2}"/>
                </a:ext>
              </a:extLst>
            </p:cNvPr>
            <p:cNvSpPr>
              <a:spLocks noChangeShapeType="1"/>
            </p:cNvSpPr>
            <p:nvPr/>
          </p:nvSpPr>
          <p:spPr bwMode="auto">
            <a:xfrm flipH="1">
              <a:off x="3349625" y="3636963"/>
              <a:ext cx="212725" cy="730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Box 28">
              <a:extLst>
                <a:ext uri="{FF2B5EF4-FFF2-40B4-BE49-F238E27FC236}">
                  <a16:creationId xmlns:a16="http://schemas.microsoft.com/office/drawing/2014/main" id="{483A6A15-FFDE-7A1B-942B-4A41501A152D}"/>
                </a:ext>
              </a:extLst>
            </p:cNvPr>
            <p:cNvSpPr txBox="1">
              <a:spLocks noChangeArrowheads="1"/>
            </p:cNvSpPr>
            <p:nvPr/>
          </p:nvSpPr>
          <p:spPr bwMode="auto">
            <a:xfrm>
              <a:off x="2955925" y="3602038"/>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2.f</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9" name="Rectangle 38">
              <a:extLst>
                <a:ext uri="{FF2B5EF4-FFF2-40B4-BE49-F238E27FC236}">
                  <a16:creationId xmlns:a16="http://schemas.microsoft.com/office/drawing/2014/main" id="{4C817621-B527-B73B-45C4-0BD6B6730A75}"/>
                </a:ext>
              </a:extLst>
            </p:cNvPr>
            <p:cNvSpPr>
              <a:spLocks noChangeArrowheads="1"/>
            </p:cNvSpPr>
            <p:nvPr/>
          </p:nvSpPr>
          <p:spPr bwMode="auto">
            <a:xfrm>
              <a:off x="3784600" y="3394075"/>
              <a:ext cx="606425" cy="2365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AutoShape 37">
              <a:extLst>
                <a:ext uri="{FF2B5EF4-FFF2-40B4-BE49-F238E27FC236}">
                  <a16:creationId xmlns:a16="http://schemas.microsoft.com/office/drawing/2014/main" id="{D7C15C0C-BB30-F8DF-6792-0EBE4AAD1A86}"/>
                </a:ext>
              </a:extLst>
            </p:cNvPr>
            <p:cNvSpPr>
              <a:spLocks noChangeShapeType="1"/>
            </p:cNvSpPr>
            <p:nvPr/>
          </p:nvSpPr>
          <p:spPr bwMode="auto">
            <a:xfrm flipH="1">
              <a:off x="4178300" y="3630613"/>
              <a:ext cx="212725" cy="730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Box 36">
              <a:extLst>
                <a:ext uri="{FF2B5EF4-FFF2-40B4-BE49-F238E27FC236}">
                  <a16:creationId xmlns:a16="http://schemas.microsoft.com/office/drawing/2014/main" id="{39B78013-0201-B9B0-8EA5-944B6D427312}"/>
                </a:ext>
              </a:extLst>
            </p:cNvPr>
            <p:cNvSpPr txBox="1">
              <a:spLocks noChangeArrowheads="1"/>
            </p:cNvSpPr>
            <p:nvPr/>
          </p:nvSpPr>
          <p:spPr bwMode="auto">
            <a:xfrm>
              <a:off x="3784600" y="3594100"/>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2.g</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5" name="AutoShape 32">
              <a:extLst>
                <a:ext uri="{FF2B5EF4-FFF2-40B4-BE49-F238E27FC236}">
                  <a16:creationId xmlns:a16="http://schemas.microsoft.com/office/drawing/2014/main" id="{C6ADBCF6-FC37-735F-2C66-320B2D59845E}"/>
                </a:ext>
              </a:extLst>
            </p:cNvPr>
            <p:cNvSpPr>
              <a:spLocks noChangeShapeType="1"/>
            </p:cNvSpPr>
            <p:nvPr/>
          </p:nvSpPr>
          <p:spPr bwMode="auto">
            <a:xfrm flipH="1">
              <a:off x="5548313" y="3613150"/>
              <a:ext cx="212725" cy="730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Box 31">
              <a:extLst>
                <a:ext uri="{FF2B5EF4-FFF2-40B4-BE49-F238E27FC236}">
                  <a16:creationId xmlns:a16="http://schemas.microsoft.com/office/drawing/2014/main" id="{EDEFA686-4169-F0F8-C2CC-3A04732F24D3}"/>
                </a:ext>
              </a:extLst>
            </p:cNvPr>
            <p:cNvSpPr txBox="1">
              <a:spLocks noChangeArrowheads="1"/>
            </p:cNvSpPr>
            <p:nvPr/>
          </p:nvSpPr>
          <p:spPr bwMode="auto">
            <a:xfrm>
              <a:off x="5154613" y="3576638"/>
              <a:ext cx="422275" cy="24447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2.e</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12323" name="Picture 31">
              <a:extLst>
                <a:ext uri="{FF2B5EF4-FFF2-40B4-BE49-F238E27FC236}">
                  <a16:creationId xmlns:a16="http://schemas.microsoft.com/office/drawing/2014/main" id="{F93FEE4D-6869-C64F-4CC9-B4D82819E1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13" y="1673225"/>
              <a:ext cx="901700" cy="153988"/>
            </a:xfrm>
            <a:prstGeom prst="rect">
              <a:avLst/>
            </a:prstGeom>
            <a:noFill/>
            <a:extLst>
              <a:ext uri="{909E8E84-426E-40DD-AFC4-6F175D3DCCD1}">
                <a14:hiddenFill xmlns:a14="http://schemas.microsoft.com/office/drawing/2010/main">
                  <a:solidFill>
                    <a:srgbClr val="FFFFFF"/>
                  </a:solidFill>
                </a14:hiddenFill>
              </a:ext>
            </a:extLst>
          </p:spPr>
        </p:pic>
        <p:sp>
          <p:nvSpPr>
            <p:cNvPr id="57" name="Rectangle 43">
              <a:extLst>
                <a:ext uri="{FF2B5EF4-FFF2-40B4-BE49-F238E27FC236}">
                  <a16:creationId xmlns:a16="http://schemas.microsoft.com/office/drawing/2014/main" id="{EFD244FB-8E13-89A6-3583-DC36B599500B}"/>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Rectangle 49">
              <a:extLst>
                <a:ext uri="{FF2B5EF4-FFF2-40B4-BE49-F238E27FC236}">
                  <a16:creationId xmlns:a16="http://schemas.microsoft.com/office/drawing/2014/main" id="{90443694-8C0E-582C-B1F2-F0E44FF8516D}"/>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9" name="Rectangle 50">
              <a:extLst>
                <a:ext uri="{FF2B5EF4-FFF2-40B4-BE49-F238E27FC236}">
                  <a16:creationId xmlns:a16="http://schemas.microsoft.com/office/drawing/2014/main" id="{A0345EC2-806B-F330-5B84-AEB632506F86}"/>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4033997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508665"/>
            <a:ext cx="4179346" cy="373388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CREATE USING CREATE BUTTON</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Search and select the order item.</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item, a dialog box where item details will be encoded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want to check the balance per warehouse, click show balance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Enter the quantity, change the amount, UOM, and add sales discount and notes if there’s any.</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add to cart button.</a:t>
            </a:r>
          </a:p>
          <a:p>
            <a:pPr marL="457200" marR="0" lvl="0" indent="-228600" algn="l" defTabSz="914400" rtl="0" eaLnBrk="1" fontAlgn="auto" latinLnBrk="0" hangingPunct="1">
              <a:lnSpc>
                <a:spcPct val="115000"/>
              </a:lnSpc>
              <a:spcBef>
                <a:spcPts val="0"/>
              </a:spcBef>
              <a:spcAft>
                <a:spcPts val="0"/>
              </a:spcAft>
              <a:buClrTx/>
              <a:buSzTx/>
              <a:buFontTx/>
              <a:buAutoNum type="arabicPeriod" startAt="3"/>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9" name="Group 8">
            <a:extLst>
              <a:ext uri="{FF2B5EF4-FFF2-40B4-BE49-F238E27FC236}">
                <a16:creationId xmlns:a16="http://schemas.microsoft.com/office/drawing/2014/main" id="{197E8A82-3659-B034-35FA-00769A1F69B0}"/>
              </a:ext>
            </a:extLst>
          </p:cNvPr>
          <p:cNvGrpSpPr/>
          <p:nvPr/>
        </p:nvGrpSpPr>
        <p:grpSpPr>
          <a:xfrm>
            <a:off x="5006340" y="282156"/>
            <a:ext cx="12192000" cy="2682875"/>
            <a:chOff x="0" y="0"/>
            <a:chExt cx="12192000" cy="2682875"/>
          </a:xfrm>
        </p:grpSpPr>
        <p:pic>
          <p:nvPicPr>
            <p:cNvPr id="13313" name="Picture 1050">
              <a:extLst>
                <a:ext uri="{FF2B5EF4-FFF2-40B4-BE49-F238E27FC236}">
                  <a16:creationId xmlns:a16="http://schemas.microsoft.com/office/drawing/2014/main" id="{34A484B2-F5B6-8551-2FA6-7E91CBD393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5550" y="473075"/>
              <a:ext cx="41021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657">
              <a:extLst>
                <a:ext uri="{FF2B5EF4-FFF2-40B4-BE49-F238E27FC236}">
                  <a16:creationId xmlns:a16="http://schemas.microsoft.com/office/drawing/2014/main" id="{CCD0E0EE-F680-16AF-6D96-FC9484F13CF3}"/>
                </a:ext>
              </a:extLst>
            </p:cNvPr>
            <p:cNvSpPr>
              <a:spLocks noChangeArrowheads="1"/>
            </p:cNvSpPr>
            <p:nvPr/>
          </p:nvSpPr>
          <p:spPr bwMode="auto">
            <a:xfrm>
              <a:off x="1301750" y="723900"/>
              <a:ext cx="3924300" cy="37941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Box 2">
              <a:extLst>
                <a:ext uri="{FF2B5EF4-FFF2-40B4-BE49-F238E27FC236}">
                  <a16:creationId xmlns:a16="http://schemas.microsoft.com/office/drawing/2014/main" id="{6084BC71-B795-3DFE-59A8-E1FC96A718FB}"/>
                </a:ext>
              </a:extLst>
            </p:cNvPr>
            <p:cNvSpPr txBox="1">
              <a:spLocks noChangeArrowheads="1"/>
            </p:cNvSpPr>
            <p:nvPr/>
          </p:nvSpPr>
          <p:spPr bwMode="auto">
            <a:xfrm>
              <a:off x="1198563" y="1420813"/>
              <a:ext cx="4019550" cy="976312"/>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buFontTx/>
                <a:buNone/>
                <a:tabLst>
                  <a:tab pos="203200" algn="l"/>
                </a:tabLst>
                <a:defRPr/>
              </a:pPr>
              <a:endPar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60363" marR="0" lvl="1"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item?</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item in the search bar.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item.</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4">
              <a:extLst>
                <a:ext uri="{FF2B5EF4-FFF2-40B4-BE49-F238E27FC236}">
                  <a16:creationId xmlns:a16="http://schemas.microsoft.com/office/drawing/2014/main" id="{241095A8-0CB0-4865-C4AE-BCF0BA61FF7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6">
              <a:extLst>
                <a:ext uri="{FF2B5EF4-FFF2-40B4-BE49-F238E27FC236}">
                  <a16:creationId xmlns:a16="http://schemas.microsoft.com/office/drawing/2014/main" id="{6CB91FF0-6AB4-F135-6BA9-5DEEC0E1765D}"/>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 name="Group 39">
            <a:extLst>
              <a:ext uri="{FF2B5EF4-FFF2-40B4-BE49-F238E27FC236}">
                <a16:creationId xmlns:a16="http://schemas.microsoft.com/office/drawing/2014/main" id="{60C2B7BC-AD30-A605-D010-6AFECB6C008C}"/>
              </a:ext>
            </a:extLst>
          </p:cNvPr>
          <p:cNvGrpSpPr/>
          <p:nvPr/>
        </p:nvGrpSpPr>
        <p:grpSpPr>
          <a:xfrm>
            <a:off x="5120640" y="3076994"/>
            <a:ext cx="12192000" cy="3014663"/>
            <a:chOff x="0" y="0"/>
            <a:chExt cx="12192000" cy="3014663"/>
          </a:xfrm>
        </p:grpSpPr>
        <p:pic>
          <p:nvPicPr>
            <p:cNvPr id="13328" name="Picture 1051">
              <a:extLst>
                <a:ext uri="{FF2B5EF4-FFF2-40B4-BE49-F238E27FC236}">
                  <a16:creationId xmlns:a16="http://schemas.microsoft.com/office/drawing/2014/main" id="{EC69BD75-26A3-74FB-C48B-85EB9C893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517"/>
            <a:stretch>
              <a:fillRect/>
            </a:stretch>
          </p:blipFill>
          <p:spPr bwMode="auto">
            <a:xfrm>
              <a:off x="1196975" y="461963"/>
              <a:ext cx="3309938" cy="25527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661">
              <a:extLst>
                <a:ext uri="{FF2B5EF4-FFF2-40B4-BE49-F238E27FC236}">
                  <a16:creationId xmlns:a16="http://schemas.microsoft.com/office/drawing/2014/main" id="{53332BDE-2F1E-2055-5927-44165ED56F9D}"/>
                </a:ext>
              </a:extLst>
            </p:cNvPr>
            <p:cNvSpPr>
              <a:spLocks noChangeArrowheads="1"/>
            </p:cNvSpPr>
            <p:nvPr/>
          </p:nvSpPr>
          <p:spPr bwMode="auto">
            <a:xfrm>
              <a:off x="1246188" y="1651000"/>
              <a:ext cx="1589087" cy="9969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traight Arrow Connector 662">
              <a:extLst>
                <a:ext uri="{FF2B5EF4-FFF2-40B4-BE49-F238E27FC236}">
                  <a16:creationId xmlns:a16="http://schemas.microsoft.com/office/drawing/2014/main" id="{4263E915-6AB2-E9F0-C4F8-B8D0E884327F}"/>
                </a:ext>
              </a:extLst>
            </p:cNvPr>
            <p:cNvSpPr>
              <a:spLocks noChangeShapeType="1"/>
            </p:cNvSpPr>
            <p:nvPr/>
          </p:nvSpPr>
          <p:spPr bwMode="auto">
            <a:xfrm flipV="1">
              <a:off x="2835275" y="2168525"/>
              <a:ext cx="152400" cy="4445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Box 663">
              <a:extLst>
                <a:ext uri="{FF2B5EF4-FFF2-40B4-BE49-F238E27FC236}">
                  <a16:creationId xmlns:a16="http://schemas.microsoft.com/office/drawing/2014/main" id="{2A25ED95-1B7D-C352-2AF4-54ACA6048416}"/>
                </a:ext>
              </a:extLst>
            </p:cNvPr>
            <p:cNvSpPr txBox="1">
              <a:spLocks noChangeArrowheads="1"/>
            </p:cNvSpPr>
            <p:nvPr/>
          </p:nvSpPr>
          <p:spPr bwMode="auto">
            <a:xfrm>
              <a:off x="2990850" y="2020888"/>
              <a:ext cx="457200" cy="28733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Rectangle 669">
              <a:extLst>
                <a:ext uri="{FF2B5EF4-FFF2-40B4-BE49-F238E27FC236}">
                  <a16:creationId xmlns:a16="http://schemas.microsoft.com/office/drawing/2014/main" id="{7C2825F4-0B75-BB3C-8A9B-DD7EE828F1C4}"/>
                </a:ext>
              </a:extLst>
            </p:cNvPr>
            <p:cNvSpPr>
              <a:spLocks noChangeArrowheads="1"/>
            </p:cNvSpPr>
            <p:nvPr/>
          </p:nvSpPr>
          <p:spPr bwMode="auto">
            <a:xfrm>
              <a:off x="3308034" y="2806700"/>
              <a:ext cx="541337" cy="1793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traight Arrow Connector 668">
              <a:extLst>
                <a:ext uri="{FF2B5EF4-FFF2-40B4-BE49-F238E27FC236}">
                  <a16:creationId xmlns:a16="http://schemas.microsoft.com/office/drawing/2014/main" id="{5788A958-65E1-8658-F14C-419A7760D692}"/>
                </a:ext>
              </a:extLst>
            </p:cNvPr>
            <p:cNvSpPr>
              <a:spLocks noChangeShapeType="1"/>
            </p:cNvSpPr>
            <p:nvPr/>
          </p:nvSpPr>
          <p:spPr bwMode="auto">
            <a:xfrm flipV="1">
              <a:off x="3350896" y="2695575"/>
              <a:ext cx="107950" cy="5238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Box 664">
              <a:extLst>
                <a:ext uri="{FF2B5EF4-FFF2-40B4-BE49-F238E27FC236}">
                  <a16:creationId xmlns:a16="http://schemas.microsoft.com/office/drawing/2014/main" id="{A8FC4687-48CA-A90C-8448-F2CEC00E1ED5}"/>
                </a:ext>
              </a:extLst>
            </p:cNvPr>
            <p:cNvSpPr txBox="1">
              <a:spLocks noChangeArrowheads="1"/>
            </p:cNvSpPr>
            <p:nvPr/>
          </p:nvSpPr>
          <p:spPr bwMode="auto">
            <a:xfrm>
              <a:off x="3455671" y="2498725"/>
              <a:ext cx="457200" cy="27622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2" name="Rectangle 660">
              <a:extLst>
                <a:ext uri="{FF2B5EF4-FFF2-40B4-BE49-F238E27FC236}">
                  <a16:creationId xmlns:a16="http://schemas.microsoft.com/office/drawing/2014/main" id="{E7BD9762-F649-6E50-BF4B-CC979400F594}"/>
                </a:ext>
              </a:extLst>
            </p:cNvPr>
            <p:cNvSpPr>
              <a:spLocks noChangeArrowheads="1"/>
            </p:cNvSpPr>
            <p:nvPr/>
          </p:nvSpPr>
          <p:spPr bwMode="auto">
            <a:xfrm>
              <a:off x="3879534" y="2806700"/>
              <a:ext cx="568325" cy="1793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traight Arrow Connector 670">
              <a:extLst>
                <a:ext uri="{FF2B5EF4-FFF2-40B4-BE49-F238E27FC236}">
                  <a16:creationId xmlns:a16="http://schemas.microsoft.com/office/drawing/2014/main" id="{7FBE07E2-57EE-91D9-F3CB-A0AEE0ABE2A8}"/>
                </a:ext>
              </a:extLst>
            </p:cNvPr>
            <p:cNvSpPr>
              <a:spLocks noChangeShapeType="1"/>
            </p:cNvSpPr>
            <p:nvPr/>
          </p:nvSpPr>
          <p:spPr bwMode="auto">
            <a:xfrm flipV="1">
              <a:off x="3976371" y="2693987"/>
              <a:ext cx="87313" cy="523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Box 665">
              <a:extLst>
                <a:ext uri="{FF2B5EF4-FFF2-40B4-BE49-F238E27FC236}">
                  <a16:creationId xmlns:a16="http://schemas.microsoft.com/office/drawing/2014/main" id="{C50324CF-2D97-7F07-CFAE-BA6EB0E07009}"/>
                </a:ext>
              </a:extLst>
            </p:cNvPr>
            <p:cNvSpPr txBox="1">
              <a:spLocks noChangeArrowheads="1"/>
            </p:cNvSpPr>
            <p:nvPr/>
          </p:nvSpPr>
          <p:spPr bwMode="auto">
            <a:xfrm>
              <a:off x="4065271" y="2498725"/>
              <a:ext cx="488950" cy="276225"/>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7" name="Rectangle 17">
              <a:extLst>
                <a:ext uri="{FF2B5EF4-FFF2-40B4-BE49-F238E27FC236}">
                  <a16:creationId xmlns:a16="http://schemas.microsoft.com/office/drawing/2014/main" id="{871A7E21-59B4-673A-7F21-6D70A8F8095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Rectangle 21">
              <a:extLst>
                <a:ext uri="{FF2B5EF4-FFF2-40B4-BE49-F238E27FC236}">
                  <a16:creationId xmlns:a16="http://schemas.microsoft.com/office/drawing/2014/main" id="{F2B236F3-7324-B9C1-D931-A2E6FC3B21CD}"/>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305479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192698"/>
            <a:ext cx="4179346" cy="475851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CREATE USING CREATE BUTTON</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click the add to cart button, you will notice in the upper right of list of products an icon of add to cart. Click that, then click accept button to plot the order items in the stock.</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2.g.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more items, repeat steps 1 to 5 before doing 6</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2.h.</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click the accept button in the list of selected products, items from the cart will be plotted in the stock as shown below. You may still edit the details per item in the stock. Change directly the details needed to be change.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2.i.</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save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startAt="3"/>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startAt="3"/>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8" name="Group 27">
            <a:extLst>
              <a:ext uri="{FF2B5EF4-FFF2-40B4-BE49-F238E27FC236}">
                <a16:creationId xmlns:a16="http://schemas.microsoft.com/office/drawing/2014/main" id="{0DBDC9D7-2DE2-D903-AA1C-7125EC6922CF}"/>
              </a:ext>
            </a:extLst>
          </p:cNvPr>
          <p:cNvGrpSpPr/>
          <p:nvPr/>
        </p:nvGrpSpPr>
        <p:grpSpPr>
          <a:xfrm>
            <a:off x="4876800" y="796831"/>
            <a:ext cx="12192000" cy="2799080"/>
            <a:chOff x="0" y="0"/>
            <a:chExt cx="12192000" cy="2799080"/>
          </a:xfrm>
        </p:grpSpPr>
        <p:pic>
          <p:nvPicPr>
            <p:cNvPr id="14337" name="Picture 1052">
              <a:extLst>
                <a:ext uri="{FF2B5EF4-FFF2-40B4-BE49-F238E27FC236}">
                  <a16:creationId xmlns:a16="http://schemas.microsoft.com/office/drawing/2014/main" id="{4C586937-77C7-7564-19C0-1734EB367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 y="508000"/>
              <a:ext cx="6189663" cy="17002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37DD40F-AD42-F05C-37C0-B284CE68DD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380" y="1669415"/>
              <a:ext cx="5725160" cy="1129665"/>
            </a:xfrm>
            <a:prstGeom prst="rect">
              <a:avLst/>
            </a:prstGeom>
            <a:ln>
              <a:noFill/>
            </a:ln>
            <a:effectLst>
              <a:outerShdw blurRad="292100" dist="139700" dir="2700000" algn="tl" rotWithShape="0">
                <a:srgbClr val="333333">
                  <a:alpha val="65000"/>
                </a:srgbClr>
              </a:outerShdw>
            </a:effectLst>
          </p:spPr>
        </p:pic>
        <p:sp>
          <p:nvSpPr>
            <p:cNvPr id="15" name="Rectangle 673">
              <a:extLst>
                <a:ext uri="{FF2B5EF4-FFF2-40B4-BE49-F238E27FC236}">
                  <a16:creationId xmlns:a16="http://schemas.microsoft.com/office/drawing/2014/main" id="{504C2E6A-57D9-B2D9-0206-2C04673691BD}"/>
                </a:ext>
              </a:extLst>
            </p:cNvPr>
            <p:cNvSpPr>
              <a:spLocks noChangeArrowheads="1"/>
            </p:cNvSpPr>
            <p:nvPr/>
          </p:nvSpPr>
          <p:spPr bwMode="auto">
            <a:xfrm>
              <a:off x="5500688" y="509588"/>
              <a:ext cx="531812" cy="3317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traight Arrow Connector 675">
              <a:extLst>
                <a:ext uri="{FF2B5EF4-FFF2-40B4-BE49-F238E27FC236}">
                  <a16:creationId xmlns:a16="http://schemas.microsoft.com/office/drawing/2014/main" id="{3057E35F-B668-7ECD-D715-B156E707717D}"/>
                </a:ext>
              </a:extLst>
            </p:cNvPr>
            <p:cNvSpPr>
              <a:spLocks noChangeShapeType="1"/>
            </p:cNvSpPr>
            <p:nvPr/>
          </p:nvSpPr>
          <p:spPr bwMode="auto">
            <a:xfrm flipV="1">
              <a:off x="6019800" y="792163"/>
              <a:ext cx="142875" cy="714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Box 674">
              <a:extLst>
                <a:ext uri="{FF2B5EF4-FFF2-40B4-BE49-F238E27FC236}">
                  <a16:creationId xmlns:a16="http://schemas.microsoft.com/office/drawing/2014/main" id="{C2CDA2A1-0B68-04EF-F6E2-F693F47F6B0C}"/>
                </a:ext>
              </a:extLst>
            </p:cNvPr>
            <p:cNvSpPr txBox="1">
              <a:spLocks noChangeArrowheads="1"/>
            </p:cNvSpPr>
            <p:nvPr/>
          </p:nvSpPr>
          <p:spPr bwMode="auto">
            <a:xfrm>
              <a:off x="6203950" y="534988"/>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6</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Curved Right Arrow 676">
              <a:extLst>
                <a:ext uri="{FF2B5EF4-FFF2-40B4-BE49-F238E27FC236}">
                  <a16:creationId xmlns:a16="http://schemas.microsoft.com/office/drawing/2014/main" id="{2265AB22-82D0-BA26-71F1-A8C00DA554E7}"/>
                </a:ext>
              </a:extLst>
            </p:cNvPr>
            <p:cNvSpPr>
              <a:spLocks noChangeArrowheads="1"/>
            </p:cNvSpPr>
            <p:nvPr/>
          </p:nvSpPr>
          <p:spPr bwMode="auto">
            <a:xfrm>
              <a:off x="5026025" y="730250"/>
              <a:ext cx="474663" cy="606425"/>
            </a:xfrm>
            <a:prstGeom prst="curvedRightArrow">
              <a:avLst>
                <a:gd name="adj1" fmla="val 25025"/>
                <a:gd name="adj2" fmla="val 50057"/>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Rectangle 677">
              <a:extLst>
                <a:ext uri="{FF2B5EF4-FFF2-40B4-BE49-F238E27FC236}">
                  <a16:creationId xmlns:a16="http://schemas.microsoft.com/office/drawing/2014/main" id="{8F91FEF0-6C88-1827-D2FF-64B626554F21}"/>
                </a:ext>
              </a:extLst>
            </p:cNvPr>
            <p:cNvSpPr>
              <a:spLocks noChangeArrowheads="1"/>
            </p:cNvSpPr>
            <p:nvPr/>
          </p:nvSpPr>
          <p:spPr bwMode="auto">
            <a:xfrm>
              <a:off x="6269771" y="2539929"/>
              <a:ext cx="46037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Rectangle 8">
              <a:extLst>
                <a:ext uri="{FF2B5EF4-FFF2-40B4-BE49-F238E27FC236}">
                  <a16:creationId xmlns:a16="http://schemas.microsoft.com/office/drawing/2014/main" id="{CDD1F389-6E0C-3969-E3FF-0D1037FE64B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10">
              <a:extLst>
                <a:ext uri="{FF2B5EF4-FFF2-40B4-BE49-F238E27FC236}">
                  <a16:creationId xmlns:a16="http://schemas.microsoft.com/office/drawing/2014/main" id="{8C62EE16-5A08-DD04-8E50-2C0518958D03}"/>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2" name="Group 41">
            <a:extLst>
              <a:ext uri="{FF2B5EF4-FFF2-40B4-BE49-F238E27FC236}">
                <a16:creationId xmlns:a16="http://schemas.microsoft.com/office/drawing/2014/main" id="{4AC1DE44-BFD5-913E-87F4-07A95778EF00}"/>
              </a:ext>
            </a:extLst>
          </p:cNvPr>
          <p:cNvGrpSpPr/>
          <p:nvPr/>
        </p:nvGrpSpPr>
        <p:grpSpPr>
          <a:xfrm>
            <a:off x="4749800" y="3669026"/>
            <a:ext cx="12661900" cy="2314575"/>
            <a:chOff x="-469900" y="0"/>
            <a:chExt cx="12661900" cy="2314575"/>
          </a:xfrm>
        </p:grpSpPr>
        <p:pic>
          <p:nvPicPr>
            <p:cNvPr id="14352" name="Picture 1054">
              <a:extLst>
                <a:ext uri="{FF2B5EF4-FFF2-40B4-BE49-F238E27FC236}">
                  <a16:creationId xmlns:a16="http://schemas.microsoft.com/office/drawing/2014/main" id="{67BC3E20-9A89-B9D0-7062-59F0203192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2793"/>
            <a:stretch>
              <a:fillRect/>
            </a:stretch>
          </p:blipFill>
          <p:spPr bwMode="auto">
            <a:xfrm>
              <a:off x="38100" y="676275"/>
              <a:ext cx="6288088" cy="1228725"/>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681">
              <a:extLst>
                <a:ext uri="{FF2B5EF4-FFF2-40B4-BE49-F238E27FC236}">
                  <a16:creationId xmlns:a16="http://schemas.microsoft.com/office/drawing/2014/main" id="{95D7E7FB-AFAC-1514-9421-69DE68DAC908}"/>
                </a:ext>
              </a:extLst>
            </p:cNvPr>
            <p:cNvSpPr>
              <a:spLocks noChangeArrowheads="1"/>
            </p:cNvSpPr>
            <p:nvPr/>
          </p:nvSpPr>
          <p:spPr bwMode="auto">
            <a:xfrm>
              <a:off x="4400550" y="733425"/>
              <a:ext cx="590550"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679">
              <a:extLst>
                <a:ext uri="{FF2B5EF4-FFF2-40B4-BE49-F238E27FC236}">
                  <a16:creationId xmlns:a16="http://schemas.microsoft.com/office/drawing/2014/main" id="{FCF71AAE-A299-06E8-FBE4-E303787DDEEC}"/>
                </a:ext>
              </a:extLst>
            </p:cNvPr>
            <p:cNvSpPr txBox="1">
              <a:spLocks noChangeArrowheads="1"/>
            </p:cNvSpPr>
            <p:nvPr/>
          </p:nvSpPr>
          <p:spPr bwMode="auto">
            <a:xfrm>
              <a:off x="5500688" y="665163"/>
              <a:ext cx="67945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2.i.</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1" name="Rectangle 683">
              <a:extLst>
                <a:ext uri="{FF2B5EF4-FFF2-40B4-BE49-F238E27FC236}">
                  <a16:creationId xmlns:a16="http://schemas.microsoft.com/office/drawing/2014/main" id="{BBE6D435-1720-A9DD-7043-0873BD40C166}"/>
                </a:ext>
              </a:extLst>
            </p:cNvPr>
            <p:cNvSpPr>
              <a:spLocks noChangeArrowheads="1"/>
            </p:cNvSpPr>
            <p:nvPr/>
          </p:nvSpPr>
          <p:spPr bwMode="auto">
            <a:xfrm>
              <a:off x="762000" y="1687513"/>
              <a:ext cx="1816100" cy="2762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traight Arrow Connector 684">
              <a:extLst>
                <a:ext uri="{FF2B5EF4-FFF2-40B4-BE49-F238E27FC236}">
                  <a16:creationId xmlns:a16="http://schemas.microsoft.com/office/drawing/2014/main" id="{4201FDFF-C63B-EA65-9753-54E6DA783004}"/>
                </a:ext>
              </a:extLst>
            </p:cNvPr>
            <p:cNvSpPr>
              <a:spLocks noChangeShapeType="1"/>
            </p:cNvSpPr>
            <p:nvPr/>
          </p:nvSpPr>
          <p:spPr bwMode="auto">
            <a:xfrm>
              <a:off x="1981200" y="1997075"/>
              <a:ext cx="120650" cy="746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Box 890">
              <a:extLst>
                <a:ext uri="{FF2B5EF4-FFF2-40B4-BE49-F238E27FC236}">
                  <a16:creationId xmlns:a16="http://schemas.microsoft.com/office/drawing/2014/main" id="{5C0382A4-4EAA-A5F4-119C-8F40BC2D2214}"/>
                </a:ext>
              </a:extLst>
            </p:cNvPr>
            <p:cNvSpPr txBox="1">
              <a:spLocks noChangeArrowheads="1"/>
            </p:cNvSpPr>
            <p:nvPr/>
          </p:nvSpPr>
          <p:spPr bwMode="auto">
            <a:xfrm>
              <a:off x="2100263" y="2028825"/>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2.h.</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5" name="Text Box 680">
              <a:extLst>
                <a:ext uri="{FF2B5EF4-FFF2-40B4-BE49-F238E27FC236}">
                  <a16:creationId xmlns:a16="http://schemas.microsoft.com/office/drawing/2014/main" id="{AD06EB27-FFBB-5CC8-F7AC-C647B2D92E25}"/>
                </a:ext>
              </a:extLst>
            </p:cNvPr>
            <p:cNvSpPr txBox="1">
              <a:spLocks noChangeArrowheads="1"/>
            </p:cNvSpPr>
            <p:nvPr/>
          </p:nvSpPr>
          <p:spPr bwMode="auto">
            <a:xfrm>
              <a:off x="-469900" y="912813"/>
              <a:ext cx="601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STOCK</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6" name="AutoShape 11">
              <a:extLst>
                <a:ext uri="{FF2B5EF4-FFF2-40B4-BE49-F238E27FC236}">
                  <a16:creationId xmlns:a16="http://schemas.microsoft.com/office/drawing/2014/main" id="{900CF669-B80E-1DDF-60A2-86BE92CBCE80}"/>
                </a:ext>
              </a:extLst>
            </p:cNvPr>
            <p:cNvSpPr>
              <a:spLocks noChangeShapeType="1"/>
            </p:cNvSpPr>
            <p:nvPr/>
          </p:nvSpPr>
          <p:spPr bwMode="auto">
            <a:xfrm>
              <a:off x="4991100" y="825500"/>
              <a:ext cx="509588" cy="127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Rectangle 19">
              <a:extLst>
                <a:ext uri="{FF2B5EF4-FFF2-40B4-BE49-F238E27FC236}">
                  <a16:creationId xmlns:a16="http://schemas.microsoft.com/office/drawing/2014/main" id="{DEB42AAB-9B38-1642-FDC4-7C4301F6174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Rectangle 23">
              <a:extLst>
                <a:ext uri="{FF2B5EF4-FFF2-40B4-BE49-F238E27FC236}">
                  <a16:creationId xmlns:a16="http://schemas.microsoft.com/office/drawing/2014/main" id="{78314DDF-0C3F-3E78-ABA4-0A7469BAA1F4}"/>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93820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192697"/>
            <a:ext cx="4179346" cy="52309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Billing/Shipping Tab</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Billing/Shipping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Billing and shipping address displayed here are the default address of the customer. If you wish to edit, click the lookup button to select address.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save button once done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Instruction Tab</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Instruction tab</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save button once done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3" name="Group 42">
            <a:extLst>
              <a:ext uri="{FF2B5EF4-FFF2-40B4-BE49-F238E27FC236}">
                <a16:creationId xmlns:a16="http://schemas.microsoft.com/office/drawing/2014/main" id="{302257C1-BD4B-0D88-FD17-163A9007E5AF}"/>
              </a:ext>
            </a:extLst>
          </p:cNvPr>
          <p:cNvGrpSpPr/>
          <p:nvPr/>
        </p:nvGrpSpPr>
        <p:grpSpPr>
          <a:xfrm>
            <a:off x="5423694" y="590878"/>
            <a:ext cx="12192000" cy="3174365"/>
            <a:chOff x="0" y="0"/>
            <a:chExt cx="12192000" cy="3174365"/>
          </a:xfrm>
        </p:grpSpPr>
        <p:pic>
          <p:nvPicPr>
            <p:cNvPr id="15361" name="Picture 34">
              <a:extLst>
                <a:ext uri="{FF2B5EF4-FFF2-40B4-BE49-F238E27FC236}">
                  <a16:creationId xmlns:a16="http://schemas.microsoft.com/office/drawing/2014/main" id="{C2C97771-27B3-1528-BF86-4EAD499EA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6194425" cy="22510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898">
              <a:extLst>
                <a:ext uri="{FF2B5EF4-FFF2-40B4-BE49-F238E27FC236}">
                  <a16:creationId xmlns:a16="http://schemas.microsoft.com/office/drawing/2014/main" id="{6077A620-FE86-F108-DED4-F334942EF109}"/>
                </a:ext>
              </a:extLst>
            </p:cNvPr>
            <p:cNvSpPr>
              <a:spLocks noChangeArrowheads="1"/>
            </p:cNvSpPr>
            <p:nvPr/>
          </p:nvSpPr>
          <p:spPr bwMode="auto">
            <a:xfrm>
              <a:off x="5929313" y="954088"/>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traight Arrow Connector 899">
              <a:extLst>
                <a:ext uri="{FF2B5EF4-FFF2-40B4-BE49-F238E27FC236}">
                  <a16:creationId xmlns:a16="http://schemas.microsoft.com/office/drawing/2014/main" id="{E8422FB5-DEBC-6383-5D31-B063E9CF8016}"/>
                </a:ext>
              </a:extLst>
            </p:cNvPr>
            <p:cNvSpPr>
              <a:spLocks noChangeShapeType="1"/>
            </p:cNvSpPr>
            <p:nvPr/>
          </p:nvSpPr>
          <p:spPr bwMode="auto">
            <a:xfrm flipV="1">
              <a:off x="6196013" y="858838"/>
              <a:ext cx="50800" cy="10318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Box 900">
              <a:extLst>
                <a:ext uri="{FF2B5EF4-FFF2-40B4-BE49-F238E27FC236}">
                  <a16:creationId xmlns:a16="http://schemas.microsoft.com/office/drawing/2014/main" id="{8DA4FE5C-E7D0-8231-9DB1-4EA9D61912E9}"/>
                </a:ext>
              </a:extLst>
            </p:cNvPr>
            <p:cNvSpPr txBox="1">
              <a:spLocks noChangeArrowheads="1"/>
            </p:cNvSpPr>
            <p:nvPr/>
          </p:nvSpPr>
          <p:spPr bwMode="auto">
            <a:xfrm>
              <a:off x="6170613" y="573088"/>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8" name="Picture 7">
              <a:extLst>
                <a:ext uri="{FF2B5EF4-FFF2-40B4-BE49-F238E27FC236}">
                  <a16:creationId xmlns:a16="http://schemas.microsoft.com/office/drawing/2014/main" id="{66721462-BB2C-7186-F461-11E53598B4AE}"/>
                </a:ext>
              </a:extLst>
            </p:cNvPr>
            <p:cNvPicPr>
              <a:picLocks noChangeAspect="1"/>
            </p:cNvPicPr>
            <p:nvPr/>
          </p:nvPicPr>
          <p:blipFill>
            <a:blip r:embed="rId3"/>
            <a:srcRect/>
            <a:stretch>
              <a:fillRect/>
            </a:stretch>
          </p:blipFill>
          <p:spPr bwMode="auto">
            <a:xfrm>
              <a:off x="2424215" y="702310"/>
              <a:ext cx="3238500" cy="2472055"/>
            </a:xfrm>
            <a:prstGeom prst="rect">
              <a:avLst/>
            </a:prstGeom>
            <a:ln>
              <a:noFill/>
            </a:ln>
            <a:effectLst>
              <a:outerShdw blurRad="292100" dist="139700" dir="2700000" algn="tl" rotWithShape="0">
                <a:srgbClr val="333333">
                  <a:alpha val="65000"/>
                </a:srgbClr>
              </a:outerShdw>
            </a:effectLst>
          </p:spPr>
        </p:pic>
        <p:sp>
          <p:nvSpPr>
            <p:cNvPr id="9" name="Rectangle 8">
              <a:extLst>
                <a:ext uri="{FF2B5EF4-FFF2-40B4-BE49-F238E27FC236}">
                  <a16:creationId xmlns:a16="http://schemas.microsoft.com/office/drawing/2014/main" id="{08E3ECAD-C586-05AA-078C-ED17702A1AA3}"/>
                </a:ext>
              </a:extLst>
            </p:cNvPr>
            <p:cNvSpPr>
              <a:spLocks noChangeArrowheads="1"/>
            </p:cNvSpPr>
            <p:nvPr/>
          </p:nvSpPr>
          <p:spPr bwMode="auto">
            <a:xfrm>
              <a:off x="2459038" y="2917825"/>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AutoShape 6">
              <a:extLst>
                <a:ext uri="{FF2B5EF4-FFF2-40B4-BE49-F238E27FC236}">
                  <a16:creationId xmlns:a16="http://schemas.microsoft.com/office/drawing/2014/main" id="{8C2DBBCC-6154-86A8-ADA5-383807B40BB5}"/>
                </a:ext>
              </a:extLst>
            </p:cNvPr>
            <p:cNvSpPr>
              <a:spLocks noChangeShapeType="1"/>
            </p:cNvSpPr>
            <p:nvPr/>
          </p:nvSpPr>
          <p:spPr bwMode="auto">
            <a:xfrm flipV="1">
              <a:off x="2725738" y="2822575"/>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Box 7">
              <a:extLst>
                <a:ext uri="{FF2B5EF4-FFF2-40B4-BE49-F238E27FC236}">
                  <a16:creationId xmlns:a16="http://schemas.microsoft.com/office/drawing/2014/main" id="{188162CE-8E1C-2532-56F5-F71A8FC10EBC}"/>
                </a:ext>
              </a:extLst>
            </p:cNvPr>
            <p:cNvSpPr txBox="1">
              <a:spLocks noChangeArrowheads="1"/>
            </p:cNvSpPr>
            <p:nvPr/>
          </p:nvSpPr>
          <p:spPr bwMode="auto">
            <a:xfrm>
              <a:off x="2700338" y="2536825"/>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3" name="Rectangle 11">
              <a:extLst>
                <a:ext uri="{FF2B5EF4-FFF2-40B4-BE49-F238E27FC236}">
                  <a16:creationId xmlns:a16="http://schemas.microsoft.com/office/drawing/2014/main" id="{6FE7708A-18B8-664B-0197-032C4BB35275}"/>
                </a:ext>
              </a:extLst>
            </p:cNvPr>
            <p:cNvSpPr>
              <a:spLocks noChangeArrowheads="1"/>
            </p:cNvSpPr>
            <p:nvPr/>
          </p:nvSpPr>
          <p:spPr bwMode="auto">
            <a:xfrm>
              <a:off x="4165600" y="873125"/>
              <a:ext cx="3444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AutoShape 9">
              <a:extLst>
                <a:ext uri="{FF2B5EF4-FFF2-40B4-BE49-F238E27FC236}">
                  <a16:creationId xmlns:a16="http://schemas.microsoft.com/office/drawing/2014/main" id="{E2942804-AB0C-A4F7-5C55-5320E05B6617}"/>
                </a:ext>
              </a:extLst>
            </p:cNvPr>
            <p:cNvSpPr>
              <a:spLocks noChangeShapeType="1"/>
            </p:cNvSpPr>
            <p:nvPr/>
          </p:nvSpPr>
          <p:spPr bwMode="auto">
            <a:xfrm flipV="1">
              <a:off x="4432300" y="777875"/>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Box 10">
              <a:extLst>
                <a:ext uri="{FF2B5EF4-FFF2-40B4-BE49-F238E27FC236}">
                  <a16:creationId xmlns:a16="http://schemas.microsoft.com/office/drawing/2014/main" id="{28A19891-5152-1BC7-C24D-8456B0DD3704}"/>
                </a:ext>
              </a:extLst>
            </p:cNvPr>
            <p:cNvSpPr txBox="1">
              <a:spLocks noChangeArrowheads="1"/>
            </p:cNvSpPr>
            <p:nvPr/>
          </p:nvSpPr>
          <p:spPr bwMode="auto">
            <a:xfrm>
              <a:off x="4406900" y="49212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1" name="Rectangle 12">
              <a:extLst>
                <a:ext uri="{FF2B5EF4-FFF2-40B4-BE49-F238E27FC236}">
                  <a16:creationId xmlns:a16="http://schemas.microsoft.com/office/drawing/2014/main" id="{C62D982A-EBF2-9CF7-5284-92B043D7B3C5}"/>
                </a:ext>
              </a:extLst>
            </p:cNvPr>
            <p:cNvSpPr>
              <a:spLocks noChangeArrowheads="1"/>
            </p:cNvSpPr>
            <p:nvPr/>
          </p:nvSpPr>
          <p:spPr bwMode="auto">
            <a:xfrm>
              <a:off x="4165600" y="1930400"/>
              <a:ext cx="3444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utoShape 13">
              <a:extLst>
                <a:ext uri="{FF2B5EF4-FFF2-40B4-BE49-F238E27FC236}">
                  <a16:creationId xmlns:a16="http://schemas.microsoft.com/office/drawing/2014/main" id="{7D5755DC-24EF-5464-8564-AB65B9EACC8F}"/>
                </a:ext>
              </a:extLst>
            </p:cNvPr>
            <p:cNvSpPr>
              <a:spLocks noChangeShapeType="1"/>
            </p:cNvSpPr>
            <p:nvPr/>
          </p:nvSpPr>
          <p:spPr bwMode="auto">
            <a:xfrm flipV="1">
              <a:off x="4432300" y="183515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Box 14">
              <a:extLst>
                <a:ext uri="{FF2B5EF4-FFF2-40B4-BE49-F238E27FC236}">
                  <a16:creationId xmlns:a16="http://schemas.microsoft.com/office/drawing/2014/main" id="{CB7C0677-9730-495B-5BCD-B53742271985}"/>
                </a:ext>
              </a:extLst>
            </p:cNvPr>
            <p:cNvSpPr txBox="1">
              <a:spLocks noChangeArrowheads="1"/>
            </p:cNvSpPr>
            <p:nvPr/>
          </p:nvSpPr>
          <p:spPr bwMode="auto">
            <a:xfrm>
              <a:off x="4406900" y="154940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3" name="Curved Up Arrow 902">
              <a:extLst>
                <a:ext uri="{FF2B5EF4-FFF2-40B4-BE49-F238E27FC236}">
                  <a16:creationId xmlns:a16="http://schemas.microsoft.com/office/drawing/2014/main" id="{66A28AE6-B90C-2061-EBF0-924EC8DE3704}"/>
                </a:ext>
              </a:extLst>
            </p:cNvPr>
            <p:cNvSpPr>
              <a:spLocks noChangeArrowheads="1"/>
            </p:cNvSpPr>
            <p:nvPr/>
          </p:nvSpPr>
          <p:spPr bwMode="auto">
            <a:xfrm rot="20250796" flipH="1">
              <a:off x="5557838" y="1114425"/>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Rectangle 16">
              <a:extLst>
                <a:ext uri="{FF2B5EF4-FFF2-40B4-BE49-F238E27FC236}">
                  <a16:creationId xmlns:a16="http://schemas.microsoft.com/office/drawing/2014/main" id="{F4621225-93F4-3B7F-17B6-5F56FA446CF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Rectangle 21">
              <a:extLst>
                <a:ext uri="{FF2B5EF4-FFF2-40B4-BE49-F238E27FC236}">
                  <a16:creationId xmlns:a16="http://schemas.microsoft.com/office/drawing/2014/main" id="{A5648DC5-5559-A5D7-B1C4-D071D6BB3ACC}"/>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Rectangle 22">
              <a:extLst>
                <a:ext uri="{FF2B5EF4-FFF2-40B4-BE49-F238E27FC236}">
                  <a16:creationId xmlns:a16="http://schemas.microsoft.com/office/drawing/2014/main" id="{8DEA01DC-0369-995A-6369-AF4BB4289174}"/>
                </a:ext>
              </a:extLst>
            </p:cNvPr>
            <p:cNvSpPr>
              <a:spLocks noChangeArrowheads="1"/>
            </p:cNvSpPr>
            <p:nvPr/>
          </p:nvSpPr>
          <p:spPr bwMode="auto">
            <a:xfrm>
              <a:off x="0" y="27082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342" name="Group 14341">
            <a:extLst>
              <a:ext uri="{FF2B5EF4-FFF2-40B4-BE49-F238E27FC236}">
                <a16:creationId xmlns:a16="http://schemas.microsoft.com/office/drawing/2014/main" id="{37D1356B-9180-0C07-D951-A9DF395C1C63}"/>
              </a:ext>
            </a:extLst>
          </p:cNvPr>
          <p:cNvGrpSpPr/>
          <p:nvPr/>
        </p:nvGrpSpPr>
        <p:grpSpPr>
          <a:xfrm>
            <a:off x="5423694" y="3543638"/>
            <a:ext cx="12192000" cy="2932113"/>
            <a:chOff x="0" y="0"/>
            <a:chExt cx="12192000" cy="2932113"/>
          </a:xfrm>
        </p:grpSpPr>
        <p:pic>
          <p:nvPicPr>
            <p:cNvPr id="15399" name="Picture 34">
              <a:extLst>
                <a:ext uri="{FF2B5EF4-FFF2-40B4-BE49-F238E27FC236}">
                  <a16:creationId xmlns:a16="http://schemas.microsoft.com/office/drawing/2014/main" id="{3CAC69E6-D59E-F2C9-456F-A83F3080CE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 y="682625"/>
              <a:ext cx="6188075" cy="2249488"/>
            </a:xfrm>
            <a:prstGeom prst="rect">
              <a:avLst/>
            </a:prstGeom>
            <a:noFill/>
            <a:extLst>
              <a:ext uri="{909E8E84-426E-40DD-AFC4-6F175D3DCCD1}">
                <a14:hiddenFill xmlns:a14="http://schemas.microsoft.com/office/drawing/2010/main">
                  <a:solidFill>
                    <a:srgbClr val="FFFFFF"/>
                  </a:solidFill>
                </a14:hiddenFill>
              </a:ext>
            </a:extLst>
          </p:spPr>
        </p:pic>
        <p:sp>
          <p:nvSpPr>
            <p:cNvPr id="57" name="Rectangle 49">
              <a:extLst>
                <a:ext uri="{FF2B5EF4-FFF2-40B4-BE49-F238E27FC236}">
                  <a16:creationId xmlns:a16="http://schemas.microsoft.com/office/drawing/2014/main" id="{DC46B7DD-A3DE-5720-622D-A223B60DB468}"/>
                </a:ext>
              </a:extLst>
            </p:cNvPr>
            <p:cNvSpPr>
              <a:spLocks noChangeArrowheads="1"/>
            </p:cNvSpPr>
            <p:nvPr/>
          </p:nvSpPr>
          <p:spPr bwMode="auto">
            <a:xfrm>
              <a:off x="5851525" y="1393825"/>
              <a:ext cx="3444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AutoShape 48">
              <a:extLst>
                <a:ext uri="{FF2B5EF4-FFF2-40B4-BE49-F238E27FC236}">
                  <a16:creationId xmlns:a16="http://schemas.microsoft.com/office/drawing/2014/main" id="{BF839611-590C-7320-EC9D-1B3078B05F19}"/>
                </a:ext>
              </a:extLst>
            </p:cNvPr>
            <p:cNvSpPr>
              <a:spLocks noChangeShapeType="1"/>
            </p:cNvSpPr>
            <p:nvPr/>
          </p:nvSpPr>
          <p:spPr bwMode="auto">
            <a:xfrm flipV="1">
              <a:off x="6116638" y="1298575"/>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Box 47">
              <a:extLst>
                <a:ext uri="{FF2B5EF4-FFF2-40B4-BE49-F238E27FC236}">
                  <a16:creationId xmlns:a16="http://schemas.microsoft.com/office/drawing/2014/main" id="{C7A2149D-8458-BA4B-3451-62003C7201B1}"/>
                </a:ext>
              </a:extLst>
            </p:cNvPr>
            <p:cNvSpPr txBox="1">
              <a:spLocks noChangeArrowheads="1"/>
            </p:cNvSpPr>
            <p:nvPr/>
          </p:nvSpPr>
          <p:spPr bwMode="auto">
            <a:xfrm>
              <a:off x="6091238" y="1012825"/>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60" name="Picture 59">
              <a:extLst>
                <a:ext uri="{FF2B5EF4-FFF2-40B4-BE49-F238E27FC236}">
                  <a16:creationId xmlns:a16="http://schemas.microsoft.com/office/drawing/2014/main" id="{77F6B42F-F566-6983-2301-1A78E3519390}"/>
                </a:ext>
              </a:extLst>
            </p:cNvPr>
            <p:cNvPicPr>
              <a:picLocks noChangeAspect="1"/>
            </p:cNvPicPr>
            <p:nvPr/>
          </p:nvPicPr>
          <p:blipFill>
            <a:blip r:embed="rId4"/>
            <a:srcRect/>
            <a:stretch>
              <a:fillRect/>
            </a:stretch>
          </p:blipFill>
          <p:spPr bwMode="auto">
            <a:xfrm>
              <a:off x="846671" y="1104424"/>
              <a:ext cx="4911725" cy="1405890"/>
            </a:xfrm>
            <a:prstGeom prst="rect">
              <a:avLst/>
            </a:prstGeom>
            <a:ln>
              <a:noFill/>
            </a:ln>
            <a:effectLst>
              <a:outerShdw blurRad="292100" dist="139700" dir="2700000" algn="tl" rotWithShape="0">
                <a:srgbClr val="333333">
                  <a:alpha val="65000"/>
                </a:srgbClr>
              </a:outerShdw>
            </a:effectLst>
          </p:spPr>
        </p:pic>
        <p:sp>
          <p:nvSpPr>
            <p:cNvPr id="61" name="AutoShape 45">
              <a:extLst>
                <a:ext uri="{FF2B5EF4-FFF2-40B4-BE49-F238E27FC236}">
                  <a16:creationId xmlns:a16="http://schemas.microsoft.com/office/drawing/2014/main" id="{3EBB22EE-FA07-1542-D090-6F0CE2787424}"/>
                </a:ext>
              </a:extLst>
            </p:cNvPr>
            <p:cNvSpPr>
              <a:spLocks noChangeArrowheads="1"/>
            </p:cNvSpPr>
            <p:nvPr/>
          </p:nvSpPr>
          <p:spPr bwMode="auto">
            <a:xfrm rot="20250796" flipH="1">
              <a:off x="5551488" y="1625600"/>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Rectangle 44">
              <a:extLst>
                <a:ext uri="{FF2B5EF4-FFF2-40B4-BE49-F238E27FC236}">
                  <a16:creationId xmlns:a16="http://schemas.microsoft.com/office/drawing/2014/main" id="{B3312495-EC26-17C7-9F7B-66866BBCAD4F}"/>
                </a:ext>
              </a:extLst>
            </p:cNvPr>
            <p:cNvSpPr>
              <a:spLocks noChangeArrowheads="1"/>
            </p:cNvSpPr>
            <p:nvPr/>
          </p:nvSpPr>
          <p:spPr bwMode="auto">
            <a:xfrm>
              <a:off x="936625" y="2314575"/>
              <a:ext cx="3444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AutoShape 43">
              <a:extLst>
                <a:ext uri="{FF2B5EF4-FFF2-40B4-BE49-F238E27FC236}">
                  <a16:creationId xmlns:a16="http://schemas.microsoft.com/office/drawing/2014/main" id="{2A1DBA2A-EC62-AA91-3A86-7417E5E0F3F2}"/>
                </a:ext>
              </a:extLst>
            </p:cNvPr>
            <p:cNvSpPr>
              <a:spLocks noChangeShapeType="1"/>
            </p:cNvSpPr>
            <p:nvPr/>
          </p:nvSpPr>
          <p:spPr bwMode="auto">
            <a:xfrm flipV="1">
              <a:off x="1282700" y="233680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36" name="Text Box 42">
              <a:extLst>
                <a:ext uri="{FF2B5EF4-FFF2-40B4-BE49-F238E27FC236}">
                  <a16:creationId xmlns:a16="http://schemas.microsoft.com/office/drawing/2014/main" id="{7443A762-0997-90A2-906E-B4553148CD7A}"/>
                </a:ext>
              </a:extLst>
            </p:cNvPr>
            <p:cNvSpPr txBox="1">
              <a:spLocks noChangeArrowheads="1"/>
            </p:cNvSpPr>
            <p:nvPr/>
          </p:nvSpPr>
          <p:spPr bwMode="auto">
            <a:xfrm>
              <a:off x="1357313" y="2281238"/>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338" name="Rectangle 41">
              <a:extLst>
                <a:ext uri="{FF2B5EF4-FFF2-40B4-BE49-F238E27FC236}">
                  <a16:creationId xmlns:a16="http://schemas.microsoft.com/office/drawing/2014/main" id="{A1EC70E8-8F91-4D31-A638-155695005857}"/>
                </a:ext>
              </a:extLst>
            </p:cNvPr>
            <p:cNvSpPr>
              <a:spLocks noChangeArrowheads="1"/>
            </p:cNvSpPr>
            <p:nvPr/>
          </p:nvSpPr>
          <p:spPr bwMode="auto">
            <a:xfrm>
              <a:off x="4165600" y="1304925"/>
              <a:ext cx="1247775" cy="86836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39" name="Text Box 40">
              <a:extLst>
                <a:ext uri="{FF2B5EF4-FFF2-40B4-BE49-F238E27FC236}">
                  <a16:creationId xmlns:a16="http://schemas.microsoft.com/office/drawing/2014/main" id="{4387767C-09DA-017F-400D-DC493FB63508}"/>
                </a:ext>
              </a:extLst>
            </p:cNvPr>
            <p:cNvSpPr txBox="1">
              <a:spLocks noChangeArrowheads="1"/>
            </p:cNvSpPr>
            <p:nvPr/>
          </p:nvSpPr>
          <p:spPr bwMode="auto">
            <a:xfrm>
              <a:off x="3130550" y="2281238"/>
              <a:ext cx="2281238" cy="381000"/>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87313" algn="l" defTabSz="914400" rtl="0" eaLnBrk="0" fontAlgn="base" latinLnBrk="0" hangingPunct="0">
                <a:lnSpc>
                  <a:spcPct val="100000"/>
                </a:lnSpc>
                <a:spcBef>
                  <a:spcPct val="0"/>
                </a:spcBef>
                <a:spcAft>
                  <a:spcPct val="0"/>
                </a:spcAft>
                <a:buClrTx/>
                <a:buSzTx/>
                <a:buFontTx/>
                <a:buNone/>
                <a:tabLst>
                  <a:tab pos="87313" algn="l"/>
                  <a:tab pos="203200" algn="l"/>
                </a:tabLst>
                <a:defRPr/>
              </a:pPr>
              <a:r>
                <a:rPr kumimoji="0" lang="en-PH" altLang="en-US" sz="8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Details of down payment are automatically pulled out from received payment recorded by the accounting.</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4340" name="Rectangle 50">
              <a:extLst>
                <a:ext uri="{FF2B5EF4-FFF2-40B4-BE49-F238E27FC236}">
                  <a16:creationId xmlns:a16="http://schemas.microsoft.com/office/drawing/2014/main" id="{4AFC52C7-25AE-EF72-E0FC-8357F958877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41" name="Rectangle 54">
              <a:extLst>
                <a:ext uri="{FF2B5EF4-FFF2-40B4-BE49-F238E27FC236}">
                  <a16:creationId xmlns:a16="http://schemas.microsoft.com/office/drawing/2014/main" id="{D9FFDA61-DA97-EEA2-9BAF-6A0A1F79D4D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756067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192697"/>
            <a:ext cx="4179346" cy="52309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Lead Time Duration Tab</a:t>
            </a:r>
            <a:endPar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lead time duration tab</a:t>
            </a: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save button once done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rPr>
              <a:t>Quotation Validity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quotation validity tab</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save button once done</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save button once done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0" name="Group 29">
            <a:extLst>
              <a:ext uri="{FF2B5EF4-FFF2-40B4-BE49-F238E27FC236}">
                <a16:creationId xmlns:a16="http://schemas.microsoft.com/office/drawing/2014/main" id="{86674FB6-48A6-3B7E-CD64-FACBBE13671F}"/>
              </a:ext>
            </a:extLst>
          </p:cNvPr>
          <p:cNvGrpSpPr/>
          <p:nvPr/>
        </p:nvGrpSpPr>
        <p:grpSpPr>
          <a:xfrm>
            <a:off x="5463039" y="459640"/>
            <a:ext cx="12277725" cy="2760663"/>
            <a:chOff x="-85725" y="0"/>
            <a:chExt cx="12277725" cy="2760663"/>
          </a:xfrm>
        </p:grpSpPr>
        <p:pic>
          <p:nvPicPr>
            <p:cNvPr id="16385" name="Picture 34">
              <a:extLst>
                <a:ext uri="{FF2B5EF4-FFF2-40B4-BE49-F238E27FC236}">
                  <a16:creationId xmlns:a16="http://schemas.microsoft.com/office/drawing/2014/main" id="{19302F2E-EFF9-2E06-E5EF-C6F0C9E3A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511175"/>
              <a:ext cx="6188075" cy="224948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9">
              <a:extLst>
                <a:ext uri="{FF2B5EF4-FFF2-40B4-BE49-F238E27FC236}">
                  <a16:creationId xmlns:a16="http://schemas.microsoft.com/office/drawing/2014/main" id="{9846292C-6919-6C34-5095-A6A5371B778D}"/>
                </a:ext>
              </a:extLst>
            </p:cNvPr>
            <p:cNvSpPr>
              <a:spLocks noChangeArrowheads="1"/>
            </p:cNvSpPr>
            <p:nvPr/>
          </p:nvSpPr>
          <p:spPr bwMode="auto">
            <a:xfrm>
              <a:off x="5846763" y="1431925"/>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AutoShape 8">
              <a:extLst>
                <a:ext uri="{FF2B5EF4-FFF2-40B4-BE49-F238E27FC236}">
                  <a16:creationId xmlns:a16="http://schemas.microsoft.com/office/drawing/2014/main" id="{FDBA4371-E96B-DB7B-F7B5-304EB9B8A4E9}"/>
                </a:ext>
              </a:extLst>
            </p:cNvPr>
            <p:cNvSpPr>
              <a:spLocks noChangeShapeType="1"/>
            </p:cNvSpPr>
            <p:nvPr/>
          </p:nvSpPr>
          <p:spPr bwMode="auto">
            <a:xfrm flipV="1">
              <a:off x="6111875" y="1336675"/>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7">
              <a:extLst>
                <a:ext uri="{FF2B5EF4-FFF2-40B4-BE49-F238E27FC236}">
                  <a16:creationId xmlns:a16="http://schemas.microsoft.com/office/drawing/2014/main" id="{C85E6931-465C-AEAC-C9D4-FA301F4AAB97}"/>
                </a:ext>
              </a:extLst>
            </p:cNvPr>
            <p:cNvSpPr txBox="1">
              <a:spLocks noChangeArrowheads="1"/>
            </p:cNvSpPr>
            <p:nvPr/>
          </p:nvSpPr>
          <p:spPr bwMode="auto">
            <a:xfrm>
              <a:off x="6086475" y="105092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17" name="Picture 16">
              <a:extLst>
                <a:ext uri="{FF2B5EF4-FFF2-40B4-BE49-F238E27FC236}">
                  <a16:creationId xmlns:a16="http://schemas.microsoft.com/office/drawing/2014/main" id="{9F879721-1766-0119-B5D8-14B8D42DFC28}"/>
                </a:ext>
              </a:extLst>
            </p:cNvPr>
            <p:cNvPicPr>
              <a:picLocks noChangeAspect="1"/>
            </p:cNvPicPr>
            <p:nvPr/>
          </p:nvPicPr>
          <p:blipFill>
            <a:blip r:embed="rId3"/>
            <a:srcRect/>
            <a:stretch>
              <a:fillRect/>
            </a:stretch>
          </p:blipFill>
          <p:spPr bwMode="auto">
            <a:xfrm>
              <a:off x="1684771" y="844233"/>
              <a:ext cx="4115435" cy="1256030"/>
            </a:xfrm>
            <a:prstGeom prst="rect">
              <a:avLst/>
            </a:prstGeom>
            <a:ln>
              <a:noFill/>
            </a:ln>
            <a:effectLst>
              <a:outerShdw blurRad="292100" dist="139700" dir="2700000" algn="tl" rotWithShape="0">
                <a:srgbClr val="333333">
                  <a:alpha val="65000"/>
                </a:srgbClr>
              </a:outerShdw>
            </a:effectLst>
          </p:spPr>
        </p:pic>
        <p:sp>
          <p:nvSpPr>
            <p:cNvPr id="18" name="AutoShape 5">
              <a:extLst>
                <a:ext uri="{FF2B5EF4-FFF2-40B4-BE49-F238E27FC236}">
                  <a16:creationId xmlns:a16="http://schemas.microsoft.com/office/drawing/2014/main" id="{AB525A99-EFDB-1801-D6B8-4CC739CCD33F}"/>
                </a:ext>
              </a:extLst>
            </p:cNvPr>
            <p:cNvSpPr>
              <a:spLocks noChangeArrowheads="1"/>
            </p:cNvSpPr>
            <p:nvPr/>
          </p:nvSpPr>
          <p:spPr bwMode="auto">
            <a:xfrm rot="20250796" flipH="1">
              <a:off x="5487988" y="1663700"/>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Rectangle 4">
              <a:extLst>
                <a:ext uri="{FF2B5EF4-FFF2-40B4-BE49-F238E27FC236}">
                  <a16:creationId xmlns:a16="http://schemas.microsoft.com/office/drawing/2014/main" id="{4E94DD8B-C248-3634-C893-BF584E2CA33B}"/>
                </a:ext>
              </a:extLst>
            </p:cNvPr>
            <p:cNvSpPr>
              <a:spLocks noChangeArrowheads="1"/>
            </p:cNvSpPr>
            <p:nvPr/>
          </p:nvSpPr>
          <p:spPr bwMode="auto">
            <a:xfrm>
              <a:off x="1782763" y="1847850"/>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AutoShape 3">
              <a:extLst>
                <a:ext uri="{FF2B5EF4-FFF2-40B4-BE49-F238E27FC236}">
                  <a16:creationId xmlns:a16="http://schemas.microsoft.com/office/drawing/2014/main" id="{BFBA2CDD-71B6-F713-3E87-344BCC6A5B4F}"/>
                </a:ext>
              </a:extLst>
            </p:cNvPr>
            <p:cNvSpPr>
              <a:spLocks noChangeShapeType="1"/>
            </p:cNvSpPr>
            <p:nvPr/>
          </p:nvSpPr>
          <p:spPr bwMode="auto">
            <a:xfrm flipV="1">
              <a:off x="2127250" y="1924050"/>
              <a:ext cx="120650" cy="476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Box 2">
              <a:extLst>
                <a:ext uri="{FF2B5EF4-FFF2-40B4-BE49-F238E27FC236}">
                  <a16:creationId xmlns:a16="http://schemas.microsoft.com/office/drawing/2014/main" id="{C8BFA7E1-6D81-D4BA-537D-8360B3F1F598}"/>
                </a:ext>
              </a:extLst>
            </p:cNvPr>
            <p:cNvSpPr txBox="1">
              <a:spLocks noChangeArrowheads="1"/>
            </p:cNvSpPr>
            <p:nvPr/>
          </p:nvSpPr>
          <p:spPr bwMode="auto">
            <a:xfrm>
              <a:off x="2247900" y="1814513"/>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8" name="Rectangle 10">
              <a:extLst>
                <a:ext uri="{FF2B5EF4-FFF2-40B4-BE49-F238E27FC236}">
                  <a16:creationId xmlns:a16="http://schemas.microsoft.com/office/drawing/2014/main" id="{E0B57756-DAD7-6BF8-8811-5C92D240B9D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Rectangle 13">
              <a:extLst>
                <a:ext uri="{FF2B5EF4-FFF2-40B4-BE49-F238E27FC236}">
                  <a16:creationId xmlns:a16="http://schemas.microsoft.com/office/drawing/2014/main" id="{55BAA234-F747-AD54-29A0-B81A9183C036}"/>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6" name="Group 45">
            <a:extLst>
              <a:ext uri="{FF2B5EF4-FFF2-40B4-BE49-F238E27FC236}">
                <a16:creationId xmlns:a16="http://schemas.microsoft.com/office/drawing/2014/main" id="{E39155C1-6089-1343-5231-A1472D9D12E3}"/>
              </a:ext>
            </a:extLst>
          </p:cNvPr>
          <p:cNvGrpSpPr/>
          <p:nvPr/>
        </p:nvGrpSpPr>
        <p:grpSpPr>
          <a:xfrm>
            <a:off x="5496376" y="3106804"/>
            <a:ext cx="12277725" cy="2760663"/>
            <a:chOff x="-85725" y="0"/>
            <a:chExt cx="12277725" cy="2760663"/>
          </a:xfrm>
        </p:grpSpPr>
        <p:pic>
          <p:nvPicPr>
            <p:cNvPr id="16398" name="Picture 34">
              <a:extLst>
                <a:ext uri="{FF2B5EF4-FFF2-40B4-BE49-F238E27FC236}">
                  <a16:creationId xmlns:a16="http://schemas.microsoft.com/office/drawing/2014/main" id="{A894C660-6B0F-803F-E4DC-655DA4B36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511175"/>
              <a:ext cx="6188075" cy="2249488"/>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22">
              <a:extLst>
                <a:ext uri="{FF2B5EF4-FFF2-40B4-BE49-F238E27FC236}">
                  <a16:creationId xmlns:a16="http://schemas.microsoft.com/office/drawing/2014/main" id="{D978C923-A69C-EAC9-02FD-A6622C981F23}"/>
                </a:ext>
              </a:extLst>
            </p:cNvPr>
            <p:cNvSpPr>
              <a:spLocks noChangeArrowheads="1"/>
            </p:cNvSpPr>
            <p:nvPr/>
          </p:nvSpPr>
          <p:spPr bwMode="auto">
            <a:xfrm>
              <a:off x="5786438" y="1612900"/>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AutoShape 21">
              <a:extLst>
                <a:ext uri="{FF2B5EF4-FFF2-40B4-BE49-F238E27FC236}">
                  <a16:creationId xmlns:a16="http://schemas.microsoft.com/office/drawing/2014/main" id="{69690761-6B73-7BFD-C145-4962E40E6B50}"/>
                </a:ext>
              </a:extLst>
            </p:cNvPr>
            <p:cNvSpPr>
              <a:spLocks noChangeShapeType="1"/>
            </p:cNvSpPr>
            <p:nvPr/>
          </p:nvSpPr>
          <p:spPr bwMode="auto">
            <a:xfrm flipV="1">
              <a:off x="6053138" y="151765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Box 20">
              <a:extLst>
                <a:ext uri="{FF2B5EF4-FFF2-40B4-BE49-F238E27FC236}">
                  <a16:creationId xmlns:a16="http://schemas.microsoft.com/office/drawing/2014/main" id="{B6A3F717-F338-B92E-DC78-9E2400E0E773}"/>
                </a:ext>
              </a:extLst>
            </p:cNvPr>
            <p:cNvSpPr txBox="1">
              <a:spLocks noChangeArrowheads="1"/>
            </p:cNvSpPr>
            <p:nvPr/>
          </p:nvSpPr>
          <p:spPr bwMode="auto">
            <a:xfrm>
              <a:off x="6027738" y="1231900"/>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35" name="Picture 34">
              <a:extLst>
                <a:ext uri="{FF2B5EF4-FFF2-40B4-BE49-F238E27FC236}">
                  <a16:creationId xmlns:a16="http://schemas.microsoft.com/office/drawing/2014/main" id="{A86349D1-79D8-AD20-F0D7-63B2151A76E8}"/>
                </a:ext>
              </a:extLst>
            </p:cNvPr>
            <p:cNvPicPr>
              <a:picLocks noChangeAspect="1"/>
            </p:cNvPicPr>
            <p:nvPr/>
          </p:nvPicPr>
          <p:blipFill>
            <a:blip r:embed="rId4"/>
            <a:stretch>
              <a:fillRect/>
            </a:stretch>
          </p:blipFill>
          <p:spPr bwMode="auto">
            <a:xfrm>
              <a:off x="1944168" y="832485"/>
              <a:ext cx="3560445" cy="1256030"/>
            </a:xfrm>
            <a:prstGeom prst="rect">
              <a:avLst/>
            </a:prstGeom>
            <a:ln>
              <a:noFill/>
            </a:ln>
            <a:effectLst>
              <a:outerShdw blurRad="292100" dist="139700" dir="2700000" algn="tl" rotWithShape="0">
                <a:srgbClr val="333333">
                  <a:alpha val="65000"/>
                </a:srgbClr>
              </a:outerShdw>
            </a:effectLst>
          </p:spPr>
        </p:pic>
        <p:sp>
          <p:nvSpPr>
            <p:cNvPr id="36" name="AutoShape 18">
              <a:extLst>
                <a:ext uri="{FF2B5EF4-FFF2-40B4-BE49-F238E27FC236}">
                  <a16:creationId xmlns:a16="http://schemas.microsoft.com/office/drawing/2014/main" id="{D7E72780-2B66-C5CC-FBBB-412FA3C48B9A}"/>
                </a:ext>
              </a:extLst>
            </p:cNvPr>
            <p:cNvSpPr>
              <a:spLocks noChangeArrowheads="1"/>
            </p:cNvSpPr>
            <p:nvPr/>
          </p:nvSpPr>
          <p:spPr bwMode="auto">
            <a:xfrm rot="20250796" flipH="1">
              <a:off x="5427663" y="1831975"/>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Rectangle 17">
              <a:extLst>
                <a:ext uri="{FF2B5EF4-FFF2-40B4-BE49-F238E27FC236}">
                  <a16:creationId xmlns:a16="http://schemas.microsoft.com/office/drawing/2014/main" id="{C502E215-2C6C-8C7F-79F8-CB7B7EF24636}"/>
                </a:ext>
              </a:extLst>
            </p:cNvPr>
            <p:cNvSpPr>
              <a:spLocks noChangeArrowheads="1"/>
            </p:cNvSpPr>
            <p:nvPr/>
          </p:nvSpPr>
          <p:spPr bwMode="auto">
            <a:xfrm>
              <a:off x="2127250" y="1733550"/>
              <a:ext cx="3444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AutoShape 16">
              <a:extLst>
                <a:ext uri="{FF2B5EF4-FFF2-40B4-BE49-F238E27FC236}">
                  <a16:creationId xmlns:a16="http://schemas.microsoft.com/office/drawing/2014/main" id="{3889BC23-D91C-580A-0743-AECDB477458A}"/>
                </a:ext>
              </a:extLst>
            </p:cNvPr>
            <p:cNvSpPr>
              <a:spLocks noChangeShapeType="1"/>
            </p:cNvSpPr>
            <p:nvPr/>
          </p:nvSpPr>
          <p:spPr bwMode="auto">
            <a:xfrm flipV="1">
              <a:off x="2473325" y="1789113"/>
              <a:ext cx="120650" cy="476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Box 15">
              <a:extLst>
                <a:ext uri="{FF2B5EF4-FFF2-40B4-BE49-F238E27FC236}">
                  <a16:creationId xmlns:a16="http://schemas.microsoft.com/office/drawing/2014/main" id="{775ED2DB-AC33-4EB5-9A3F-A52D800800B7}"/>
                </a:ext>
              </a:extLst>
            </p:cNvPr>
            <p:cNvSpPr txBox="1">
              <a:spLocks noChangeArrowheads="1"/>
            </p:cNvSpPr>
            <p:nvPr/>
          </p:nvSpPr>
          <p:spPr bwMode="auto">
            <a:xfrm>
              <a:off x="2593975" y="167957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4" name="Rectangle 23">
              <a:extLst>
                <a:ext uri="{FF2B5EF4-FFF2-40B4-BE49-F238E27FC236}">
                  <a16:creationId xmlns:a16="http://schemas.microsoft.com/office/drawing/2014/main" id="{4A906C08-38D6-50F5-FCAD-24B17FAB814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Rectangle 26">
              <a:extLst>
                <a:ext uri="{FF2B5EF4-FFF2-40B4-BE49-F238E27FC236}">
                  <a16:creationId xmlns:a16="http://schemas.microsoft.com/office/drawing/2014/main" id="{22804729-50A2-8799-9404-7B781C2A688D}"/>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655580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192697"/>
            <a:ext cx="4179346" cy="52309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Terms, Taxes and Charges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terms, taxes and charges tab</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save button once done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rPr>
              <a:t>Proforma Invoice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proforma invoice tab</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generate proforma invoice, click generate proforma inv button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Fill in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save button once done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1" name="Group 20">
            <a:extLst>
              <a:ext uri="{FF2B5EF4-FFF2-40B4-BE49-F238E27FC236}">
                <a16:creationId xmlns:a16="http://schemas.microsoft.com/office/drawing/2014/main" id="{468A2D25-4CB4-5C34-9F06-055EA36121AC}"/>
              </a:ext>
            </a:extLst>
          </p:cNvPr>
          <p:cNvGrpSpPr/>
          <p:nvPr/>
        </p:nvGrpSpPr>
        <p:grpSpPr>
          <a:xfrm>
            <a:off x="5574554" y="628135"/>
            <a:ext cx="12277725" cy="2812666"/>
            <a:chOff x="-85725" y="0"/>
            <a:chExt cx="12277725" cy="2812666"/>
          </a:xfrm>
        </p:grpSpPr>
        <p:pic>
          <p:nvPicPr>
            <p:cNvPr id="17409" name="Picture 34">
              <a:extLst>
                <a:ext uri="{FF2B5EF4-FFF2-40B4-BE49-F238E27FC236}">
                  <a16:creationId xmlns:a16="http://schemas.microsoft.com/office/drawing/2014/main" id="{7BDD6D50-B1E1-F905-29C5-3E3807D21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511175"/>
              <a:ext cx="6188075" cy="22494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9">
              <a:extLst>
                <a:ext uri="{FF2B5EF4-FFF2-40B4-BE49-F238E27FC236}">
                  <a16:creationId xmlns:a16="http://schemas.microsoft.com/office/drawing/2014/main" id="{94AB81B6-E155-ED5E-3649-EAA0A41FF667}"/>
                </a:ext>
              </a:extLst>
            </p:cNvPr>
            <p:cNvSpPr>
              <a:spLocks noChangeArrowheads="1"/>
            </p:cNvSpPr>
            <p:nvPr/>
          </p:nvSpPr>
          <p:spPr bwMode="auto">
            <a:xfrm>
              <a:off x="5786438" y="1612900"/>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AutoShape 8">
              <a:extLst>
                <a:ext uri="{FF2B5EF4-FFF2-40B4-BE49-F238E27FC236}">
                  <a16:creationId xmlns:a16="http://schemas.microsoft.com/office/drawing/2014/main" id="{818AC7DB-E114-27AA-6E8D-CDE597F79578}"/>
                </a:ext>
              </a:extLst>
            </p:cNvPr>
            <p:cNvSpPr>
              <a:spLocks noChangeShapeType="1"/>
            </p:cNvSpPr>
            <p:nvPr/>
          </p:nvSpPr>
          <p:spPr bwMode="auto">
            <a:xfrm flipV="1">
              <a:off x="6053138" y="151765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Box 7">
              <a:extLst>
                <a:ext uri="{FF2B5EF4-FFF2-40B4-BE49-F238E27FC236}">
                  <a16:creationId xmlns:a16="http://schemas.microsoft.com/office/drawing/2014/main" id="{A9EFD45C-A887-5030-9BA7-C08DEF5E9D2D}"/>
                </a:ext>
              </a:extLst>
            </p:cNvPr>
            <p:cNvSpPr txBox="1">
              <a:spLocks noChangeArrowheads="1"/>
            </p:cNvSpPr>
            <p:nvPr/>
          </p:nvSpPr>
          <p:spPr bwMode="auto">
            <a:xfrm>
              <a:off x="6027738" y="1231900"/>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8" name="Picture 7">
              <a:extLst>
                <a:ext uri="{FF2B5EF4-FFF2-40B4-BE49-F238E27FC236}">
                  <a16:creationId xmlns:a16="http://schemas.microsoft.com/office/drawing/2014/main" id="{17CCCF8B-D9B5-0D38-6A5B-36CA6F54E521}"/>
                </a:ext>
              </a:extLst>
            </p:cNvPr>
            <p:cNvPicPr>
              <a:picLocks noChangeAspect="1"/>
            </p:cNvPicPr>
            <p:nvPr/>
          </p:nvPicPr>
          <p:blipFill>
            <a:blip r:embed="rId3"/>
            <a:stretch>
              <a:fillRect/>
            </a:stretch>
          </p:blipFill>
          <p:spPr bwMode="auto">
            <a:xfrm>
              <a:off x="2279523" y="834006"/>
              <a:ext cx="3176905" cy="1978660"/>
            </a:xfrm>
            <a:prstGeom prst="rect">
              <a:avLst/>
            </a:prstGeom>
            <a:ln>
              <a:noFill/>
            </a:ln>
            <a:effectLst>
              <a:outerShdw blurRad="292100" dist="139700" dir="2700000" algn="tl" rotWithShape="0">
                <a:srgbClr val="333333">
                  <a:alpha val="65000"/>
                </a:srgbClr>
              </a:outerShdw>
            </a:effectLst>
          </p:spPr>
        </p:pic>
        <p:sp>
          <p:nvSpPr>
            <p:cNvPr id="9" name="AutoShape 5">
              <a:extLst>
                <a:ext uri="{FF2B5EF4-FFF2-40B4-BE49-F238E27FC236}">
                  <a16:creationId xmlns:a16="http://schemas.microsoft.com/office/drawing/2014/main" id="{7BB19ADD-91BB-A28D-B00F-507572B145E9}"/>
                </a:ext>
              </a:extLst>
            </p:cNvPr>
            <p:cNvSpPr>
              <a:spLocks noChangeArrowheads="1"/>
            </p:cNvSpPr>
            <p:nvPr/>
          </p:nvSpPr>
          <p:spPr bwMode="auto">
            <a:xfrm rot="20250796" flipH="1">
              <a:off x="5427663" y="1831975"/>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4">
              <a:extLst>
                <a:ext uri="{FF2B5EF4-FFF2-40B4-BE49-F238E27FC236}">
                  <a16:creationId xmlns:a16="http://schemas.microsoft.com/office/drawing/2014/main" id="{3B85B317-5FFF-1AF2-3B35-14DD291CCD38}"/>
                </a:ext>
              </a:extLst>
            </p:cNvPr>
            <p:cNvSpPr>
              <a:spLocks noChangeArrowheads="1"/>
            </p:cNvSpPr>
            <p:nvPr/>
          </p:nvSpPr>
          <p:spPr bwMode="auto">
            <a:xfrm>
              <a:off x="2413733" y="2503366"/>
              <a:ext cx="3444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AutoShape 3">
              <a:extLst>
                <a:ext uri="{FF2B5EF4-FFF2-40B4-BE49-F238E27FC236}">
                  <a16:creationId xmlns:a16="http://schemas.microsoft.com/office/drawing/2014/main" id="{2DFAD31B-F34C-21D0-3FCB-288053AFC52E}"/>
                </a:ext>
              </a:extLst>
            </p:cNvPr>
            <p:cNvSpPr>
              <a:spLocks noChangeShapeType="1"/>
            </p:cNvSpPr>
            <p:nvPr/>
          </p:nvSpPr>
          <p:spPr bwMode="auto">
            <a:xfrm flipV="1">
              <a:off x="2767013" y="2576513"/>
              <a:ext cx="120650" cy="476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Box 2">
              <a:extLst>
                <a:ext uri="{FF2B5EF4-FFF2-40B4-BE49-F238E27FC236}">
                  <a16:creationId xmlns:a16="http://schemas.microsoft.com/office/drawing/2014/main" id="{8A7CF374-9920-18C9-AFE0-370327DE332C}"/>
                </a:ext>
              </a:extLst>
            </p:cNvPr>
            <p:cNvSpPr txBox="1">
              <a:spLocks noChangeArrowheads="1"/>
            </p:cNvSpPr>
            <p:nvPr/>
          </p:nvSpPr>
          <p:spPr bwMode="auto">
            <a:xfrm>
              <a:off x="2887663" y="2466975"/>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Rectangle 10">
              <a:extLst>
                <a:ext uri="{FF2B5EF4-FFF2-40B4-BE49-F238E27FC236}">
                  <a16:creationId xmlns:a16="http://schemas.microsoft.com/office/drawing/2014/main" id="{A82ED3F6-C7FF-B09D-417A-EA4944A8DBB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Rectangle 13">
              <a:extLst>
                <a:ext uri="{FF2B5EF4-FFF2-40B4-BE49-F238E27FC236}">
                  <a16:creationId xmlns:a16="http://schemas.microsoft.com/office/drawing/2014/main" id="{E806F82E-6919-C190-1CBB-68BAB2926192}"/>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3" name="Group 52">
            <a:extLst>
              <a:ext uri="{FF2B5EF4-FFF2-40B4-BE49-F238E27FC236}">
                <a16:creationId xmlns:a16="http://schemas.microsoft.com/office/drawing/2014/main" id="{A0546CB5-BD10-0E6A-E9F6-B94D20C4A7A4}"/>
              </a:ext>
            </a:extLst>
          </p:cNvPr>
          <p:cNvGrpSpPr/>
          <p:nvPr/>
        </p:nvGrpSpPr>
        <p:grpSpPr>
          <a:xfrm>
            <a:off x="5382304" y="3407801"/>
            <a:ext cx="12277725" cy="2847975"/>
            <a:chOff x="-85725" y="0"/>
            <a:chExt cx="12277725" cy="2847975"/>
          </a:xfrm>
        </p:grpSpPr>
        <p:pic>
          <p:nvPicPr>
            <p:cNvPr id="17422" name="Picture 34">
              <a:extLst>
                <a:ext uri="{FF2B5EF4-FFF2-40B4-BE49-F238E27FC236}">
                  <a16:creationId xmlns:a16="http://schemas.microsoft.com/office/drawing/2014/main" id="{5B93525F-529B-2E5C-BEB7-3B53F06440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596900"/>
              <a:ext cx="6186488" cy="2251075"/>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5">
              <a:extLst>
                <a:ext uri="{FF2B5EF4-FFF2-40B4-BE49-F238E27FC236}">
                  <a16:creationId xmlns:a16="http://schemas.microsoft.com/office/drawing/2014/main" id="{228E2FCC-B24B-1A51-337D-2F79B487F26E}"/>
                </a:ext>
              </a:extLst>
            </p:cNvPr>
            <p:cNvSpPr>
              <a:spLocks noChangeArrowheads="1"/>
            </p:cNvSpPr>
            <p:nvPr/>
          </p:nvSpPr>
          <p:spPr bwMode="auto">
            <a:xfrm>
              <a:off x="5786438" y="2165350"/>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AutoShape 24">
              <a:extLst>
                <a:ext uri="{FF2B5EF4-FFF2-40B4-BE49-F238E27FC236}">
                  <a16:creationId xmlns:a16="http://schemas.microsoft.com/office/drawing/2014/main" id="{88234E2A-69BC-04DF-48E3-26F54C230A1D}"/>
                </a:ext>
              </a:extLst>
            </p:cNvPr>
            <p:cNvSpPr>
              <a:spLocks noChangeShapeType="1"/>
            </p:cNvSpPr>
            <p:nvPr/>
          </p:nvSpPr>
          <p:spPr bwMode="auto">
            <a:xfrm flipV="1">
              <a:off x="6053138" y="207010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Box 23">
              <a:extLst>
                <a:ext uri="{FF2B5EF4-FFF2-40B4-BE49-F238E27FC236}">
                  <a16:creationId xmlns:a16="http://schemas.microsoft.com/office/drawing/2014/main" id="{538F4199-EB4A-73E4-D6D4-CB4EDC62B363}"/>
                </a:ext>
              </a:extLst>
            </p:cNvPr>
            <p:cNvSpPr txBox="1">
              <a:spLocks noChangeArrowheads="1"/>
            </p:cNvSpPr>
            <p:nvPr/>
          </p:nvSpPr>
          <p:spPr bwMode="auto">
            <a:xfrm>
              <a:off x="6027738" y="1784350"/>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37" name="Picture 36">
              <a:extLst>
                <a:ext uri="{FF2B5EF4-FFF2-40B4-BE49-F238E27FC236}">
                  <a16:creationId xmlns:a16="http://schemas.microsoft.com/office/drawing/2014/main" id="{7306014A-A583-281C-3506-F28892A9D654}"/>
                </a:ext>
              </a:extLst>
            </p:cNvPr>
            <p:cNvPicPr>
              <a:picLocks noChangeAspect="1"/>
            </p:cNvPicPr>
            <p:nvPr/>
          </p:nvPicPr>
          <p:blipFill>
            <a:blip r:embed="rId4"/>
            <a:stretch>
              <a:fillRect/>
            </a:stretch>
          </p:blipFill>
          <p:spPr bwMode="auto">
            <a:xfrm>
              <a:off x="-73152" y="1519873"/>
              <a:ext cx="5796280" cy="681355"/>
            </a:xfrm>
            <a:prstGeom prst="rect">
              <a:avLst/>
            </a:prstGeom>
            <a:ln>
              <a:noFill/>
            </a:ln>
            <a:effectLst>
              <a:outerShdw blurRad="292100" dist="139700" dir="2700000" algn="tl" rotWithShape="0">
                <a:srgbClr val="333333">
                  <a:alpha val="65000"/>
                </a:srgbClr>
              </a:outerShdw>
            </a:effectLst>
          </p:spPr>
        </p:pic>
        <p:sp>
          <p:nvSpPr>
            <p:cNvPr id="38" name="AutoShape 21">
              <a:extLst>
                <a:ext uri="{FF2B5EF4-FFF2-40B4-BE49-F238E27FC236}">
                  <a16:creationId xmlns:a16="http://schemas.microsoft.com/office/drawing/2014/main" id="{3C4863DE-670F-F8E3-C459-70D7EB992ABD}"/>
                </a:ext>
              </a:extLst>
            </p:cNvPr>
            <p:cNvSpPr>
              <a:spLocks noChangeArrowheads="1"/>
            </p:cNvSpPr>
            <p:nvPr/>
          </p:nvSpPr>
          <p:spPr bwMode="auto">
            <a:xfrm rot="1538715" flipH="1">
              <a:off x="5335588" y="2224088"/>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Rectangle 20">
              <a:extLst>
                <a:ext uri="{FF2B5EF4-FFF2-40B4-BE49-F238E27FC236}">
                  <a16:creationId xmlns:a16="http://schemas.microsoft.com/office/drawing/2014/main" id="{DE9AB879-B797-28E4-2045-27BB7E3C739F}"/>
                </a:ext>
              </a:extLst>
            </p:cNvPr>
            <p:cNvSpPr>
              <a:spLocks noChangeArrowheads="1"/>
            </p:cNvSpPr>
            <p:nvPr/>
          </p:nvSpPr>
          <p:spPr bwMode="auto">
            <a:xfrm>
              <a:off x="38100" y="1994755"/>
              <a:ext cx="742950"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AutoShape 19">
              <a:extLst>
                <a:ext uri="{FF2B5EF4-FFF2-40B4-BE49-F238E27FC236}">
                  <a16:creationId xmlns:a16="http://schemas.microsoft.com/office/drawing/2014/main" id="{8C3820BF-AF87-42AA-01BC-6561348D93C5}"/>
                </a:ext>
              </a:extLst>
            </p:cNvPr>
            <p:cNvSpPr>
              <a:spLocks noChangeShapeType="1"/>
            </p:cNvSpPr>
            <p:nvPr/>
          </p:nvSpPr>
          <p:spPr bwMode="auto">
            <a:xfrm flipV="1">
              <a:off x="781050" y="2041525"/>
              <a:ext cx="120650" cy="476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Box 18">
              <a:extLst>
                <a:ext uri="{FF2B5EF4-FFF2-40B4-BE49-F238E27FC236}">
                  <a16:creationId xmlns:a16="http://schemas.microsoft.com/office/drawing/2014/main" id="{EDA6F280-E60E-193E-F19D-08624F57B34E}"/>
                </a:ext>
              </a:extLst>
            </p:cNvPr>
            <p:cNvSpPr txBox="1">
              <a:spLocks noChangeArrowheads="1"/>
            </p:cNvSpPr>
            <p:nvPr/>
          </p:nvSpPr>
          <p:spPr bwMode="auto">
            <a:xfrm>
              <a:off x="901700" y="193040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Rectangle 17">
              <a:extLst>
                <a:ext uri="{FF2B5EF4-FFF2-40B4-BE49-F238E27FC236}">
                  <a16:creationId xmlns:a16="http://schemas.microsoft.com/office/drawing/2014/main" id="{90309923-CAED-5E0D-B6A7-786D25AD3552}"/>
                </a:ext>
              </a:extLst>
            </p:cNvPr>
            <p:cNvSpPr>
              <a:spLocks noChangeArrowheads="1"/>
            </p:cNvSpPr>
            <p:nvPr/>
          </p:nvSpPr>
          <p:spPr bwMode="auto">
            <a:xfrm>
              <a:off x="1905976" y="1988526"/>
              <a:ext cx="290513"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AutoShape 16">
              <a:extLst>
                <a:ext uri="{FF2B5EF4-FFF2-40B4-BE49-F238E27FC236}">
                  <a16:creationId xmlns:a16="http://schemas.microsoft.com/office/drawing/2014/main" id="{58A0782D-DA02-A5CD-A8B1-1B64C002EFAA}"/>
                </a:ext>
              </a:extLst>
            </p:cNvPr>
            <p:cNvSpPr>
              <a:spLocks noChangeShapeType="1"/>
            </p:cNvSpPr>
            <p:nvPr/>
          </p:nvSpPr>
          <p:spPr bwMode="auto">
            <a:xfrm flipV="1">
              <a:off x="2171700" y="2017713"/>
              <a:ext cx="120650" cy="476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Box 15">
              <a:extLst>
                <a:ext uri="{FF2B5EF4-FFF2-40B4-BE49-F238E27FC236}">
                  <a16:creationId xmlns:a16="http://schemas.microsoft.com/office/drawing/2014/main" id="{29E26A4A-6B8C-5EBF-58BC-77B9BD5846AA}"/>
                </a:ext>
              </a:extLst>
            </p:cNvPr>
            <p:cNvSpPr txBox="1">
              <a:spLocks noChangeArrowheads="1"/>
            </p:cNvSpPr>
            <p:nvPr/>
          </p:nvSpPr>
          <p:spPr bwMode="auto">
            <a:xfrm>
              <a:off x="2292350" y="190817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1" name="Rectangle 26">
              <a:extLst>
                <a:ext uri="{FF2B5EF4-FFF2-40B4-BE49-F238E27FC236}">
                  <a16:creationId xmlns:a16="http://schemas.microsoft.com/office/drawing/2014/main" id="{B800B87B-8CAB-FAC9-AA2D-3598485701B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Rectangle 30">
              <a:extLst>
                <a:ext uri="{FF2B5EF4-FFF2-40B4-BE49-F238E27FC236}">
                  <a16:creationId xmlns:a16="http://schemas.microsoft.com/office/drawing/2014/main" id="{6AFFEF64-DA79-6934-7BCD-3C84B0068F3C}"/>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589686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2813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192697"/>
            <a:ext cx="4179346" cy="566530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Calibri" panose="020F0502020204030204" pitchFamily="34" charset="0"/>
                <a:cs typeface="Times New Roman" panose="02020603050405020304" pitchFamily="18" charset="0"/>
              </a:rPr>
              <a:t>Call Log Entry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call log invoice tab</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add new button to add new logs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End call before adding new call log. To end call, fill contact person, call type and notes.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save button to save the data encoded.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end call button to fill end time.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600" b="1" i="0" u="none" strike="noStrike" kern="1200" cap="none" spc="0" normalizeH="0" baseline="0" noProof="0" dirty="0">
                <a:ln>
                  <a:noFill/>
                </a:ln>
                <a:solidFill>
                  <a:srgbClr val="00863D"/>
                </a:solidFill>
                <a:effectLst/>
                <a:uLnTx/>
                <a:uFillTx/>
                <a:latin typeface="Calibri" panose="020F0502020204030204"/>
                <a:ea typeface="Times New Roman" panose="02020603050405020304" pitchFamily="18" charset="0"/>
                <a:cs typeface="Times New Roman" panose="02020603050405020304" pitchFamily="18" charset="0"/>
              </a:rPr>
              <a:t>Attachment Tab</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maximize arrow to view the call log invoice tab</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add document button</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Once you click the add document button, a dialog box of upload documents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upload files, follow ‘how to upload document”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1" name="Group 40">
            <a:extLst>
              <a:ext uri="{FF2B5EF4-FFF2-40B4-BE49-F238E27FC236}">
                <a16:creationId xmlns:a16="http://schemas.microsoft.com/office/drawing/2014/main" id="{BDCFEF60-B2ED-1382-0F41-09E6C0C703B8}"/>
              </a:ext>
            </a:extLst>
          </p:cNvPr>
          <p:cNvGrpSpPr/>
          <p:nvPr/>
        </p:nvGrpSpPr>
        <p:grpSpPr>
          <a:xfrm>
            <a:off x="5374888" y="477110"/>
            <a:ext cx="12277725" cy="2847975"/>
            <a:chOff x="-85725" y="0"/>
            <a:chExt cx="12277725" cy="2847975"/>
          </a:xfrm>
        </p:grpSpPr>
        <p:pic>
          <p:nvPicPr>
            <p:cNvPr id="18433" name="Picture 34">
              <a:extLst>
                <a:ext uri="{FF2B5EF4-FFF2-40B4-BE49-F238E27FC236}">
                  <a16:creationId xmlns:a16="http://schemas.microsoft.com/office/drawing/2014/main" id="{0C8B8F14-837A-C302-9591-ED1AA1B62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596900"/>
              <a:ext cx="6186488" cy="225107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5">
              <a:extLst>
                <a:ext uri="{FF2B5EF4-FFF2-40B4-BE49-F238E27FC236}">
                  <a16:creationId xmlns:a16="http://schemas.microsoft.com/office/drawing/2014/main" id="{7E861B75-1906-9AB8-0407-955DDE329793}"/>
                </a:ext>
              </a:extLst>
            </p:cNvPr>
            <p:cNvSpPr>
              <a:spLocks noChangeArrowheads="1"/>
            </p:cNvSpPr>
            <p:nvPr/>
          </p:nvSpPr>
          <p:spPr bwMode="auto">
            <a:xfrm>
              <a:off x="5786438" y="2384915"/>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AutoShape 14">
              <a:extLst>
                <a:ext uri="{FF2B5EF4-FFF2-40B4-BE49-F238E27FC236}">
                  <a16:creationId xmlns:a16="http://schemas.microsoft.com/office/drawing/2014/main" id="{7F2174BC-DF60-A617-7BA7-DC99E3ED5475}"/>
                </a:ext>
              </a:extLst>
            </p:cNvPr>
            <p:cNvSpPr>
              <a:spLocks noChangeShapeType="1"/>
            </p:cNvSpPr>
            <p:nvPr/>
          </p:nvSpPr>
          <p:spPr bwMode="auto">
            <a:xfrm flipV="1">
              <a:off x="6053138" y="2272081"/>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Box 13">
              <a:extLst>
                <a:ext uri="{FF2B5EF4-FFF2-40B4-BE49-F238E27FC236}">
                  <a16:creationId xmlns:a16="http://schemas.microsoft.com/office/drawing/2014/main" id="{FC62BB0F-E76D-3391-9001-22DB23670B4F}"/>
                </a:ext>
              </a:extLst>
            </p:cNvPr>
            <p:cNvSpPr txBox="1">
              <a:spLocks noChangeArrowheads="1"/>
            </p:cNvSpPr>
            <p:nvPr/>
          </p:nvSpPr>
          <p:spPr bwMode="auto">
            <a:xfrm>
              <a:off x="6027738" y="1986331"/>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18" name="Picture 17">
              <a:extLst>
                <a:ext uri="{FF2B5EF4-FFF2-40B4-BE49-F238E27FC236}">
                  <a16:creationId xmlns:a16="http://schemas.microsoft.com/office/drawing/2014/main" id="{C0A56D20-771D-A79A-85B9-53F9BC043C8D}"/>
                </a:ext>
              </a:extLst>
            </p:cNvPr>
            <p:cNvPicPr>
              <a:picLocks noChangeAspect="1"/>
            </p:cNvPicPr>
            <p:nvPr/>
          </p:nvPicPr>
          <p:blipFill>
            <a:blip r:embed="rId3"/>
            <a:stretch>
              <a:fillRect/>
            </a:stretch>
          </p:blipFill>
          <p:spPr bwMode="auto">
            <a:xfrm>
              <a:off x="855408" y="1601470"/>
              <a:ext cx="4807585" cy="1029335"/>
            </a:xfrm>
            <a:prstGeom prst="rect">
              <a:avLst/>
            </a:prstGeom>
            <a:ln>
              <a:noFill/>
            </a:ln>
            <a:effectLst>
              <a:outerShdw blurRad="292100" dist="139700" dir="2700000" algn="tl" rotWithShape="0">
                <a:srgbClr val="333333">
                  <a:alpha val="65000"/>
                </a:srgbClr>
              </a:outerShdw>
            </a:effectLst>
          </p:spPr>
        </p:pic>
        <p:sp>
          <p:nvSpPr>
            <p:cNvPr id="25" name="AutoShape 11">
              <a:extLst>
                <a:ext uri="{FF2B5EF4-FFF2-40B4-BE49-F238E27FC236}">
                  <a16:creationId xmlns:a16="http://schemas.microsoft.com/office/drawing/2014/main" id="{C5E3BA48-403E-01E4-C604-7E2D4CD6BD4F}"/>
                </a:ext>
              </a:extLst>
            </p:cNvPr>
            <p:cNvSpPr>
              <a:spLocks noChangeArrowheads="1"/>
            </p:cNvSpPr>
            <p:nvPr/>
          </p:nvSpPr>
          <p:spPr bwMode="auto">
            <a:xfrm rot="1538715" flipH="1">
              <a:off x="5283200" y="2398713"/>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AutoShape 10">
              <a:extLst>
                <a:ext uri="{FF2B5EF4-FFF2-40B4-BE49-F238E27FC236}">
                  <a16:creationId xmlns:a16="http://schemas.microsoft.com/office/drawing/2014/main" id="{648155CE-0E00-F6F2-BC91-08E4F876F639}"/>
                </a:ext>
              </a:extLst>
            </p:cNvPr>
            <p:cNvSpPr>
              <a:spLocks noChangeShapeType="1"/>
            </p:cNvSpPr>
            <p:nvPr/>
          </p:nvSpPr>
          <p:spPr bwMode="auto">
            <a:xfrm flipV="1">
              <a:off x="4749800" y="179705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Box 9">
              <a:extLst>
                <a:ext uri="{FF2B5EF4-FFF2-40B4-BE49-F238E27FC236}">
                  <a16:creationId xmlns:a16="http://schemas.microsoft.com/office/drawing/2014/main" id="{C83218C4-262D-8F96-20C5-AECB41D583DE}"/>
                </a:ext>
              </a:extLst>
            </p:cNvPr>
            <p:cNvSpPr txBox="1">
              <a:spLocks noChangeArrowheads="1"/>
            </p:cNvSpPr>
            <p:nvPr/>
          </p:nvSpPr>
          <p:spPr bwMode="auto">
            <a:xfrm>
              <a:off x="4724400" y="151130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8" name="AutoShape 8">
              <a:extLst>
                <a:ext uri="{FF2B5EF4-FFF2-40B4-BE49-F238E27FC236}">
                  <a16:creationId xmlns:a16="http://schemas.microsoft.com/office/drawing/2014/main" id="{4B29039E-801C-32DA-4355-662680E5907F}"/>
                </a:ext>
              </a:extLst>
            </p:cNvPr>
            <p:cNvSpPr>
              <a:spLocks noChangeShapeType="1"/>
            </p:cNvSpPr>
            <p:nvPr/>
          </p:nvSpPr>
          <p:spPr bwMode="auto">
            <a:xfrm flipV="1">
              <a:off x="5308600" y="179705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Box 7">
              <a:extLst>
                <a:ext uri="{FF2B5EF4-FFF2-40B4-BE49-F238E27FC236}">
                  <a16:creationId xmlns:a16="http://schemas.microsoft.com/office/drawing/2014/main" id="{41C8FC6A-D266-95D8-9611-D63B367720AB}"/>
                </a:ext>
              </a:extLst>
            </p:cNvPr>
            <p:cNvSpPr txBox="1">
              <a:spLocks noChangeArrowheads="1"/>
            </p:cNvSpPr>
            <p:nvPr/>
          </p:nvSpPr>
          <p:spPr bwMode="auto">
            <a:xfrm>
              <a:off x="5283200" y="151130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0" name="Rectangle 6">
              <a:extLst>
                <a:ext uri="{FF2B5EF4-FFF2-40B4-BE49-F238E27FC236}">
                  <a16:creationId xmlns:a16="http://schemas.microsoft.com/office/drawing/2014/main" id="{F86C257E-F326-9F23-2E1F-62EA054184AF}"/>
                </a:ext>
              </a:extLst>
            </p:cNvPr>
            <p:cNvSpPr>
              <a:spLocks noChangeArrowheads="1"/>
            </p:cNvSpPr>
            <p:nvPr/>
          </p:nvSpPr>
          <p:spPr bwMode="auto">
            <a:xfrm>
              <a:off x="4741984" y="1932352"/>
              <a:ext cx="4206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Rectangle 5">
              <a:extLst>
                <a:ext uri="{FF2B5EF4-FFF2-40B4-BE49-F238E27FC236}">
                  <a16:creationId xmlns:a16="http://schemas.microsoft.com/office/drawing/2014/main" id="{A4B4EB64-36CB-B76C-C91D-3BCFE7605AE3}"/>
                </a:ext>
              </a:extLst>
            </p:cNvPr>
            <p:cNvSpPr>
              <a:spLocks noChangeArrowheads="1"/>
            </p:cNvSpPr>
            <p:nvPr/>
          </p:nvSpPr>
          <p:spPr bwMode="auto">
            <a:xfrm>
              <a:off x="5190271" y="1932352"/>
              <a:ext cx="4206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4">
              <a:extLst>
                <a:ext uri="{FF2B5EF4-FFF2-40B4-BE49-F238E27FC236}">
                  <a16:creationId xmlns:a16="http://schemas.microsoft.com/office/drawing/2014/main" id="{2D66253C-89B4-E6BE-31AC-A276DC65131C}"/>
                </a:ext>
              </a:extLst>
            </p:cNvPr>
            <p:cNvSpPr>
              <a:spLocks noChangeArrowheads="1"/>
            </p:cNvSpPr>
            <p:nvPr/>
          </p:nvSpPr>
          <p:spPr bwMode="auto">
            <a:xfrm>
              <a:off x="1199417" y="2165593"/>
              <a:ext cx="131763"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AutoShape 3">
              <a:extLst>
                <a:ext uri="{FF2B5EF4-FFF2-40B4-BE49-F238E27FC236}">
                  <a16:creationId xmlns:a16="http://schemas.microsoft.com/office/drawing/2014/main" id="{C53CC954-B5C0-55FC-9BE0-8629BC2686D3}"/>
                </a:ext>
              </a:extLst>
            </p:cNvPr>
            <p:cNvSpPr>
              <a:spLocks noChangeShapeType="1"/>
            </p:cNvSpPr>
            <p:nvPr/>
          </p:nvSpPr>
          <p:spPr bwMode="auto">
            <a:xfrm flipV="1">
              <a:off x="1216025" y="201295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Box 2">
              <a:extLst>
                <a:ext uri="{FF2B5EF4-FFF2-40B4-BE49-F238E27FC236}">
                  <a16:creationId xmlns:a16="http://schemas.microsoft.com/office/drawing/2014/main" id="{6077A6D0-D088-B2DE-24D7-F3D85A198659}"/>
                </a:ext>
              </a:extLst>
            </p:cNvPr>
            <p:cNvSpPr txBox="1">
              <a:spLocks noChangeArrowheads="1"/>
            </p:cNvSpPr>
            <p:nvPr/>
          </p:nvSpPr>
          <p:spPr bwMode="auto">
            <a:xfrm>
              <a:off x="1190625" y="172720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6" name="Rectangle 16">
              <a:extLst>
                <a:ext uri="{FF2B5EF4-FFF2-40B4-BE49-F238E27FC236}">
                  <a16:creationId xmlns:a16="http://schemas.microsoft.com/office/drawing/2014/main" id="{F295840D-8471-902B-306D-35880ED7F22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Rectangle 21">
              <a:extLst>
                <a:ext uri="{FF2B5EF4-FFF2-40B4-BE49-F238E27FC236}">
                  <a16:creationId xmlns:a16="http://schemas.microsoft.com/office/drawing/2014/main" id="{4D4CDB17-47BC-B34A-92C6-BB1E3970C953}"/>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2" name="Group 61">
            <a:extLst>
              <a:ext uri="{FF2B5EF4-FFF2-40B4-BE49-F238E27FC236}">
                <a16:creationId xmlns:a16="http://schemas.microsoft.com/office/drawing/2014/main" id="{38804471-385F-DA18-4BA5-C70981CC9B19}"/>
              </a:ext>
            </a:extLst>
          </p:cNvPr>
          <p:cNvGrpSpPr/>
          <p:nvPr/>
        </p:nvGrpSpPr>
        <p:grpSpPr>
          <a:xfrm>
            <a:off x="5472658" y="3285305"/>
            <a:ext cx="12252325" cy="2868371"/>
            <a:chOff x="-60325" y="0"/>
            <a:chExt cx="12252325" cy="2868371"/>
          </a:xfrm>
        </p:grpSpPr>
        <p:pic>
          <p:nvPicPr>
            <p:cNvPr id="18454" name="Picture 34">
              <a:extLst>
                <a:ext uri="{FF2B5EF4-FFF2-40B4-BE49-F238E27FC236}">
                  <a16:creationId xmlns:a16="http://schemas.microsoft.com/office/drawing/2014/main" id="{9EC0E8DA-26BA-73C5-70D7-ABB9C13004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 y="496888"/>
              <a:ext cx="6184900" cy="225107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FF2B5EF4-FFF2-40B4-BE49-F238E27FC236}">
                  <a16:creationId xmlns:a16="http://schemas.microsoft.com/office/drawing/2014/main" id="{9502F41B-7DBE-4026-46F9-90E6700ECBBF}"/>
                </a:ext>
              </a:extLst>
            </p:cNvPr>
            <p:cNvPicPr>
              <a:picLocks noChangeAspect="1"/>
            </p:cNvPicPr>
            <p:nvPr/>
          </p:nvPicPr>
          <p:blipFill>
            <a:blip r:embed="rId4"/>
            <a:srcRect/>
            <a:stretch>
              <a:fillRect/>
            </a:stretch>
          </p:blipFill>
          <p:spPr bwMode="auto">
            <a:xfrm>
              <a:off x="979487" y="1190624"/>
              <a:ext cx="4895850" cy="1371600"/>
            </a:xfrm>
            <a:prstGeom prst="rect">
              <a:avLst/>
            </a:prstGeom>
            <a:ln>
              <a:noFill/>
            </a:ln>
            <a:effectLst>
              <a:outerShdw blurRad="292100" dist="139700" dir="2700000" algn="tl" rotWithShape="0">
                <a:srgbClr val="333333">
                  <a:alpha val="65000"/>
                </a:srgbClr>
              </a:outerShdw>
            </a:effectLst>
          </p:spPr>
        </p:pic>
        <p:sp>
          <p:nvSpPr>
            <p:cNvPr id="44" name="Rectangle 32">
              <a:extLst>
                <a:ext uri="{FF2B5EF4-FFF2-40B4-BE49-F238E27FC236}">
                  <a16:creationId xmlns:a16="http://schemas.microsoft.com/office/drawing/2014/main" id="{3942BAA8-2E40-1615-C30F-195B5CA1191B}"/>
                </a:ext>
              </a:extLst>
            </p:cNvPr>
            <p:cNvSpPr>
              <a:spLocks noChangeArrowheads="1"/>
            </p:cNvSpPr>
            <p:nvPr/>
          </p:nvSpPr>
          <p:spPr bwMode="auto">
            <a:xfrm>
              <a:off x="5786438" y="2459187"/>
              <a:ext cx="344487"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AutoShape 31">
              <a:extLst>
                <a:ext uri="{FF2B5EF4-FFF2-40B4-BE49-F238E27FC236}">
                  <a16:creationId xmlns:a16="http://schemas.microsoft.com/office/drawing/2014/main" id="{F4B2ACDB-4D9C-575C-86D9-57296FD77AAF}"/>
                </a:ext>
              </a:extLst>
            </p:cNvPr>
            <p:cNvSpPr>
              <a:spLocks noChangeShapeType="1"/>
            </p:cNvSpPr>
            <p:nvPr/>
          </p:nvSpPr>
          <p:spPr bwMode="auto">
            <a:xfrm flipV="1">
              <a:off x="6053138" y="2344009"/>
              <a:ext cx="50800" cy="10318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Box 30">
              <a:extLst>
                <a:ext uri="{FF2B5EF4-FFF2-40B4-BE49-F238E27FC236}">
                  <a16:creationId xmlns:a16="http://schemas.microsoft.com/office/drawing/2014/main" id="{B0D89318-1D81-0D4C-EB46-950B539B0B4A}"/>
                </a:ext>
              </a:extLst>
            </p:cNvPr>
            <p:cNvSpPr txBox="1">
              <a:spLocks noChangeArrowheads="1"/>
            </p:cNvSpPr>
            <p:nvPr/>
          </p:nvSpPr>
          <p:spPr bwMode="auto">
            <a:xfrm>
              <a:off x="6027738" y="2058259"/>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4" name="AutoShape 29">
              <a:extLst>
                <a:ext uri="{FF2B5EF4-FFF2-40B4-BE49-F238E27FC236}">
                  <a16:creationId xmlns:a16="http://schemas.microsoft.com/office/drawing/2014/main" id="{5F928BCB-C533-3E65-B0B8-9E4723F69697}"/>
                </a:ext>
              </a:extLst>
            </p:cNvPr>
            <p:cNvSpPr>
              <a:spLocks noChangeArrowheads="1"/>
            </p:cNvSpPr>
            <p:nvPr/>
          </p:nvSpPr>
          <p:spPr bwMode="auto">
            <a:xfrm rot="1538715" flipH="1">
              <a:off x="5283200" y="2508250"/>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460" name="Picture 466">
              <a:extLst>
                <a:ext uri="{FF2B5EF4-FFF2-40B4-BE49-F238E27FC236}">
                  <a16:creationId xmlns:a16="http://schemas.microsoft.com/office/drawing/2014/main" id="{F299DC4D-B4EB-0E15-9750-9BD4292BE6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7725" y="1609725"/>
              <a:ext cx="1752600" cy="1228725"/>
            </a:xfrm>
            <a:prstGeom prst="rect">
              <a:avLst/>
            </a:prstGeom>
            <a:noFill/>
            <a:effectLst>
              <a:outerShdw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55" name="Rectangle 27">
              <a:extLst>
                <a:ext uri="{FF2B5EF4-FFF2-40B4-BE49-F238E27FC236}">
                  <a16:creationId xmlns:a16="http://schemas.microsoft.com/office/drawing/2014/main" id="{631DBB14-A1B4-351E-688F-C15832EC1E33}"/>
                </a:ext>
              </a:extLst>
            </p:cNvPr>
            <p:cNvSpPr>
              <a:spLocks noChangeArrowheads="1"/>
            </p:cNvSpPr>
            <p:nvPr/>
          </p:nvSpPr>
          <p:spPr bwMode="auto">
            <a:xfrm>
              <a:off x="5175493" y="1638912"/>
              <a:ext cx="649288"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AutoShape 26">
              <a:extLst>
                <a:ext uri="{FF2B5EF4-FFF2-40B4-BE49-F238E27FC236}">
                  <a16:creationId xmlns:a16="http://schemas.microsoft.com/office/drawing/2014/main" id="{154755CA-3841-4AF1-61DE-F26CB74F4AE8}"/>
                </a:ext>
              </a:extLst>
            </p:cNvPr>
            <p:cNvSpPr>
              <a:spLocks noChangeArrowheads="1"/>
            </p:cNvSpPr>
            <p:nvPr/>
          </p:nvSpPr>
          <p:spPr bwMode="auto">
            <a:xfrm rot="832617" flipH="1">
              <a:off x="5051425" y="1798638"/>
              <a:ext cx="231775" cy="92075"/>
            </a:xfrm>
            <a:prstGeom prst="curvedUpArrow">
              <a:avLst>
                <a:gd name="adj1" fmla="val 29624"/>
                <a:gd name="adj2" fmla="val 59225"/>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Box 25">
              <a:extLst>
                <a:ext uri="{FF2B5EF4-FFF2-40B4-BE49-F238E27FC236}">
                  <a16:creationId xmlns:a16="http://schemas.microsoft.com/office/drawing/2014/main" id="{91A116F0-318B-365B-FEE4-9A6F62A434F0}"/>
                </a:ext>
              </a:extLst>
            </p:cNvPr>
            <p:cNvSpPr txBox="1">
              <a:spLocks noChangeArrowheads="1"/>
            </p:cNvSpPr>
            <p:nvPr/>
          </p:nvSpPr>
          <p:spPr bwMode="auto">
            <a:xfrm>
              <a:off x="843809" y="1639646"/>
              <a:ext cx="2366115" cy="122872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buFontTx/>
                <a:buNone/>
                <a:tabLst>
                  <a:tab pos="203200" algn="l"/>
                </a:tabLst>
                <a:defRPr/>
              </a:pPr>
              <a:endPar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76213" marR="0" lvl="1"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upload document?</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12750" marR="0" lvl="1" indent="-1397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title of the document.</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12750" marR="0" lvl="1" indent="-1397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add button to add the chosen document to upload</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12750" marR="0" lvl="1" indent="-1397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upload button.</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412750" marR="0" lvl="1" indent="-139700"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If you want to add more document, click add document button and repeat steps 1 to #3</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8" name="AutoShape 24">
              <a:extLst>
                <a:ext uri="{FF2B5EF4-FFF2-40B4-BE49-F238E27FC236}">
                  <a16:creationId xmlns:a16="http://schemas.microsoft.com/office/drawing/2014/main" id="{ADF75959-A539-B5B2-D9C0-C85ADB4100DC}"/>
                </a:ext>
              </a:extLst>
            </p:cNvPr>
            <p:cNvSpPr>
              <a:spLocks noChangeShapeType="1"/>
            </p:cNvSpPr>
            <p:nvPr/>
          </p:nvSpPr>
          <p:spPr bwMode="auto">
            <a:xfrm flipV="1">
              <a:off x="5780699" y="1516676"/>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Box 23">
              <a:extLst>
                <a:ext uri="{FF2B5EF4-FFF2-40B4-BE49-F238E27FC236}">
                  <a16:creationId xmlns:a16="http://schemas.microsoft.com/office/drawing/2014/main" id="{97DE6807-F6A9-BFFF-8F50-CCC4D999D36E}"/>
                </a:ext>
              </a:extLst>
            </p:cNvPr>
            <p:cNvSpPr txBox="1">
              <a:spLocks noChangeArrowheads="1"/>
            </p:cNvSpPr>
            <p:nvPr/>
          </p:nvSpPr>
          <p:spPr bwMode="auto">
            <a:xfrm>
              <a:off x="5852013" y="127488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0" name="Rectangle 34">
              <a:extLst>
                <a:ext uri="{FF2B5EF4-FFF2-40B4-BE49-F238E27FC236}">
                  <a16:creationId xmlns:a16="http://schemas.microsoft.com/office/drawing/2014/main" id="{A012F991-C653-07F6-DB8C-B07C00D6B36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38">
              <a:extLst>
                <a:ext uri="{FF2B5EF4-FFF2-40B4-BE49-F238E27FC236}">
                  <a16:creationId xmlns:a16="http://schemas.microsoft.com/office/drawing/2014/main" id="{D4E3E285-3475-2366-9E82-A626DDAEF8B3}"/>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40215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941830"/>
            <a:ext cx="4179346" cy="37348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quotation – main window, search the quotation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quotation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quotation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4" name="Group 13">
            <a:extLst>
              <a:ext uri="{FF2B5EF4-FFF2-40B4-BE49-F238E27FC236}">
                <a16:creationId xmlns:a16="http://schemas.microsoft.com/office/drawing/2014/main" id="{6712199A-EE64-96D7-48A6-40A9F8192DE3}"/>
              </a:ext>
            </a:extLst>
          </p:cNvPr>
          <p:cNvGrpSpPr/>
          <p:nvPr/>
        </p:nvGrpSpPr>
        <p:grpSpPr>
          <a:xfrm>
            <a:off x="5617417" y="229169"/>
            <a:ext cx="12192000" cy="2873375"/>
            <a:chOff x="0" y="0"/>
            <a:chExt cx="12192000" cy="2873375"/>
          </a:xfrm>
        </p:grpSpPr>
        <p:pic>
          <p:nvPicPr>
            <p:cNvPr id="19457" name="Picture 1059">
              <a:extLst>
                <a:ext uri="{FF2B5EF4-FFF2-40B4-BE49-F238E27FC236}">
                  <a16:creationId xmlns:a16="http://schemas.microsoft.com/office/drawing/2014/main" id="{22ADB64E-8FD1-00CB-654A-4C7A9791F0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6134100" cy="241617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1003">
              <a:extLst>
                <a:ext uri="{FF2B5EF4-FFF2-40B4-BE49-F238E27FC236}">
                  <a16:creationId xmlns:a16="http://schemas.microsoft.com/office/drawing/2014/main" id="{4F6DDE6B-70AA-4235-D3A0-3790593448A2}"/>
                </a:ext>
              </a:extLst>
            </p:cNvPr>
            <p:cNvGrpSpPr>
              <a:grpSpLocks/>
            </p:cNvGrpSpPr>
            <p:nvPr/>
          </p:nvGrpSpPr>
          <p:grpSpPr bwMode="auto">
            <a:xfrm>
              <a:off x="137846" y="1852613"/>
              <a:ext cx="1357579" cy="247750"/>
              <a:chOff x="1184" y="285"/>
              <a:chExt cx="13579" cy="2477"/>
            </a:xfrm>
          </p:grpSpPr>
          <p:sp>
            <p:nvSpPr>
              <p:cNvPr id="6" name="Rectangle 1004">
                <a:extLst>
                  <a:ext uri="{FF2B5EF4-FFF2-40B4-BE49-F238E27FC236}">
                    <a16:creationId xmlns:a16="http://schemas.microsoft.com/office/drawing/2014/main" id="{FCBE93CE-B4E1-7C63-C666-7290528D64AD}"/>
                  </a:ext>
                </a:extLst>
              </p:cNvPr>
              <p:cNvSpPr>
                <a:spLocks noChangeArrowheads="1"/>
              </p:cNvSpPr>
              <p:nvPr/>
            </p:nvSpPr>
            <p:spPr bwMode="auto">
              <a:xfrm>
                <a:off x="1184" y="461"/>
                <a:ext cx="6461" cy="190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traight Arrow Connector 1005">
                <a:extLst>
                  <a:ext uri="{FF2B5EF4-FFF2-40B4-BE49-F238E27FC236}">
                    <a16:creationId xmlns:a16="http://schemas.microsoft.com/office/drawing/2014/main" id="{C2E3AECA-726F-2DC2-6569-E227F8A9B706}"/>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Box 1006">
                <a:extLst>
                  <a:ext uri="{FF2B5EF4-FFF2-40B4-BE49-F238E27FC236}">
                    <a16:creationId xmlns:a16="http://schemas.microsoft.com/office/drawing/2014/main" id="{A8578096-6421-2B37-CFF5-246A3AF860FB}"/>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9" name="Straight Arrow Connector 322">
              <a:extLst>
                <a:ext uri="{FF2B5EF4-FFF2-40B4-BE49-F238E27FC236}">
                  <a16:creationId xmlns:a16="http://schemas.microsoft.com/office/drawing/2014/main" id="{5199DDA5-13C2-1358-E86A-F442B8CE0D60}"/>
                </a:ext>
              </a:extLst>
            </p:cNvPr>
            <p:cNvSpPr>
              <a:spLocks noChangeShapeType="1"/>
            </p:cNvSpPr>
            <p:nvPr/>
          </p:nvSpPr>
          <p:spPr bwMode="auto">
            <a:xfrm flipV="1">
              <a:off x="5626100" y="596900"/>
              <a:ext cx="50800" cy="10318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7">
              <a:extLst>
                <a:ext uri="{FF2B5EF4-FFF2-40B4-BE49-F238E27FC236}">
                  <a16:creationId xmlns:a16="http://schemas.microsoft.com/office/drawing/2014/main" id="{873F94C4-E4DE-736B-C423-CEFE1FB7CED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9">
              <a:extLst>
                <a:ext uri="{FF2B5EF4-FFF2-40B4-BE49-F238E27FC236}">
                  <a16:creationId xmlns:a16="http://schemas.microsoft.com/office/drawing/2014/main" id="{420660C5-7C73-44B6-B32F-E509FFDBDA6F}"/>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Rectangle 10">
              <a:extLst>
                <a:ext uri="{FF2B5EF4-FFF2-40B4-BE49-F238E27FC236}">
                  <a16:creationId xmlns:a16="http://schemas.microsoft.com/office/drawing/2014/main" id="{EBD67638-110E-5268-6D65-ECE800830079}"/>
                </a:ext>
              </a:extLst>
            </p:cNvPr>
            <p:cNvSpPr>
              <a:spLocks noChangeArrowheads="1"/>
            </p:cNvSpPr>
            <p:nvPr/>
          </p:nvSpPr>
          <p:spPr bwMode="auto">
            <a:xfrm>
              <a:off x="0" y="2873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 name="TextBox 14">
            <a:extLst>
              <a:ext uri="{FF2B5EF4-FFF2-40B4-BE49-F238E27FC236}">
                <a16:creationId xmlns:a16="http://schemas.microsoft.com/office/drawing/2014/main" id="{07FC7E15-0FE8-701A-CEE8-3C7B7E76CFCA}"/>
              </a:ext>
            </a:extLst>
          </p:cNvPr>
          <p:cNvSpPr txBox="1"/>
          <p:nvPr/>
        </p:nvSpPr>
        <p:spPr>
          <a:xfrm>
            <a:off x="7671665" y="315302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Quotation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29" name="Group 28">
            <a:extLst>
              <a:ext uri="{FF2B5EF4-FFF2-40B4-BE49-F238E27FC236}">
                <a16:creationId xmlns:a16="http://schemas.microsoft.com/office/drawing/2014/main" id="{F6BA45DF-6F7C-DAB3-E6B2-3A5F13AE335C}"/>
              </a:ext>
            </a:extLst>
          </p:cNvPr>
          <p:cNvGrpSpPr/>
          <p:nvPr/>
        </p:nvGrpSpPr>
        <p:grpSpPr>
          <a:xfrm>
            <a:off x="5582492" y="3511944"/>
            <a:ext cx="12226925" cy="2381250"/>
            <a:chOff x="-34925" y="0"/>
            <a:chExt cx="12226925" cy="2381250"/>
          </a:xfrm>
        </p:grpSpPr>
        <p:pic>
          <p:nvPicPr>
            <p:cNvPr id="19467" name="Picture 1060">
              <a:extLst>
                <a:ext uri="{FF2B5EF4-FFF2-40B4-BE49-F238E27FC236}">
                  <a16:creationId xmlns:a16="http://schemas.microsoft.com/office/drawing/2014/main" id="{4D4E72C3-A237-8A69-05E1-78B3F8346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593725"/>
              <a:ext cx="6186488" cy="1787525"/>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013">
              <a:extLst>
                <a:ext uri="{FF2B5EF4-FFF2-40B4-BE49-F238E27FC236}">
                  <a16:creationId xmlns:a16="http://schemas.microsoft.com/office/drawing/2014/main" id="{E649BF00-A557-818E-3D3A-0964F45733FA}"/>
                </a:ext>
              </a:extLst>
            </p:cNvPr>
            <p:cNvGrpSpPr>
              <a:grpSpLocks/>
            </p:cNvGrpSpPr>
            <p:nvPr/>
          </p:nvGrpSpPr>
          <p:grpSpPr bwMode="auto">
            <a:xfrm>
              <a:off x="1314450" y="1249363"/>
              <a:ext cx="857250" cy="247650"/>
              <a:chOff x="6189" y="285"/>
              <a:chExt cx="8574" cy="2476"/>
            </a:xfrm>
          </p:grpSpPr>
          <p:sp>
            <p:nvSpPr>
              <p:cNvPr id="17" name="Rectangle 20">
                <a:extLst>
                  <a:ext uri="{FF2B5EF4-FFF2-40B4-BE49-F238E27FC236}">
                    <a16:creationId xmlns:a16="http://schemas.microsoft.com/office/drawing/2014/main" id="{7E1FDD84-AC91-50BE-19EF-A52C6C72D8BE}"/>
                  </a:ext>
                </a:extLst>
              </p:cNvPr>
              <p:cNvSpPr>
                <a:spLocks noChangeArrowheads="1"/>
              </p:cNvSpPr>
              <p:nvPr/>
            </p:nvSpPr>
            <p:spPr bwMode="auto">
              <a:xfrm>
                <a:off x="6189" y="603"/>
                <a:ext cx="1808" cy="171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AutoShape 19">
                <a:extLst>
                  <a:ext uri="{FF2B5EF4-FFF2-40B4-BE49-F238E27FC236}">
                    <a16:creationId xmlns:a16="http://schemas.microsoft.com/office/drawing/2014/main" id="{B5A108DD-DA56-2160-19E0-41B90A754426}"/>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Box 18">
                <a:extLst>
                  <a:ext uri="{FF2B5EF4-FFF2-40B4-BE49-F238E27FC236}">
                    <a16:creationId xmlns:a16="http://schemas.microsoft.com/office/drawing/2014/main" id="{325713C6-2022-FE70-C3DB-33B9AC9E51D2}"/>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20" name="Text Box 12">
              <a:extLst>
                <a:ext uri="{FF2B5EF4-FFF2-40B4-BE49-F238E27FC236}">
                  <a16:creationId xmlns:a16="http://schemas.microsoft.com/office/drawing/2014/main" id="{C131AC04-307F-F403-8389-415692A968F9}"/>
                </a:ext>
              </a:extLst>
            </p:cNvPr>
            <p:cNvSpPr txBox="1">
              <a:spLocks noChangeArrowheads="1"/>
            </p:cNvSpPr>
            <p:nvPr/>
          </p:nvSpPr>
          <p:spPr bwMode="auto">
            <a:xfrm>
              <a:off x="2209800" y="1243013"/>
              <a:ext cx="2301875" cy="8794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quotation transaction?</a:t>
              </a:r>
              <a:endParaRPr kumimoji="0" lang="en-PH"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tosearch.</a:t>
              </a:r>
              <a:endParaRPr kumimoji="0" lang="en-PH" altLang="en-US" sz="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tab pos="203200" algn="l"/>
                </a:tabLst>
                <a:defRPr/>
              </a:pPr>
              <a:r>
                <a:rPr kumimoji="0" lang="en-PH" alt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PH"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2" name="Text Box 1007">
              <a:extLst>
                <a:ext uri="{FF2B5EF4-FFF2-40B4-BE49-F238E27FC236}">
                  <a16:creationId xmlns:a16="http://schemas.microsoft.com/office/drawing/2014/main" id="{0C362254-594B-394F-0346-3113F851F37B}"/>
                </a:ext>
              </a:extLst>
            </p:cNvPr>
            <p:cNvSpPr txBox="1">
              <a:spLocks noChangeArrowheads="1"/>
            </p:cNvSpPr>
            <p:nvPr/>
          </p:nvSpPr>
          <p:spPr bwMode="auto">
            <a:xfrm>
              <a:off x="0" y="496888"/>
              <a:ext cx="1306513"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4" name="Rectangle 1014">
              <a:extLst>
                <a:ext uri="{FF2B5EF4-FFF2-40B4-BE49-F238E27FC236}">
                  <a16:creationId xmlns:a16="http://schemas.microsoft.com/office/drawing/2014/main" id="{DD8310C5-573C-378F-5E86-E81F21F02339}"/>
                </a:ext>
              </a:extLst>
            </p:cNvPr>
            <p:cNvSpPr>
              <a:spLocks noChangeArrowheads="1"/>
            </p:cNvSpPr>
            <p:nvPr/>
          </p:nvSpPr>
          <p:spPr bwMode="auto">
            <a:xfrm>
              <a:off x="4837113" y="1025525"/>
              <a:ext cx="341312" cy="1714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traight Arrow Connector 1015">
              <a:extLst>
                <a:ext uri="{FF2B5EF4-FFF2-40B4-BE49-F238E27FC236}">
                  <a16:creationId xmlns:a16="http://schemas.microsoft.com/office/drawing/2014/main" id="{6BCCC2AC-FAF9-8282-8F8B-AF289EADC098}"/>
                </a:ext>
              </a:extLst>
            </p:cNvPr>
            <p:cNvSpPr>
              <a:spLocks noChangeShapeType="1"/>
            </p:cNvSpPr>
            <p:nvPr/>
          </p:nvSpPr>
          <p:spPr bwMode="auto">
            <a:xfrm flipV="1">
              <a:off x="4837113" y="942975"/>
              <a:ext cx="231775" cy="6667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Box 1016">
              <a:extLst>
                <a:ext uri="{FF2B5EF4-FFF2-40B4-BE49-F238E27FC236}">
                  <a16:creationId xmlns:a16="http://schemas.microsoft.com/office/drawing/2014/main" id="{581565DB-2782-CC3C-4EBF-DB022128FC22}"/>
                </a:ext>
              </a:extLst>
            </p:cNvPr>
            <p:cNvSpPr txBox="1">
              <a:spLocks noChangeArrowheads="1"/>
            </p:cNvSpPr>
            <p:nvPr/>
          </p:nvSpPr>
          <p:spPr bwMode="auto">
            <a:xfrm>
              <a:off x="4886325" y="688975"/>
              <a:ext cx="336550"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Rectangle 21">
              <a:extLst>
                <a:ext uri="{FF2B5EF4-FFF2-40B4-BE49-F238E27FC236}">
                  <a16:creationId xmlns:a16="http://schemas.microsoft.com/office/drawing/2014/main" id="{5B161B54-D408-BC2E-3067-ABA0E339321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Rectangle 26">
              <a:extLst>
                <a:ext uri="{FF2B5EF4-FFF2-40B4-BE49-F238E27FC236}">
                  <a16:creationId xmlns:a16="http://schemas.microsoft.com/office/drawing/2014/main" id="{CD77F88D-DB41-76F5-7AD8-7EEEF41EBDF5}"/>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132929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941830"/>
            <a:ext cx="4179346" cy="37348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click save button in the upper side of the header.</a:t>
            </a:r>
          </a:p>
          <a:p>
            <a:pPr marL="457200" marR="0" lvl="0" indent="-228600" algn="l" defTabSz="914400" rtl="0" eaLnBrk="1" fontAlgn="auto" latinLnBrk="0" hangingPunct="1">
              <a:lnSpc>
                <a:spcPct val="115000"/>
              </a:lnSpc>
              <a:spcBef>
                <a:spcPts val="0"/>
              </a:spcBef>
              <a:spcAft>
                <a:spcPts val="0"/>
              </a:spcAft>
              <a:buClrTx/>
              <a:buSzTx/>
              <a:buFontTx/>
              <a:buAutoNum type="arabicPeriod" startAt="3"/>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quotation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457200" marR="0" lvl="0" indent="-228600" algn="l" defTabSz="914400" rtl="0" eaLnBrk="1" fontAlgn="auto" latinLnBrk="0" hangingPunct="1">
              <a:lnSpc>
                <a:spcPct val="115000"/>
              </a:lnSpc>
              <a:spcBef>
                <a:spcPts val="0"/>
              </a:spcBef>
              <a:spcAft>
                <a:spcPts val="0"/>
              </a:spcAft>
              <a:buClrTx/>
              <a:buSzTx/>
              <a:buFontTx/>
              <a:buAutoNum type="arabicPeriod" startAt="3"/>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edit other tab, open the tab and edit directly the information needed to be change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Then click save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startAt="3"/>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9456" name="Group 19455">
            <a:extLst>
              <a:ext uri="{FF2B5EF4-FFF2-40B4-BE49-F238E27FC236}">
                <a16:creationId xmlns:a16="http://schemas.microsoft.com/office/drawing/2014/main" id="{0B939652-D59A-B23C-F8FB-37BB6A3FF6C3}"/>
              </a:ext>
            </a:extLst>
          </p:cNvPr>
          <p:cNvGrpSpPr/>
          <p:nvPr/>
        </p:nvGrpSpPr>
        <p:grpSpPr>
          <a:xfrm>
            <a:off x="5096827" y="1160937"/>
            <a:ext cx="12558713" cy="3293904"/>
            <a:chOff x="-366713" y="0"/>
            <a:chExt cx="12558713" cy="3293904"/>
          </a:xfrm>
        </p:grpSpPr>
        <p:pic>
          <p:nvPicPr>
            <p:cNvPr id="20508" name="Picture 50">
              <a:extLst>
                <a:ext uri="{FF2B5EF4-FFF2-40B4-BE49-F238E27FC236}">
                  <a16:creationId xmlns:a16="http://schemas.microsoft.com/office/drawing/2014/main" id="{6CA5D03A-0B90-6422-A2E4-B3A126A5F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 y="733505"/>
              <a:ext cx="6188075" cy="140970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B8D6A953-D5F9-F14B-D067-76E5D7D6AE94}"/>
                </a:ext>
              </a:extLst>
            </p:cNvPr>
            <p:cNvPicPr>
              <a:picLocks noChangeAspect="1"/>
            </p:cNvPicPr>
            <p:nvPr/>
          </p:nvPicPr>
          <p:blipFill>
            <a:blip r:embed="rId3"/>
            <a:srcRect/>
            <a:stretch>
              <a:fillRect/>
            </a:stretch>
          </p:blipFill>
          <p:spPr bwMode="auto">
            <a:xfrm>
              <a:off x="158124" y="2404269"/>
              <a:ext cx="6189345" cy="889635"/>
            </a:xfrm>
            <a:prstGeom prst="rect">
              <a:avLst/>
            </a:prstGeom>
            <a:ln>
              <a:noFill/>
            </a:ln>
            <a:effectLst>
              <a:outerShdw blurRad="292100" dist="139700" dir="2700000" algn="tl" rotWithShape="0">
                <a:srgbClr val="333333">
                  <a:alpha val="65000"/>
                </a:srgbClr>
              </a:outerShdw>
            </a:effectLst>
          </p:spPr>
        </p:pic>
        <p:sp>
          <p:nvSpPr>
            <p:cNvPr id="49" name="Text Box 1019">
              <a:extLst>
                <a:ext uri="{FF2B5EF4-FFF2-40B4-BE49-F238E27FC236}">
                  <a16:creationId xmlns:a16="http://schemas.microsoft.com/office/drawing/2014/main" id="{710C455B-A29D-1065-8CF6-2CCE1D41CCBC}"/>
                </a:ext>
              </a:extLst>
            </p:cNvPr>
            <p:cNvSpPr txBox="1">
              <a:spLocks noChangeArrowheads="1"/>
            </p:cNvSpPr>
            <p:nvPr/>
          </p:nvSpPr>
          <p:spPr bwMode="auto">
            <a:xfrm>
              <a:off x="-366713" y="565150"/>
              <a:ext cx="914401"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STOCK</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0" name="Curved Left Arrow 1028">
              <a:extLst>
                <a:ext uri="{FF2B5EF4-FFF2-40B4-BE49-F238E27FC236}">
                  <a16:creationId xmlns:a16="http://schemas.microsoft.com/office/drawing/2014/main" id="{CBB0CDB2-01E5-FB81-F7D2-B4C0F2053D67}"/>
                </a:ext>
              </a:extLst>
            </p:cNvPr>
            <p:cNvSpPr>
              <a:spLocks noChangeArrowheads="1"/>
            </p:cNvSpPr>
            <p:nvPr/>
          </p:nvSpPr>
          <p:spPr bwMode="auto">
            <a:xfrm>
              <a:off x="3252797" y="2050415"/>
              <a:ext cx="344488" cy="593725"/>
            </a:xfrm>
            <a:prstGeom prst="curvedLeftArrow">
              <a:avLst>
                <a:gd name="adj1" fmla="val 24991"/>
                <a:gd name="adj2" fmla="val 49981"/>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Box 1027">
              <a:extLst>
                <a:ext uri="{FF2B5EF4-FFF2-40B4-BE49-F238E27FC236}">
                  <a16:creationId xmlns:a16="http://schemas.microsoft.com/office/drawing/2014/main" id="{E074E872-2670-14D8-5EF7-DEC9D7945B81}"/>
                </a:ext>
              </a:extLst>
            </p:cNvPr>
            <p:cNvSpPr txBox="1">
              <a:spLocks noChangeArrowheads="1"/>
            </p:cNvSpPr>
            <p:nvPr/>
          </p:nvSpPr>
          <p:spPr bwMode="auto">
            <a:xfrm>
              <a:off x="-115888" y="2444750"/>
              <a:ext cx="200026"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2" name="Rectangle 1022">
              <a:extLst>
                <a:ext uri="{FF2B5EF4-FFF2-40B4-BE49-F238E27FC236}">
                  <a16:creationId xmlns:a16="http://schemas.microsoft.com/office/drawing/2014/main" id="{377A8BD2-69FF-C5D9-49D7-933238A595B4}"/>
                </a:ext>
              </a:extLst>
            </p:cNvPr>
            <p:cNvSpPr>
              <a:spLocks noChangeArrowheads="1"/>
            </p:cNvSpPr>
            <p:nvPr/>
          </p:nvSpPr>
          <p:spPr bwMode="auto">
            <a:xfrm>
              <a:off x="111135" y="1737678"/>
              <a:ext cx="4897437" cy="415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 name="Group 1023">
              <a:extLst>
                <a:ext uri="{FF2B5EF4-FFF2-40B4-BE49-F238E27FC236}">
                  <a16:creationId xmlns:a16="http://schemas.microsoft.com/office/drawing/2014/main" id="{2BE099C2-5E1A-8F7F-9E29-210378AEF844}"/>
                </a:ext>
              </a:extLst>
            </p:cNvPr>
            <p:cNvGrpSpPr>
              <a:grpSpLocks/>
            </p:cNvGrpSpPr>
            <p:nvPr/>
          </p:nvGrpSpPr>
          <p:grpSpPr bwMode="auto">
            <a:xfrm>
              <a:off x="4127500" y="676275"/>
              <a:ext cx="1081088" cy="285750"/>
              <a:chOff x="1286" y="-1143"/>
              <a:chExt cx="10810" cy="2857"/>
            </a:xfrm>
          </p:grpSpPr>
          <p:sp>
            <p:nvSpPr>
              <p:cNvPr id="54" name="Rectangle 1024">
                <a:extLst>
                  <a:ext uri="{FF2B5EF4-FFF2-40B4-BE49-F238E27FC236}">
                    <a16:creationId xmlns:a16="http://schemas.microsoft.com/office/drawing/2014/main" id="{2E861D3C-2857-C874-15CA-7F083A475411}"/>
                  </a:ext>
                </a:extLst>
              </p:cNvPr>
              <p:cNvSpPr>
                <a:spLocks noChangeArrowheads="1"/>
              </p:cNvSpPr>
              <p:nvPr/>
            </p:nvSpPr>
            <p:spPr bwMode="auto">
              <a:xfrm>
                <a:off x="1286" y="-1142"/>
                <a:ext cx="6477" cy="28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traight Arrow Connector 1025">
                <a:extLst>
                  <a:ext uri="{FF2B5EF4-FFF2-40B4-BE49-F238E27FC236}">
                    <a16:creationId xmlns:a16="http://schemas.microsoft.com/office/drawing/2014/main" id="{7F39F506-4936-1872-9616-2F19BFA567F5}"/>
                  </a:ext>
                </a:extLst>
              </p:cNvPr>
              <p:cNvSpPr>
                <a:spLocks noChangeShapeType="1"/>
              </p:cNvSpPr>
              <p:nvPr/>
            </p:nvSpPr>
            <p:spPr bwMode="auto">
              <a:xfrm>
                <a:off x="8001" y="571"/>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Box 1026">
                <a:extLst>
                  <a:ext uri="{FF2B5EF4-FFF2-40B4-BE49-F238E27FC236}">
                    <a16:creationId xmlns:a16="http://schemas.microsoft.com/office/drawing/2014/main" id="{1AEAAA58-50FE-1C43-2C98-96F090664888}"/>
                  </a:ext>
                </a:extLst>
              </p:cNvPr>
              <p:cNvSpPr txBox="1">
                <a:spLocks noChangeArrowheads="1"/>
              </p:cNvSpPr>
              <p:nvPr/>
            </p:nvSpPr>
            <p:spPr bwMode="auto">
              <a:xfrm>
                <a:off x="10096" y="-1143"/>
                <a:ext cx="2000" cy="2476"/>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5</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58" name="Rectangle 36">
              <a:extLst>
                <a:ext uri="{FF2B5EF4-FFF2-40B4-BE49-F238E27FC236}">
                  <a16:creationId xmlns:a16="http://schemas.microsoft.com/office/drawing/2014/main" id="{8F3EC7D7-8906-DFE2-7721-087DA51F516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39">
              <a:extLst>
                <a:ext uri="{FF2B5EF4-FFF2-40B4-BE49-F238E27FC236}">
                  <a16:creationId xmlns:a16="http://schemas.microsoft.com/office/drawing/2014/main" id="{6E1ACA1C-433C-12DF-B0B8-817C27F8F70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0" name="Rectangle 40">
              <a:extLst>
                <a:ext uri="{FF2B5EF4-FFF2-40B4-BE49-F238E27FC236}">
                  <a16:creationId xmlns:a16="http://schemas.microsoft.com/office/drawing/2014/main" id="{55166A95-4F06-428C-FD37-B3C8B8B3F1D6}"/>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1">
              <a:extLst>
                <a:ext uri="{FF2B5EF4-FFF2-40B4-BE49-F238E27FC236}">
                  <a16:creationId xmlns:a16="http://schemas.microsoft.com/office/drawing/2014/main" id="{06A296E7-BC2E-4314-7C22-30249F26FC0D}"/>
                </a:ext>
              </a:extLst>
            </p:cNvPr>
            <p:cNvSpPr>
              <a:spLocks noChangeArrowheads="1"/>
            </p:cNvSpPr>
            <p:nvPr/>
          </p:nvSpPr>
          <p:spPr bwMode="auto">
            <a:xfrm>
              <a:off x="0" y="1866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2" name="Rectangle 44">
              <a:extLst>
                <a:ext uri="{FF2B5EF4-FFF2-40B4-BE49-F238E27FC236}">
                  <a16:creationId xmlns:a16="http://schemas.microsoft.com/office/drawing/2014/main" id="{C10513A6-6063-A39F-BDDF-CB6DF1308CE4}"/>
                </a:ext>
              </a:extLst>
            </p:cNvPr>
            <p:cNvSpPr>
              <a:spLocks noChangeArrowheads="1"/>
            </p:cNvSpPr>
            <p:nvPr/>
          </p:nvSpPr>
          <p:spPr bwMode="auto">
            <a:xfrm>
              <a:off x="0" y="1866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Rectangle 45">
              <a:extLst>
                <a:ext uri="{FF2B5EF4-FFF2-40B4-BE49-F238E27FC236}">
                  <a16:creationId xmlns:a16="http://schemas.microsoft.com/office/drawing/2014/main" id="{7FD4376D-5F37-C82C-603F-820B663A5C65}"/>
                </a:ext>
              </a:extLst>
            </p:cNvPr>
            <p:cNvSpPr>
              <a:spLocks noChangeArrowheads="1"/>
            </p:cNvSpPr>
            <p:nvPr/>
          </p:nvSpPr>
          <p:spPr bwMode="auto">
            <a:xfrm>
              <a:off x="0" y="32273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033925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Quotation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1941830"/>
            <a:ext cx="4179346" cy="326262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quotation – main window, search the transaction you want to delete.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quotation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A869B822-3A89-919B-3F87-5710182602F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5" name="TextBox 14">
            <a:extLst>
              <a:ext uri="{FF2B5EF4-FFF2-40B4-BE49-F238E27FC236}">
                <a16:creationId xmlns:a16="http://schemas.microsoft.com/office/drawing/2014/main" id="{07FC7E15-0FE8-701A-CEE8-3C7B7E76CFCA}"/>
              </a:ext>
            </a:extLst>
          </p:cNvPr>
          <p:cNvSpPr txBox="1"/>
          <p:nvPr/>
        </p:nvSpPr>
        <p:spPr>
          <a:xfrm>
            <a:off x="7671665" y="315302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Quotation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38" name="Group 37">
            <a:extLst>
              <a:ext uri="{FF2B5EF4-FFF2-40B4-BE49-F238E27FC236}">
                <a16:creationId xmlns:a16="http://schemas.microsoft.com/office/drawing/2014/main" id="{FD204486-59EE-9F6B-9C0F-DAADDE1C2F5B}"/>
              </a:ext>
            </a:extLst>
          </p:cNvPr>
          <p:cNvGrpSpPr/>
          <p:nvPr/>
        </p:nvGrpSpPr>
        <p:grpSpPr>
          <a:xfrm>
            <a:off x="5555822" y="642052"/>
            <a:ext cx="6157595" cy="2480945"/>
            <a:chOff x="3017202" y="2188527"/>
            <a:chExt cx="6157595" cy="2480945"/>
          </a:xfrm>
        </p:grpSpPr>
        <p:pic>
          <p:nvPicPr>
            <p:cNvPr id="34" name="Picture 33">
              <a:extLst>
                <a:ext uri="{FF2B5EF4-FFF2-40B4-BE49-F238E27FC236}">
                  <a16:creationId xmlns:a16="http://schemas.microsoft.com/office/drawing/2014/main" id="{506CA6B0-5E87-9CB0-C663-109BD915D23C}"/>
                </a:ext>
              </a:extLst>
            </p:cNvPr>
            <p:cNvPicPr>
              <a:picLocks noChangeAspect="1"/>
            </p:cNvPicPr>
            <p:nvPr/>
          </p:nvPicPr>
          <p:blipFill>
            <a:blip r:embed="rId2"/>
            <a:stretch>
              <a:fillRect/>
            </a:stretch>
          </p:blipFill>
          <p:spPr>
            <a:xfrm>
              <a:off x="3017202" y="2188527"/>
              <a:ext cx="6157595" cy="2480945"/>
            </a:xfrm>
            <a:prstGeom prst="rect">
              <a:avLst/>
            </a:prstGeom>
          </p:spPr>
        </p:pic>
        <p:pic>
          <p:nvPicPr>
            <p:cNvPr id="37" name="Picture 36">
              <a:extLst>
                <a:ext uri="{FF2B5EF4-FFF2-40B4-BE49-F238E27FC236}">
                  <a16:creationId xmlns:a16="http://schemas.microsoft.com/office/drawing/2014/main" id="{22F9F1F6-1EAE-FD47-3DDC-6C7298DD101E}"/>
                </a:ext>
              </a:extLst>
            </p:cNvPr>
            <p:cNvPicPr>
              <a:picLocks noChangeAspect="1"/>
            </p:cNvPicPr>
            <p:nvPr/>
          </p:nvPicPr>
          <p:blipFill>
            <a:blip r:embed="rId3"/>
            <a:stretch>
              <a:fillRect/>
            </a:stretch>
          </p:blipFill>
          <p:spPr>
            <a:xfrm>
              <a:off x="3121065" y="3616427"/>
              <a:ext cx="1487424" cy="259080"/>
            </a:xfrm>
            <a:prstGeom prst="rect">
              <a:avLst/>
            </a:prstGeom>
          </p:spPr>
        </p:pic>
      </p:grpSp>
      <p:grpSp>
        <p:nvGrpSpPr>
          <p:cNvPr id="21509" name="Group 21508">
            <a:extLst>
              <a:ext uri="{FF2B5EF4-FFF2-40B4-BE49-F238E27FC236}">
                <a16:creationId xmlns:a16="http://schemas.microsoft.com/office/drawing/2014/main" id="{4E75E166-23E9-5194-BCA7-0A427E6C81FE}"/>
              </a:ext>
            </a:extLst>
          </p:cNvPr>
          <p:cNvGrpSpPr/>
          <p:nvPr/>
        </p:nvGrpSpPr>
        <p:grpSpPr>
          <a:xfrm>
            <a:off x="5486400" y="3594437"/>
            <a:ext cx="12192000" cy="2571750"/>
            <a:chOff x="0" y="0"/>
            <a:chExt cx="12192000" cy="2571750"/>
          </a:xfrm>
        </p:grpSpPr>
        <p:pic>
          <p:nvPicPr>
            <p:cNvPr id="21526" name="Picture 1063">
              <a:extLst>
                <a:ext uri="{FF2B5EF4-FFF2-40B4-BE49-F238E27FC236}">
                  <a16:creationId xmlns:a16="http://schemas.microsoft.com/office/drawing/2014/main" id="{AB2907ED-F861-285C-AAA6-B7F28A6AA7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49" y="457200"/>
              <a:ext cx="6183313" cy="1657350"/>
            </a:xfrm>
            <a:prstGeom prst="rect">
              <a:avLst/>
            </a:prstGeom>
            <a:noFill/>
            <a:extLst>
              <a:ext uri="{909E8E84-426E-40DD-AFC4-6F175D3DCCD1}">
                <a14:hiddenFill xmlns:a14="http://schemas.microsoft.com/office/drawing/2010/main">
                  <a:solidFill>
                    <a:srgbClr val="FFFFFF"/>
                  </a:solidFill>
                </a14:hiddenFill>
              </a:ext>
            </a:extLst>
          </p:spPr>
        </p:pic>
        <p:grpSp>
          <p:nvGrpSpPr>
            <p:cNvPr id="54" name="Group 1037">
              <a:extLst>
                <a:ext uri="{FF2B5EF4-FFF2-40B4-BE49-F238E27FC236}">
                  <a16:creationId xmlns:a16="http://schemas.microsoft.com/office/drawing/2014/main" id="{53FDDA94-30E3-FD9E-4B2D-9648AC9A1339}"/>
                </a:ext>
              </a:extLst>
            </p:cNvPr>
            <p:cNvGrpSpPr>
              <a:grpSpLocks/>
            </p:cNvGrpSpPr>
            <p:nvPr/>
          </p:nvGrpSpPr>
          <p:grpSpPr bwMode="auto">
            <a:xfrm>
              <a:off x="1270000" y="746125"/>
              <a:ext cx="952500" cy="247650"/>
              <a:chOff x="5238" y="285"/>
              <a:chExt cx="9525" cy="2476"/>
            </a:xfrm>
          </p:grpSpPr>
          <p:sp>
            <p:nvSpPr>
              <p:cNvPr id="55" name="Rectangle 1038">
                <a:extLst>
                  <a:ext uri="{FF2B5EF4-FFF2-40B4-BE49-F238E27FC236}">
                    <a16:creationId xmlns:a16="http://schemas.microsoft.com/office/drawing/2014/main" id="{1EA6EF95-3FCD-55B1-F941-7A48C9D0A053}"/>
                  </a:ext>
                </a:extLst>
              </p:cNvPr>
              <p:cNvSpPr>
                <a:spLocks noChangeArrowheads="1"/>
              </p:cNvSpPr>
              <p:nvPr/>
            </p:nvSpPr>
            <p:spPr bwMode="auto">
              <a:xfrm>
                <a:off x="5238" y="285"/>
                <a:ext cx="2759" cy="184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traight Arrow Connector 1039">
                <a:extLst>
                  <a:ext uri="{FF2B5EF4-FFF2-40B4-BE49-F238E27FC236}">
                    <a16:creationId xmlns:a16="http://schemas.microsoft.com/office/drawing/2014/main" id="{256F6F37-059C-8DD8-8E16-9FB204945CB0}"/>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Box 1040">
                <a:extLst>
                  <a:ext uri="{FF2B5EF4-FFF2-40B4-BE49-F238E27FC236}">
                    <a16:creationId xmlns:a16="http://schemas.microsoft.com/office/drawing/2014/main" id="{CF553351-4B7E-56AE-099D-3C1D7712CE3F}"/>
                  </a:ext>
                </a:extLst>
              </p:cNvPr>
              <p:cNvSpPr txBox="1">
                <a:spLocks noChangeArrowheads="1"/>
              </p:cNvSpPr>
              <p:nvPr/>
            </p:nvSpPr>
            <p:spPr bwMode="auto">
              <a:xfrm>
                <a:off x="10096" y="285"/>
                <a:ext cx="4667"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58" name="Group 1041">
              <a:extLst>
                <a:ext uri="{FF2B5EF4-FFF2-40B4-BE49-F238E27FC236}">
                  <a16:creationId xmlns:a16="http://schemas.microsoft.com/office/drawing/2014/main" id="{B9ED2532-AE4C-B51A-2DF1-C8010A2826D2}"/>
                </a:ext>
              </a:extLst>
            </p:cNvPr>
            <p:cNvGrpSpPr>
              <a:grpSpLocks/>
            </p:cNvGrpSpPr>
            <p:nvPr/>
          </p:nvGrpSpPr>
          <p:grpSpPr bwMode="auto">
            <a:xfrm>
              <a:off x="2990850" y="487363"/>
              <a:ext cx="960438" cy="247650"/>
              <a:chOff x="4478" y="285"/>
              <a:chExt cx="8665" cy="2476"/>
            </a:xfrm>
          </p:grpSpPr>
          <p:sp>
            <p:nvSpPr>
              <p:cNvPr id="59" name="Rectangle 1042">
                <a:extLst>
                  <a:ext uri="{FF2B5EF4-FFF2-40B4-BE49-F238E27FC236}">
                    <a16:creationId xmlns:a16="http://schemas.microsoft.com/office/drawing/2014/main" id="{06386B22-F677-8FF9-639C-1E2FAEA1366C}"/>
                  </a:ext>
                </a:extLst>
              </p:cNvPr>
              <p:cNvSpPr>
                <a:spLocks noChangeArrowheads="1"/>
              </p:cNvSpPr>
              <p:nvPr/>
            </p:nvSpPr>
            <p:spPr bwMode="auto">
              <a:xfrm>
                <a:off x="4478" y="285"/>
                <a:ext cx="3518" cy="228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traight Arrow Connector 1043">
                <a:extLst>
                  <a:ext uri="{FF2B5EF4-FFF2-40B4-BE49-F238E27FC236}">
                    <a16:creationId xmlns:a16="http://schemas.microsoft.com/office/drawing/2014/main" id="{57E9C585-4710-1415-BFBD-35F947C02770}"/>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Box 1044">
                <a:extLst>
                  <a:ext uri="{FF2B5EF4-FFF2-40B4-BE49-F238E27FC236}">
                    <a16:creationId xmlns:a16="http://schemas.microsoft.com/office/drawing/2014/main" id="{E61653DB-5A51-619C-3875-BBD9850494C5}"/>
                  </a:ext>
                </a:extLst>
              </p:cNvPr>
              <p:cNvSpPr txBox="1">
                <a:spLocks noChangeArrowheads="1"/>
              </p:cNvSpPr>
              <p:nvPr/>
            </p:nvSpPr>
            <p:spPr bwMode="auto">
              <a:xfrm>
                <a:off x="10096" y="285"/>
                <a:ext cx="3048"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62" name="Text Box 32">
              <a:extLst>
                <a:ext uri="{FF2B5EF4-FFF2-40B4-BE49-F238E27FC236}">
                  <a16:creationId xmlns:a16="http://schemas.microsoft.com/office/drawing/2014/main" id="{FE9CA953-1635-FA81-9CB8-16502AE8DA32}"/>
                </a:ext>
              </a:extLst>
            </p:cNvPr>
            <p:cNvSpPr txBox="1">
              <a:spLocks noChangeArrowheads="1"/>
            </p:cNvSpPr>
            <p:nvPr/>
          </p:nvSpPr>
          <p:spPr bwMode="auto">
            <a:xfrm>
              <a:off x="1270000" y="1055688"/>
              <a:ext cx="2301875" cy="8794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03200" algn="l"/>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quotation transaction?</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 search.</a:t>
              </a:r>
              <a:endParaRPr kumimoji="0" lang="en-PH" altLang="en-US" sz="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28600" marR="0" lvl="0" indent="-141288" algn="l" defTabSz="914400" rtl="0" eaLnBrk="0" fontAlgn="base" latinLnBrk="0" hangingPunct="0">
                <a:lnSpc>
                  <a:spcPct val="100000"/>
                </a:lnSpc>
                <a:spcBef>
                  <a:spcPct val="0"/>
                </a:spcBef>
                <a:spcAft>
                  <a:spcPct val="0"/>
                </a:spcAft>
                <a:buClrTx/>
                <a:buSzTx/>
                <a:buFont typeface="+mj-lt"/>
                <a:buAutoNum type="arabicPeriod"/>
                <a:tabLst>
                  <a:tab pos="203200" algn="l"/>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delete</a:t>
              </a:r>
              <a:endParaRPr kumimoji="0" lang="en-PH"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3" name="Text Box 1045">
              <a:extLst>
                <a:ext uri="{FF2B5EF4-FFF2-40B4-BE49-F238E27FC236}">
                  <a16:creationId xmlns:a16="http://schemas.microsoft.com/office/drawing/2014/main" id="{F49FA765-8FB0-6105-E970-C2A64E956555}"/>
                </a:ext>
              </a:extLst>
            </p:cNvPr>
            <p:cNvSpPr txBox="1">
              <a:spLocks noChangeArrowheads="1"/>
            </p:cNvSpPr>
            <p:nvPr/>
          </p:nvSpPr>
          <p:spPr bwMode="auto">
            <a:xfrm>
              <a:off x="0" y="458788"/>
              <a:ext cx="1306513"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1504" name="Rectangle 33">
              <a:extLst>
                <a:ext uri="{FF2B5EF4-FFF2-40B4-BE49-F238E27FC236}">
                  <a16:creationId xmlns:a16="http://schemas.microsoft.com/office/drawing/2014/main" id="{3630729D-F7D1-4E34-CC7E-55D44500F36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06" name="Rectangle 38">
              <a:extLst>
                <a:ext uri="{FF2B5EF4-FFF2-40B4-BE49-F238E27FC236}">
                  <a16:creationId xmlns:a16="http://schemas.microsoft.com/office/drawing/2014/main" id="{FF048ACF-94F4-F1C5-3499-C7B98FBB019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07" name="Rectangle 39">
              <a:extLst>
                <a:ext uri="{FF2B5EF4-FFF2-40B4-BE49-F238E27FC236}">
                  <a16:creationId xmlns:a16="http://schemas.microsoft.com/office/drawing/2014/main" id="{AAAD835E-DB6D-FB40-8CD3-704A3F3B7451}"/>
                </a:ext>
              </a:extLst>
            </p:cNvPr>
            <p:cNvSpPr>
              <a:spLocks noChangeArrowheads="1"/>
            </p:cNvSpPr>
            <p:nvPr/>
          </p:nvSpPr>
          <p:spPr bwMode="auto">
            <a:xfrm>
              <a:off x="0" y="21145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510" name="TextBox 21509">
            <a:extLst>
              <a:ext uri="{FF2B5EF4-FFF2-40B4-BE49-F238E27FC236}">
                <a16:creationId xmlns:a16="http://schemas.microsoft.com/office/drawing/2014/main" id="{F2573BA0-44F2-1334-36CA-65DF370E6878}"/>
              </a:ext>
            </a:extLst>
          </p:cNvPr>
          <p:cNvSpPr txBox="1"/>
          <p:nvPr/>
        </p:nvSpPr>
        <p:spPr>
          <a:xfrm>
            <a:off x="7983269" y="585031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Quotation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09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5" name="TextBox 64">
            <a:extLst>
              <a:ext uri="{FF2B5EF4-FFF2-40B4-BE49-F238E27FC236}">
                <a16:creationId xmlns:a16="http://schemas.microsoft.com/office/drawing/2014/main" id="{E7777D04-D73F-74AB-C30B-7D3C9397264F}"/>
              </a:ext>
            </a:extLst>
          </p:cNvPr>
          <p:cNvSpPr txBox="1"/>
          <p:nvPr/>
        </p:nvSpPr>
        <p:spPr>
          <a:xfrm>
            <a:off x="3180497" y="15869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Slide Number Placeholder 2">
            <a:extLst>
              <a:ext uri="{FF2B5EF4-FFF2-40B4-BE49-F238E27FC236}">
                <a16:creationId xmlns:a16="http://schemas.microsoft.com/office/drawing/2014/main" id="{F59CB602-EEFF-E9A4-DE53-E17734D392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4FBD867-2E83-F8EE-BD76-84B5448A72E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Sales/ Quotation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7" name="Picture 6">
            <a:extLst>
              <a:ext uri="{FF2B5EF4-FFF2-40B4-BE49-F238E27FC236}">
                <a16:creationId xmlns:a16="http://schemas.microsoft.com/office/drawing/2014/main" id="{A54190E6-46FD-1D1B-3894-45F7ECEF2316}"/>
              </a:ext>
            </a:extLst>
          </p:cNvPr>
          <p:cNvPicPr>
            <a:picLocks noChangeAspect="1"/>
          </p:cNvPicPr>
          <p:nvPr/>
        </p:nvPicPr>
        <p:blipFill>
          <a:blip r:embed="rId3"/>
          <a:stretch>
            <a:fillRect/>
          </a:stretch>
        </p:blipFill>
        <p:spPr>
          <a:xfrm>
            <a:off x="3095969" y="1924339"/>
            <a:ext cx="6459511" cy="2804621"/>
          </a:xfrm>
          <a:prstGeom prst="rect">
            <a:avLst/>
          </a:prstGeom>
        </p:spPr>
      </p:pic>
    </p:spTree>
    <p:extLst>
      <p:ext uri="{BB962C8B-B14F-4D97-AF65-F5344CB8AC3E}">
        <p14:creationId xmlns:p14="http://schemas.microsoft.com/office/powerpoint/2010/main" val="32935289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1660</Words>
  <Application>Microsoft Office PowerPoint</Application>
  <PresentationFormat>Widescreen</PresentationFormat>
  <Paragraphs>414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2023-01-10T05:44:13Z</dcterms:created>
  <dcterms:modified xsi:type="dcterms:W3CDTF">2023-01-10T05:44:58Z</dcterms:modified>
</cp:coreProperties>
</file>