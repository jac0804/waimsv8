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7" r:id="rId2"/>
    <p:sldId id="298" r:id="rId3"/>
    <p:sldId id="299" r:id="rId4"/>
    <p:sldId id="300" r:id="rId5"/>
    <p:sldId id="304" r:id="rId6"/>
    <p:sldId id="302" r:id="rId7"/>
    <p:sldId id="30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12081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82091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366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49876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06477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4416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3483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91339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797937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642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4173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551264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834724" y="1981019"/>
            <a:ext cx="10818795"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MAIN/OUTSOURCE ITEMS</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the list of all items that a company offers in the market. </a:t>
            </a:r>
          </a:p>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The stock movement of item can be viewed in this module as well as other details related to item.</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655197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module under Masterfile, item list will display in the main window. </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465518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Slide Number Placeholder 9">
            <a:extLst>
              <a:ext uri="{FF2B5EF4-FFF2-40B4-BE49-F238E27FC236}">
                <a16:creationId xmlns:a16="http://schemas.microsoft.com/office/drawing/2014/main" id="{3644719B-BBFF-C753-20C8-9D8E5885EE9F}"/>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9FD25D74-45C3-6269-B32B-90AFFF10AB6F}"/>
              </a:ext>
            </a:extLst>
          </p:cNvPr>
          <p:cNvGrpSpPr/>
          <p:nvPr/>
        </p:nvGrpSpPr>
        <p:grpSpPr>
          <a:xfrm>
            <a:off x="5273566" y="2202820"/>
            <a:ext cx="6635429" cy="2257450"/>
            <a:chOff x="5273566" y="2202820"/>
            <a:chExt cx="6635429" cy="2257450"/>
          </a:xfrm>
        </p:grpSpPr>
        <p:pic>
          <p:nvPicPr>
            <p:cNvPr id="16" name="Picture 15">
              <a:extLst>
                <a:ext uri="{FF2B5EF4-FFF2-40B4-BE49-F238E27FC236}">
                  <a16:creationId xmlns:a16="http://schemas.microsoft.com/office/drawing/2014/main" id="{5455D218-4FEF-0FF8-DD11-2F3EA417B26B}"/>
                </a:ext>
              </a:extLst>
            </p:cNvPr>
            <p:cNvPicPr>
              <a:picLocks noChangeAspect="1"/>
            </p:cNvPicPr>
            <p:nvPr/>
          </p:nvPicPr>
          <p:blipFill>
            <a:blip r:embed="rId3"/>
            <a:stretch>
              <a:fillRect/>
            </a:stretch>
          </p:blipFill>
          <p:spPr>
            <a:xfrm>
              <a:off x="5273566" y="2202820"/>
              <a:ext cx="6635429" cy="2257450"/>
            </a:xfrm>
            <a:prstGeom prst="rect">
              <a:avLst/>
            </a:prstGeom>
          </p:spPr>
        </p:pic>
        <p:sp>
          <p:nvSpPr>
            <p:cNvPr id="13" name="Rectangle 12">
              <a:extLst>
                <a:ext uri="{FF2B5EF4-FFF2-40B4-BE49-F238E27FC236}">
                  <a16:creationId xmlns:a16="http://schemas.microsoft.com/office/drawing/2014/main" id="{A202F56F-55BB-D78F-4743-C50790057550}"/>
                </a:ext>
              </a:extLst>
            </p:cNvPr>
            <p:cNvSpPr/>
            <p:nvPr/>
          </p:nvSpPr>
          <p:spPr>
            <a:xfrm>
              <a:off x="5301327" y="3585840"/>
              <a:ext cx="864927" cy="1713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5E7AE43-3CE6-EDA1-1E37-7769D5D681AD}"/>
                </a:ext>
              </a:extLst>
            </p:cNvPr>
            <p:cNvSpPr/>
            <p:nvPr/>
          </p:nvSpPr>
          <p:spPr>
            <a:xfrm>
              <a:off x="6224587" y="2912105"/>
              <a:ext cx="5667128" cy="15392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E6297E2-ADFE-A416-4F6C-5657C5188B1C}"/>
                </a:ext>
              </a:extLst>
            </p:cNvPr>
            <p:cNvSpPr/>
            <p:nvPr/>
          </p:nvSpPr>
          <p:spPr>
            <a:xfrm>
              <a:off x="5273566" y="4250053"/>
              <a:ext cx="864927" cy="1713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567316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New Item?</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1"/>
            <a:ext cx="3914824" cy="434202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Main Window, you will notice a create button in the upper left of the window. Click the create button and you will be redirect in Main form.</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in the main window, you will be redirected in main form where you will encode the item other information.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above photo, fill in all the necessary details in the provided field.</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save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5EA9A617-B6AE-FF76-70FE-47A372450436}"/>
              </a:ext>
            </a:extLst>
          </p:cNvPr>
          <p:cNvSpPr txBox="1"/>
          <p:nvPr/>
        </p:nvSpPr>
        <p:spPr>
          <a:xfrm>
            <a:off x="7119936" y="607045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F40D8E87-70FD-F2B8-FCFC-0353D069DB09}"/>
              </a:ext>
            </a:extLst>
          </p:cNvPr>
          <p:cNvSpPr txBox="1"/>
          <p:nvPr/>
        </p:nvSpPr>
        <p:spPr>
          <a:xfrm>
            <a:off x="7119936" y="195820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Slide Number Placeholder 9">
            <a:extLst>
              <a:ext uri="{FF2B5EF4-FFF2-40B4-BE49-F238E27FC236}">
                <a16:creationId xmlns:a16="http://schemas.microsoft.com/office/drawing/2014/main" id="{32D80E78-5AED-EAC1-3DAD-4320E5CF900F}"/>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96FE594-9442-D054-8AE9-3A00EAF5FE31}"/>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0" name="Group 9">
            <a:extLst>
              <a:ext uri="{FF2B5EF4-FFF2-40B4-BE49-F238E27FC236}">
                <a16:creationId xmlns:a16="http://schemas.microsoft.com/office/drawing/2014/main" id="{453E4215-59C9-3895-C884-0E5F175DB53A}"/>
              </a:ext>
            </a:extLst>
          </p:cNvPr>
          <p:cNvGrpSpPr/>
          <p:nvPr/>
        </p:nvGrpSpPr>
        <p:grpSpPr>
          <a:xfrm>
            <a:off x="5082936" y="963479"/>
            <a:ext cx="6918665" cy="905009"/>
            <a:chOff x="5106289" y="885167"/>
            <a:chExt cx="6918665" cy="905009"/>
          </a:xfrm>
        </p:grpSpPr>
        <p:pic>
          <p:nvPicPr>
            <p:cNvPr id="11" name="Picture 10">
              <a:extLst>
                <a:ext uri="{FF2B5EF4-FFF2-40B4-BE49-F238E27FC236}">
                  <a16:creationId xmlns:a16="http://schemas.microsoft.com/office/drawing/2014/main" id="{44EFB762-B4B4-1AC6-A8B9-AE6FC65DAC35}"/>
                </a:ext>
              </a:extLst>
            </p:cNvPr>
            <p:cNvPicPr>
              <a:picLocks noChangeAspect="1"/>
            </p:cNvPicPr>
            <p:nvPr/>
          </p:nvPicPr>
          <p:blipFill>
            <a:blip r:embed="rId2"/>
            <a:stretch>
              <a:fillRect/>
            </a:stretch>
          </p:blipFill>
          <p:spPr>
            <a:xfrm>
              <a:off x="5106289" y="885167"/>
              <a:ext cx="6918665" cy="905009"/>
            </a:xfrm>
            <a:prstGeom prst="rect">
              <a:avLst/>
            </a:prstGeom>
          </p:spPr>
        </p:pic>
        <p:grpSp>
          <p:nvGrpSpPr>
            <p:cNvPr id="12" name="Group 11">
              <a:extLst>
                <a:ext uri="{FF2B5EF4-FFF2-40B4-BE49-F238E27FC236}">
                  <a16:creationId xmlns:a16="http://schemas.microsoft.com/office/drawing/2014/main" id="{89C353CF-6859-067B-46A8-AFD06C9EAA22}"/>
                </a:ext>
              </a:extLst>
            </p:cNvPr>
            <p:cNvGrpSpPr/>
            <p:nvPr/>
          </p:nvGrpSpPr>
          <p:grpSpPr>
            <a:xfrm>
              <a:off x="5119020" y="896251"/>
              <a:ext cx="1244829" cy="280959"/>
              <a:chOff x="-41832" y="-1342088"/>
              <a:chExt cx="1244829" cy="333375"/>
            </a:xfrm>
          </p:grpSpPr>
          <p:sp>
            <p:nvSpPr>
              <p:cNvPr id="13" name="Rectangle 12">
                <a:extLst>
                  <a:ext uri="{FF2B5EF4-FFF2-40B4-BE49-F238E27FC236}">
                    <a16:creationId xmlns:a16="http://schemas.microsoft.com/office/drawing/2014/main" id="{409D0885-AD3D-2660-076B-37C10C78EB83}"/>
                  </a:ext>
                </a:extLst>
              </p:cNvPr>
              <p:cNvSpPr/>
              <p:nvPr/>
            </p:nvSpPr>
            <p:spPr>
              <a:xfrm>
                <a:off x="-41832" y="-1342088"/>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46ABF90C-D3E7-C235-5F9C-9C4214580506}"/>
                  </a:ext>
                </a:extLst>
              </p:cNvPr>
              <p:cNvCxnSpPr/>
              <p:nvPr/>
            </p:nvCxnSpPr>
            <p:spPr>
              <a:xfrm>
                <a:off x="793422" y="-118057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355">
                <a:extLst>
                  <a:ext uri="{FF2B5EF4-FFF2-40B4-BE49-F238E27FC236}">
                    <a16:creationId xmlns:a16="http://schemas.microsoft.com/office/drawing/2014/main" id="{7C49A83C-30F7-9BE2-4230-659BBB0C3C19}"/>
                  </a:ext>
                </a:extLst>
              </p:cNvPr>
              <p:cNvSpPr txBox="1"/>
              <p:nvPr/>
            </p:nvSpPr>
            <p:spPr>
              <a:xfrm>
                <a:off x="1002972" y="-128535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41" name="Group 40">
            <a:extLst>
              <a:ext uri="{FF2B5EF4-FFF2-40B4-BE49-F238E27FC236}">
                <a16:creationId xmlns:a16="http://schemas.microsoft.com/office/drawing/2014/main" id="{B2E6BDB7-2019-3FF9-E1EA-F9D608195BEC}"/>
              </a:ext>
            </a:extLst>
          </p:cNvPr>
          <p:cNvGrpSpPr/>
          <p:nvPr/>
        </p:nvGrpSpPr>
        <p:grpSpPr>
          <a:xfrm>
            <a:off x="5135540" y="2585504"/>
            <a:ext cx="6440170" cy="3805906"/>
            <a:chOff x="5135540" y="2585504"/>
            <a:chExt cx="6440170" cy="3805906"/>
          </a:xfrm>
        </p:grpSpPr>
        <p:grpSp>
          <p:nvGrpSpPr>
            <p:cNvPr id="37" name="Group 36">
              <a:extLst>
                <a:ext uri="{FF2B5EF4-FFF2-40B4-BE49-F238E27FC236}">
                  <a16:creationId xmlns:a16="http://schemas.microsoft.com/office/drawing/2014/main" id="{4F404323-0D92-26F1-C4F0-A515305043ED}"/>
                </a:ext>
              </a:extLst>
            </p:cNvPr>
            <p:cNvGrpSpPr/>
            <p:nvPr/>
          </p:nvGrpSpPr>
          <p:grpSpPr>
            <a:xfrm>
              <a:off x="5135540" y="2585504"/>
              <a:ext cx="6440170" cy="3805906"/>
              <a:chOff x="5135540" y="2585504"/>
              <a:chExt cx="6440170" cy="3805906"/>
            </a:xfrm>
          </p:grpSpPr>
          <p:grpSp>
            <p:nvGrpSpPr>
              <p:cNvPr id="17" name="Group 16">
                <a:extLst>
                  <a:ext uri="{FF2B5EF4-FFF2-40B4-BE49-F238E27FC236}">
                    <a16:creationId xmlns:a16="http://schemas.microsoft.com/office/drawing/2014/main" id="{537A3882-BA15-DBD8-7C01-F8814CF7F998}"/>
                  </a:ext>
                </a:extLst>
              </p:cNvPr>
              <p:cNvGrpSpPr/>
              <p:nvPr/>
            </p:nvGrpSpPr>
            <p:grpSpPr>
              <a:xfrm>
                <a:off x="5135540" y="2585504"/>
                <a:ext cx="6440170" cy="3805906"/>
                <a:chOff x="27295" y="-49730"/>
                <a:chExt cx="6440180" cy="3806216"/>
              </a:xfrm>
            </p:grpSpPr>
            <p:pic>
              <p:nvPicPr>
                <p:cNvPr id="18" name="Picture 17">
                  <a:extLst>
                    <a:ext uri="{FF2B5EF4-FFF2-40B4-BE49-F238E27FC236}">
                      <a16:creationId xmlns:a16="http://schemas.microsoft.com/office/drawing/2014/main" id="{95F158BE-5B89-73C2-3F66-CF92B9BF6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95" y="-49730"/>
                  <a:ext cx="6189345" cy="3114601"/>
                </a:xfrm>
                <a:prstGeom prst="rect">
                  <a:avLst/>
                </a:prstGeom>
              </p:spPr>
            </p:pic>
            <p:sp>
              <p:nvSpPr>
                <p:cNvPr id="19" name="Rectangle 18">
                  <a:extLst>
                    <a:ext uri="{FF2B5EF4-FFF2-40B4-BE49-F238E27FC236}">
                      <a16:creationId xmlns:a16="http://schemas.microsoft.com/office/drawing/2014/main" id="{493B4615-FED1-2150-8856-3FA260F48C6D}"/>
                    </a:ext>
                  </a:extLst>
                </p:cNvPr>
                <p:cNvSpPr/>
                <p:nvPr/>
              </p:nvSpPr>
              <p:spPr>
                <a:xfrm>
                  <a:off x="57150" y="885777"/>
                  <a:ext cx="6189345" cy="287070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D8260A81-64BD-9073-61C0-56814F1F2ECE}"/>
                    </a:ext>
                  </a:extLst>
                </p:cNvPr>
                <p:cNvCxnSpPr/>
                <p:nvPr/>
              </p:nvCxnSpPr>
              <p:spPr>
                <a:xfrm>
                  <a:off x="6067425" y="102870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393">
                  <a:extLst>
                    <a:ext uri="{FF2B5EF4-FFF2-40B4-BE49-F238E27FC236}">
                      <a16:creationId xmlns:a16="http://schemas.microsoft.com/office/drawing/2014/main" id="{862A43EF-16A1-39F0-47D3-90929070DF73}"/>
                    </a:ext>
                  </a:extLst>
                </p:cNvPr>
                <p:cNvSpPr txBox="1"/>
                <p:nvPr/>
              </p:nvSpPr>
              <p:spPr>
                <a:xfrm>
                  <a:off x="6267450" y="933450"/>
                  <a:ext cx="200025" cy="2724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3</a:t>
                  </a:r>
                </a:p>
              </p:txBody>
            </p:sp>
            <p:grpSp>
              <p:nvGrpSpPr>
                <p:cNvPr id="25" name="Group 24">
                  <a:extLst>
                    <a:ext uri="{FF2B5EF4-FFF2-40B4-BE49-F238E27FC236}">
                      <a16:creationId xmlns:a16="http://schemas.microsoft.com/office/drawing/2014/main" id="{045B6373-880B-91C2-76AD-7A249519EBAD}"/>
                    </a:ext>
                  </a:extLst>
                </p:cNvPr>
                <p:cNvGrpSpPr/>
                <p:nvPr/>
              </p:nvGrpSpPr>
              <p:grpSpPr>
                <a:xfrm>
                  <a:off x="4772025" y="381000"/>
                  <a:ext cx="1057275" cy="447675"/>
                  <a:chOff x="152400" y="-114300"/>
                  <a:chExt cx="1057275" cy="447675"/>
                </a:xfrm>
              </p:grpSpPr>
              <p:sp>
                <p:nvSpPr>
                  <p:cNvPr id="26" name="Rectangle 25">
                    <a:extLst>
                      <a:ext uri="{FF2B5EF4-FFF2-40B4-BE49-F238E27FC236}">
                        <a16:creationId xmlns:a16="http://schemas.microsoft.com/office/drawing/2014/main" id="{2EFD42F7-E809-EE14-9EDB-EB0BF6AD4464}"/>
                      </a:ext>
                    </a:extLst>
                  </p:cNvPr>
                  <p:cNvSpPr/>
                  <p:nvPr/>
                </p:nvSpPr>
                <p:spPr>
                  <a:xfrm>
                    <a:off x="152400" y="47625"/>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6DA25DF5-E334-97F0-3C37-019C2DB5AADA}"/>
                      </a:ext>
                    </a:extLst>
                  </p:cNvPr>
                  <p:cNvCxnSpPr/>
                  <p:nvPr/>
                </p:nvCxnSpPr>
                <p:spPr>
                  <a:xfrm>
                    <a:off x="800100" y="571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397">
                    <a:extLst>
                      <a:ext uri="{FF2B5EF4-FFF2-40B4-BE49-F238E27FC236}">
                        <a16:creationId xmlns:a16="http://schemas.microsoft.com/office/drawing/2014/main" id="{AF1102B2-01CC-EB6B-A6A8-E2501F2AF6E3}"/>
                      </a:ext>
                    </a:extLst>
                  </p:cNvPr>
                  <p:cNvSpPr txBox="1"/>
                  <p:nvPr/>
                </p:nvSpPr>
                <p:spPr>
                  <a:xfrm>
                    <a:off x="1009650" y="-114300"/>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pic>
            <p:nvPicPr>
              <p:cNvPr id="29" name="Picture 28">
                <a:extLst>
                  <a:ext uri="{FF2B5EF4-FFF2-40B4-BE49-F238E27FC236}">
                    <a16:creationId xmlns:a16="http://schemas.microsoft.com/office/drawing/2014/main" id="{64C29786-4BA2-2F88-538B-81FEDB13EB5B}"/>
                  </a:ext>
                </a:extLst>
              </p:cNvPr>
              <p:cNvPicPr>
                <a:picLocks noChangeAspect="1"/>
              </p:cNvPicPr>
              <p:nvPr/>
            </p:nvPicPr>
            <p:blipFill>
              <a:blip r:embed="rId4"/>
              <a:stretch>
                <a:fillRect/>
              </a:stretch>
            </p:blipFill>
            <p:spPr>
              <a:xfrm>
                <a:off x="6158577" y="2625015"/>
                <a:ext cx="890571" cy="160798"/>
              </a:xfrm>
              <a:prstGeom prst="rect">
                <a:avLst/>
              </a:prstGeom>
            </p:spPr>
          </p:pic>
          <p:pic>
            <p:nvPicPr>
              <p:cNvPr id="36" name="Picture 35">
                <a:extLst>
                  <a:ext uri="{FF2B5EF4-FFF2-40B4-BE49-F238E27FC236}">
                    <a16:creationId xmlns:a16="http://schemas.microsoft.com/office/drawing/2014/main" id="{0B6971AC-AF4B-BDC0-EE38-94E5D2503126}"/>
                  </a:ext>
                </a:extLst>
              </p:cNvPr>
              <p:cNvPicPr>
                <a:picLocks noChangeAspect="1"/>
              </p:cNvPicPr>
              <p:nvPr/>
            </p:nvPicPr>
            <p:blipFill>
              <a:blip r:embed="rId5"/>
              <a:stretch>
                <a:fillRect/>
              </a:stretch>
            </p:blipFill>
            <p:spPr>
              <a:xfrm>
                <a:off x="5165395" y="3227892"/>
                <a:ext cx="830463" cy="108599"/>
              </a:xfrm>
              <a:prstGeom prst="rect">
                <a:avLst/>
              </a:prstGeom>
            </p:spPr>
          </p:pic>
        </p:grpSp>
        <p:pic>
          <p:nvPicPr>
            <p:cNvPr id="40" name="Picture 39">
              <a:extLst>
                <a:ext uri="{FF2B5EF4-FFF2-40B4-BE49-F238E27FC236}">
                  <a16:creationId xmlns:a16="http://schemas.microsoft.com/office/drawing/2014/main" id="{96B58C05-8F6E-BDE1-0177-0F23CDE0A87B}"/>
                </a:ext>
              </a:extLst>
            </p:cNvPr>
            <p:cNvPicPr>
              <a:picLocks noChangeAspect="1"/>
            </p:cNvPicPr>
            <p:nvPr/>
          </p:nvPicPr>
          <p:blipFill>
            <a:blip r:embed="rId6"/>
            <a:stretch>
              <a:fillRect/>
            </a:stretch>
          </p:blipFill>
          <p:spPr>
            <a:xfrm>
              <a:off x="5225682" y="3559817"/>
              <a:ext cx="6073580" cy="2112875"/>
            </a:xfrm>
            <a:prstGeom prst="rect">
              <a:avLst/>
            </a:prstGeom>
          </p:spPr>
        </p:pic>
      </p:grpSp>
    </p:spTree>
    <p:extLst>
      <p:ext uri="{BB962C8B-B14F-4D97-AF65-F5344CB8AC3E}">
        <p14:creationId xmlns:p14="http://schemas.microsoft.com/office/powerpoint/2010/main" val="205940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Item Details?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751760" y="1728438"/>
            <a:ext cx="3914824" cy="18488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Main window, search the item you wish to edit its information in the search bar. Or,</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Main form, click the lookup button and select the item you wish to edit its information by typing its item name in the search bar.</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5EA9A617-B6AE-FF76-70FE-47A372450436}"/>
              </a:ext>
            </a:extLst>
          </p:cNvPr>
          <p:cNvSpPr txBox="1"/>
          <p:nvPr/>
        </p:nvSpPr>
        <p:spPr>
          <a:xfrm>
            <a:off x="7119936" y="607045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25552EF-4542-F7C6-FDD9-BF1C5F9954D4}"/>
              </a:ext>
            </a:extLst>
          </p:cNvPr>
          <p:cNvSpPr txBox="1"/>
          <p:nvPr/>
        </p:nvSpPr>
        <p:spPr>
          <a:xfrm>
            <a:off x="7119936" y="277043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0" name="Text Box 18">
            <a:extLst>
              <a:ext uri="{FF2B5EF4-FFF2-40B4-BE49-F238E27FC236}">
                <a16:creationId xmlns:a16="http://schemas.microsoft.com/office/drawing/2014/main" id="{52C01F39-4EB6-6BC7-0D16-9DD6DFAA5F6A}"/>
              </a:ext>
            </a:extLst>
          </p:cNvPr>
          <p:cNvSpPr txBox="1"/>
          <p:nvPr/>
        </p:nvSpPr>
        <p:spPr>
          <a:xfrm>
            <a:off x="773672" y="3623007"/>
            <a:ext cx="3914824" cy="18488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item, click edit button in the upper right side of </a:t>
            </a:r>
            <a:r>
              <a:rPr kumimoji="0" lang="en-US" sz="1200" b="0" i="0" u="none" strike="noStrike" kern="1200" cap="none" spc="0" normalizeH="0" baseline="0" noProof="0" dirty="0" err="1">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ain</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form.</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B2F91299-27CD-464B-E67C-23016F56A6D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A76A618-E6D5-064D-6CCF-D93BAB98A620}"/>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9" name="Group 8">
            <a:extLst>
              <a:ext uri="{FF2B5EF4-FFF2-40B4-BE49-F238E27FC236}">
                <a16:creationId xmlns:a16="http://schemas.microsoft.com/office/drawing/2014/main" id="{67816786-AEDC-8A49-6B72-81F1DC3E4998}"/>
              </a:ext>
            </a:extLst>
          </p:cNvPr>
          <p:cNvGrpSpPr/>
          <p:nvPr/>
        </p:nvGrpSpPr>
        <p:grpSpPr>
          <a:xfrm>
            <a:off x="5250895" y="1199492"/>
            <a:ext cx="6189345" cy="1482090"/>
            <a:chOff x="5250895" y="1199492"/>
            <a:chExt cx="6189345" cy="1482090"/>
          </a:xfrm>
        </p:grpSpPr>
        <p:grpSp>
          <p:nvGrpSpPr>
            <p:cNvPr id="14" name="Group 13">
              <a:extLst>
                <a:ext uri="{FF2B5EF4-FFF2-40B4-BE49-F238E27FC236}">
                  <a16:creationId xmlns:a16="http://schemas.microsoft.com/office/drawing/2014/main" id="{0D471568-00C3-DE7B-3F0B-4DEB5A98CFC1}"/>
                </a:ext>
              </a:extLst>
            </p:cNvPr>
            <p:cNvGrpSpPr/>
            <p:nvPr/>
          </p:nvGrpSpPr>
          <p:grpSpPr>
            <a:xfrm>
              <a:off x="5250895" y="1199492"/>
              <a:ext cx="6189345" cy="1482090"/>
              <a:chOff x="4816665" y="849170"/>
              <a:chExt cx="6189345" cy="1482090"/>
            </a:xfrm>
          </p:grpSpPr>
          <p:pic>
            <p:nvPicPr>
              <p:cNvPr id="13" name="Picture 12">
                <a:extLst>
                  <a:ext uri="{FF2B5EF4-FFF2-40B4-BE49-F238E27FC236}">
                    <a16:creationId xmlns:a16="http://schemas.microsoft.com/office/drawing/2014/main" id="{A412D02C-512B-BE2D-FE41-FCCEE1C59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6665" y="849170"/>
                <a:ext cx="6189345" cy="1482090"/>
              </a:xfrm>
              <a:prstGeom prst="rect">
                <a:avLst/>
              </a:prstGeom>
            </p:spPr>
          </p:pic>
          <p:grpSp>
            <p:nvGrpSpPr>
              <p:cNvPr id="8" name="Group 7">
                <a:extLst>
                  <a:ext uri="{FF2B5EF4-FFF2-40B4-BE49-F238E27FC236}">
                    <a16:creationId xmlns:a16="http://schemas.microsoft.com/office/drawing/2014/main" id="{2C28FF86-AB15-F4AC-43D9-EAECDCDDDC54}"/>
                  </a:ext>
                </a:extLst>
              </p:cNvPr>
              <p:cNvGrpSpPr/>
              <p:nvPr/>
            </p:nvGrpSpPr>
            <p:grpSpPr>
              <a:xfrm>
                <a:off x="4861990" y="1423527"/>
                <a:ext cx="1475739" cy="333375"/>
                <a:chOff x="0" y="0"/>
                <a:chExt cx="1476374" cy="333375"/>
              </a:xfrm>
            </p:grpSpPr>
            <p:sp>
              <p:nvSpPr>
                <p:cNvPr id="10" name="Rectangle 9">
                  <a:extLst>
                    <a:ext uri="{FF2B5EF4-FFF2-40B4-BE49-F238E27FC236}">
                      <a16:creationId xmlns:a16="http://schemas.microsoft.com/office/drawing/2014/main" id="{445AC340-11E3-F250-BF82-856C7C65636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10E976E1-2304-E6BF-2E19-3F9EF373101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 Box 404">
                  <a:extLst>
                    <a:ext uri="{FF2B5EF4-FFF2-40B4-BE49-F238E27FC236}">
                      <a16:creationId xmlns:a16="http://schemas.microsoft.com/office/drawing/2014/main" id="{4F990DDF-3650-E270-C0CA-D55B433FD2C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pic>
          <p:nvPicPr>
            <p:cNvPr id="5" name="Picture 4">
              <a:extLst>
                <a:ext uri="{FF2B5EF4-FFF2-40B4-BE49-F238E27FC236}">
                  <a16:creationId xmlns:a16="http://schemas.microsoft.com/office/drawing/2014/main" id="{64D21F17-7991-3B5C-8AF0-C827F0069D27}"/>
                </a:ext>
              </a:extLst>
            </p:cNvPr>
            <p:cNvPicPr>
              <a:picLocks noChangeAspect="1"/>
            </p:cNvPicPr>
            <p:nvPr/>
          </p:nvPicPr>
          <p:blipFill>
            <a:blip r:embed="rId4"/>
            <a:stretch>
              <a:fillRect/>
            </a:stretch>
          </p:blipFill>
          <p:spPr>
            <a:xfrm>
              <a:off x="6295915" y="1240495"/>
              <a:ext cx="890571" cy="160798"/>
            </a:xfrm>
            <a:prstGeom prst="rect">
              <a:avLst/>
            </a:prstGeom>
          </p:spPr>
        </p:pic>
      </p:grpSp>
      <p:grpSp>
        <p:nvGrpSpPr>
          <p:cNvPr id="19" name="Group 18">
            <a:extLst>
              <a:ext uri="{FF2B5EF4-FFF2-40B4-BE49-F238E27FC236}">
                <a16:creationId xmlns:a16="http://schemas.microsoft.com/office/drawing/2014/main" id="{933D4E0E-6236-4D19-1D5A-A8F5B3ED19AA}"/>
              </a:ext>
            </a:extLst>
          </p:cNvPr>
          <p:cNvGrpSpPr/>
          <p:nvPr/>
        </p:nvGrpSpPr>
        <p:grpSpPr>
          <a:xfrm>
            <a:off x="5429965" y="3430284"/>
            <a:ext cx="6010275" cy="2480310"/>
            <a:chOff x="5429965" y="3430284"/>
            <a:chExt cx="6010275" cy="2480310"/>
          </a:xfrm>
        </p:grpSpPr>
        <p:pic>
          <p:nvPicPr>
            <p:cNvPr id="17" name="Picture 16">
              <a:extLst>
                <a:ext uri="{FF2B5EF4-FFF2-40B4-BE49-F238E27FC236}">
                  <a16:creationId xmlns:a16="http://schemas.microsoft.com/office/drawing/2014/main" id="{5BF0B55E-1EF9-C1C3-C237-27E2B87B14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9965" y="3430284"/>
              <a:ext cx="6010275" cy="2480310"/>
            </a:xfrm>
            <a:prstGeom prst="rect">
              <a:avLst/>
            </a:prstGeom>
          </p:spPr>
        </p:pic>
        <p:grpSp>
          <p:nvGrpSpPr>
            <p:cNvPr id="31" name="Group 30">
              <a:extLst>
                <a:ext uri="{FF2B5EF4-FFF2-40B4-BE49-F238E27FC236}">
                  <a16:creationId xmlns:a16="http://schemas.microsoft.com/office/drawing/2014/main" id="{48754DEA-9B4E-D32C-D815-F0CE9F2A5416}"/>
                </a:ext>
              </a:extLst>
            </p:cNvPr>
            <p:cNvGrpSpPr/>
            <p:nvPr/>
          </p:nvGrpSpPr>
          <p:grpSpPr>
            <a:xfrm>
              <a:off x="6572582" y="4014029"/>
              <a:ext cx="4694556" cy="1605915"/>
              <a:chOff x="3748722" y="2626043"/>
              <a:chExt cx="4694556" cy="1605915"/>
            </a:xfrm>
          </p:grpSpPr>
          <p:grpSp>
            <p:nvGrpSpPr>
              <p:cNvPr id="18" name="Group 17">
                <a:extLst>
                  <a:ext uri="{FF2B5EF4-FFF2-40B4-BE49-F238E27FC236}">
                    <a16:creationId xmlns:a16="http://schemas.microsoft.com/office/drawing/2014/main" id="{823EBF21-85F8-AADC-C7D5-5A878E9E598F}"/>
                  </a:ext>
                </a:extLst>
              </p:cNvPr>
              <p:cNvGrpSpPr/>
              <p:nvPr/>
            </p:nvGrpSpPr>
            <p:grpSpPr>
              <a:xfrm>
                <a:off x="3785552" y="3007043"/>
                <a:ext cx="952500" cy="304800"/>
                <a:chOff x="523874" y="28575"/>
                <a:chExt cx="952500" cy="304800"/>
              </a:xfrm>
            </p:grpSpPr>
            <p:sp>
              <p:nvSpPr>
                <p:cNvPr id="27" name="Rectangle 26">
                  <a:extLst>
                    <a:ext uri="{FF2B5EF4-FFF2-40B4-BE49-F238E27FC236}">
                      <a16:creationId xmlns:a16="http://schemas.microsoft.com/office/drawing/2014/main" id="{BEAE96E6-0DC2-5C15-B0DD-5986F415FE8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0BFC1809-C121-2B66-9ECB-7344D9CF966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15">
                  <a:extLst>
                    <a:ext uri="{FF2B5EF4-FFF2-40B4-BE49-F238E27FC236}">
                      <a16:creationId xmlns:a16="http://schemas.microsoft.com/office/drawing/2014/main" id="{B7AD62E4-F382-E24A-C08C-35104187DDB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94302450-0AFB-950E-E303-881951446889}"/>
                  </a:ext>
                </a:extLst>
              </p:cNvPr>
              <p:cNvGrpSpPr/>
              <p:nvPr/>
            </p:nvGrpSpPr>
            <p:grpSpPr>
              <a:xfrm>
                <a:off x="7462202" y="2626043"/>
                <a:ext cx="981076" cy="304800"/>
                <a:chOff x="333374" y="28575"/>
                <a:chExt cx="981076" cy="304800"/>
              </a:xfrm>
            </p:grpSpPr>
            <p:sp>
              <p:nvSpPr>
                <p:cNvPr id="24" name="Rectangle 23">
                  <a:extLst>
                    <a:ext uri="{FF2B5EF4-FFF2-40B4-BE49-F238E27FC236}">
                      <a16:creationId xmlns:a16="http://schemas.microsoft.com/office/drawing/2014/main" id="{5C5621C3-171B-4761-9DCF-393D1E8602C5}"/>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405E95D0-1133-3EDF-5BC9-EB565785F4E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411">
                  <a:extLst>
                    <a:ext uri="{FF2B5EF4-FFF2-40B4-BE49-F238E27FC236}">
                      <a16:creationId xmlns:a16="http://schemas.microsoft.com/office/drawing/2014/main" id="{86BC146B-B6F9-2FAE-2E05-BF24DE65BDA8}"/>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2" name="Text Box 241">
                <a:extLst>
                  <a:ext uri="{FF2B5EF4-FFF2-40B4-BE49-F238E27FC236}">
                    <a16:creationId xmlns:a16="http://schemas.microsoft.com/office/drawing/2014/main" id="{31742547-23F9-5730-5BE8-2A3DDD01D7C1}"/>
                  </a:ext>
                </a:extLst>
              </p:cNvPr>
              <p:cNvSpPr txBox="1">
                <a:spLocks noChangeArrowheads="1"/>
              </p:cNvSpPr>
              <p:nvPr/>
            </p:nvSpPr>
            <p:spPr bwMode="auto">
              <a:xfrm>
                <a:off x="3748722" y="3352483"/>
                <a:ext cx="242931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item?</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item name or code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Click the button before the item code to select the item.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pic>
          <p:nvPicPr>
            <p:cNvPr id="6" name="Picture 5">
              <a:extLst>
                <a:ext uri="{FF2B5EF4-FFF2-40B4-BE49-F238E27FC236}">
                  <a16:creationId xmlns:a16="http://schemas.microsoft.com/office/drawing/2014/main" id="{9CA88065-D008-82BA-20A7-B88E3EBF6703}"/>
                </a:ext>
              </a:extLst>
            </p:cNvPr>
            <p:cNvPicPr>
              <a:picLocks noChangeAspect="1"/>
            </p:cNvPicPr>
            <p:nvPr/>
          </p:nvPicPr>
          <p:blipFill>
            <a:blip r:embed="rId4"/>
            <a:stretch>
              <a:fillRect/>
            </a:stretch>
          </p:blipFill>
          <p:spPr>
            <a:xfrm>
              <a:off x="6437978" y="3496882"/>
              <a:ext cx="890571" cy="160798"/>
            </a:xfrm>
            <a:prstGeom prst="rect">
              <a:avLst/>
            </a:prstGeom>
          </p:spPr>
        </p:pic>
      </p:grpSp>
    </p:spTree>
    <p:extLst>
      <p:ext uri="{BB962C8B-B14F-4D97-AF65-F5344CB8AC3E}">
        <p14:creationId xmlns:p14="http://schemas.microsoft.com/office/powerpoint/2010/main" val="304807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Item Details?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751760" y="2853139"/>
            <a:ext cx="3914824" cy="91590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Edit the information you want to edit.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button.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5EA9A617-B6AE-FF76-70FE-47A372450436}"/>
              </a:ext>
            </a:extLst>
          </p:cNvPr>
          <p:cNvSpPr txBox="1"/>
          <p:nvPr/>
        </p:nvSpPr>
        <p:spPr>
          <a:xfrm>
            <a:off x="7119936" y="523614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9C6BC63C-F9DF-88E7-A9F8-759E8A34D6DA}"/>
              </a:ext>
            </a:extLst>
          </p:cNvPr>
          <p:cNvGrpSpPr/>
          <p:nvPr/>
        </p:nvGrpSpPr>
        <p:grpSpPr>
          <a:xfrm>
            <a:off x="5018516" y="1222309"/>
            <a:ext cx="6467475" cy="3998596"/>
            <a:chOff x="0" y="-24051"/>
            <a:chExt cx="6467475" cy="3999344"/>
          </a:xfrm>
        </p:grpSpPr>
        <p:pic>
          <p:nvPicPr>
            <p:cNvPr id="4" name="Picture 3">
              <a:extLst>
                <a:ext uri="{FF2B5EF4-FFF2-40B4-BE49-F238E27FC236}">
                  <a16:creationId xmlns:a16="http://schemas.microsoft.com/office/drawing/2014/main" id="{DF868A36-E161-A81B-695D-FCD19EF6E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051"/>
              <a:ext cx="6189345" cy="3131480"/>
            </a:xfrm>
            <a:prstGeom prst="rect">
              <a:avLst/>
            </a:prstGeom>
          </p:spPr>
        </p:pic>
        <p:sp>
          <p:nvSpPr>
            <p:cNvPr id="5" name="Rectangle 4">
              <a:extLst>
                <a:ext uri="{FF2B5EF4-FFF2-40B4-BE49-F238E27FC236}">
                  <a16:creationId xmlns:a16="http://schemas.microsoft.com/office/drawing/2014/main" id="{620C5BB8-EE3B-2002-B441-7CD0C9C0B1D3}"/>
                </a:ext>
              </a:extLst>
            </p:cNvPr>
            <p:cNvSpPr/>
            <p:nvPr/>
          </p:nvSpPr>
          <p:spPr>
            <a:xfrm>
              <a:off x="57150" y="885820"/>
              <a:ext cx="5981700" cy="308947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2459640D-58DE-22D1-B3ED-A2918C8955C0}"/>
                </a:ext>
              </a:extLst>
            </p:cNvPr>
            <p:cNvCxnSpPr/>
            <p:nvPr/>
          </p:nvCxnSpPr>
          <p:spPr>
            <a:xfrm>
              <a:off x="6067425" y="102870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 Box 424">
              <a:extLst>
                <a:ext uri="{FF2B5EF4-FFF2-40B4-BE49-F238E27FC236}">
                  <a16:creationId xmlns:a16="http://schemas.microsoft.com/office/drawing/2014/main" id="{4D1C57DA-64EE-62B4-4381-DEE2597FBE4E}"/>
                </a:ext>
              </a:extLst>
            </p:cNvPr>
            <p:cNvSpPr txBox="1"/>
            <p:nvPr/>
          </p:nvSpPr>
          <p:spPr>
            <a:xfrm>
              <a:off x="6267450" y="933450"/>
              <a:ext cx="200025" cy="2724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3</a:t>
              </a:r>
            </a:p>
          </p:txBody>
        </p:sp>
        <p:grpSp>
          <p:nvGrpSpPr>
            <p:cNvPr id="9" name="Group 8">
              <a:extLst>
                <a:ext uri="{FF2B5EF4-FFF2-40B4-BE49-F238E27FC236}">
                  <a16:creationId xmlns:a16="http://schemas.microsoft.com/office/drawing/2014/main" id="{C5973F57-0874-E286-60B7-A208E6A8D3F5}"/>
                </a:ext>
              </a:extLst>
            </p:cNvPr>
            <p:cNvGrpSpPr/>
            <p:nvPr/>
          </p:nvGrpSpPr>
          <p:grpSpPr>
            <a:xfrm>
              <a:off x="4772025" y="381000"/>
              <a:ext cx="1057275" cy="447675"/>
              <a:chOff x="152400" y="-114300"/>
              <a:chExt cx="1057275" cy="447675"/>
            </a:xfrm>
          </p:grpSpPr>
          <p:sp>
            <p:nvSpPr>
              <p:cNvPr id="15" name="Rectangle 14">
                <a:extLst>
                  <a:ext uri="{FF2B5EF4-FFF2-40B4-BE49-F238E27FC236}">
                    <a16:creationId xmlns:a16="http://schemas.microsoft.com/office/drawing/2014/main" id="{2D342045-399C-38B2-5E2E-CBD80D36C634}"/>
                  </a:ext>
                </a:extLst>
              </p:cNvPr>
              <p:cNvSpPr/>
              <p:nvPr/>
            </p:nvSpPr>
            <p:spPr>
              <a:xfrm>
                <a:off x="152400" y="47625"/>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579BABF2-50EC-2F1B-1961-A494937780C8}"/>
                  </a:ext>
                </a:extLst>
              </p:cNvPr>
              <p:cNvCxnSpPr/>
              <p:nvPr/>
            </p:nvCxnSpPr>
            <p:spPr>
              <a:xfrm>
                <a:off x="800100" y="571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28">
                <a:extLst>
                  <a:ext uri="{FF2B5EF4-FFF2-40B4-BE49-F238E27FC236}">
                    <a16:creationId xmlns:a16="http://schemas.microsoft.com/office/drawing/2014/main" id="{B70F5D2A-0FCF-EC41-D5C9-B209C6C467AA}"/>
                  </a:ext>
                </a:extLst>
              </p:cNvPr>
              <p:cNvSpPr txBox="1"/>
              <p:nvPr/>
            </p:nvSpPr>
            <p:spPr>
              <a:xfrm>
                <a:off x="1009650" y="-114300"/>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2" name="Slide Number Placeholder 9">
            <a:extLst>
              <a:ext uri="{FF2B5EF4-FFF2-40B4-BE49-F238E27FC236}">
                <a16:creationId xmlns:a16="http://schemas.microsoft.com/office/drawing/2014/main" id="{C0A4CB81-CE97-7B99-B38A-F8E71098CAA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734905B-16AB-436B-031F-6585F8D06DAE}"/>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11" name="Picture 10">
            <a:extLst>
              <a:ext uri="{FF2B5EF4-FFF2-40B4-BE49-F238E27FC236}">
                <a16:creationId xmlns:a16="http://schemas.microsoft.com/office/drawing/2014/main" id="{EA089404-9C16-7306-66AA-99CC7FC0B2A6}"/>
              </a:ext>
            </a:extLst>
          </p:cNvPr>
          <p:cNvPicPr>
            <a:picLocks noChangeAspect="1"/>
          </p:cNvPicPr>
          <p:nvPr/>
        </p:nvPicPr>
        <p:blipFill>
          <a:blip r:embed="rId4"/>
          <a:stretch>
            <a:fillRect/>
          </a:stretch>
        </p:blipFill>
        <p:spPr>
          <a:xfrm>
            <a:off x="6078642" y="1267654"/>
            <a:ext cx="890571" cy="160798"/>
          </a:xfrm>
          <a:prstGeom prst="rect">
            <a:avLst/>
          </a:prstGeom>
        </p:spPr>
      </p:pic>
    </p:spTree>
    <p:extLst>
      <p:ext uri="{BB962C8B-B14F-4D97-AF65-F5344CB8AC3E}">
        <p14:creationId xmlns:p14="http://schemas.microsoft.com/office/powerpoint/2010/main" val="1587159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an Item?</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751760" y="1728439"/>
            <a:ext cx="3914824" cy="13143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Main window, search the customer you want to delete.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Main form, click the lookup button and select the customer you want to delete.</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Box 58">
            <a:extLst>
              <a:ext uri="{FF2B5EF4-FFF2-40B4-BE49-F238E27FC236}">
                <a16:creationId xmlns:a16="http://schemas.microsoft.com/office/drawing/2014/main" id="{5EA9A617-B6AE-FF76-70FE-47A372450436}"/>
              </a:ext>
            </a:extLst>
          </p:cNvPr>
          <p:cNvSpPr txBox="1"/>
          <p:nvPr/>
        </p:nvSpPr>
        <p:spPr>
          <a:xfrm>
            <a:off x="7119936" y="607045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25552EF-4542-F7C6-FDD9-BF1C5F9954D4}"/>
              </a:ext>
            </a:extLst>
          </p:cNvPr>
          <p:cNvSpPr txBox="1"/>
          <p:nvPr/>
        </p:nvSpPr>
        <p:spPr>
          <a:xfrm>
            <a:off x="7119936" y="277043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0" name="Text Box 18">
            <a:extLst>
              <a:ext uri="{FF2B5EF4-FFF2-40B4-BE49-F238E27FC236}">
                <a16:creationId xmlns:a16="http://schemas.microsoft.com/office/drawing/2014/main" id="{52C01F39-4EB6-6BC7-0D16-9DD6DFAA5F6A}"/>
              </a:ext>
            </a:extLst>
          </p:cNvPr>
          <p:cNvSpPr txBox="1"/>
          <p:nvPr/>
        </p:nvSpPr>
        <p:spPr>
          <a:xfrm>
            <a:off x="751760" y="3746018"/>
            <a:ext cx="3914824" cy="18488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delete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A41F9DC9-B20E-0C53-0AE5-9803F1BE6717}"/>
              </a:ext>
            </a:extLst>
          </p:cNvPr>
          <p:cNvSpPr/>
          <p:nvPr/>
        </p:nvSpPr>
        <p:spPr>
          <a:xfrm>
            <a:off x="5031929" y="1831387"/>
            <a:ext cx="799465"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7822A5D2-CACB-6BC1-8999-3ACE61E269B1}"/>
              </a:ext>
            </a:extLst>
          </p:cNvPr>
          <p:cNvCxnSpPr/>
          <p:nvPr/>
        </p:nvCxnSpPr>
        <p:spPr>
          <a:xfrm>
            <a:off x="5831394" y="1964737"/>
            <a:ext cx="199390"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367">
            <a:extLst>
              <a:ext uri="{FF2B5EF4-FFF2-40B4-BE49-F238E27FC236}">
                <a16:creationId xmlns:a16="http://schemas.microsoft.com/office/drawing/2014/main" id="{F56C846C-6A29-44C1-3FCF-8C3B58432683}"/>
              </a:ext>
            </a:extLst>
          </p:cNvPr>
          <p:cNvSpPr txBox="1"/>
          <p:nvPr/>
        </p:nvSpPr>
        <p:spPr>
          <a:xfrm>
            <a:off x="6040944" y="1859962"/>
            <a:ext cx="46609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sp>
        <p:nvSpPr>
          <p:cNvPr id="2" name="Slide Number Placeholder 9">
            <a:extLst>
              <a:ext uri="{FF2B5EF4-FFF2-40B4-BE49-F238E27FC236}">
                <a16:creationId xmlns:a16="http://schemas.microsoft.com/office/drawing/2014/main" id="{9DBF1422-DD6F-463A-1F47-C8F7F5C96A9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D3984D8-04D3-33DC-F6B3-0E1D7C5CD3F9}"/>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9" name="Group 8">
            <a:extLst>
              <a:ext uri="{FF2B5EF4-FFF2-40B4-BE49-F238E27FC236}">
                <a16:creationId xmlns:a16="http://schemas.microsoft.com/office/drawing/2014/main" id="{BF8E5930-F90C-0EF6-63EF-C51072728392}"/>
              </a:ext>
            </a:extLst>
          </p:cNvPr>
          <p:cNvGrpSpPr/>
          <p:nvPr/>
        </p:nvGrpSpPr>
        <p:grpSpPr>
          <a:xfrm>
            <a:off x="4976815" y="1217719"/>
            <a:ext cx="6189345" cy="1482090"/>
            <a:chOff x="4976815" y="1217719"/>
            <a:chExt cx="6189345" cy="1482090"/>
          </a:xfrm>
        </p:grpSpPr>
        <p:pic>
          <p:nvPicPr>
            <p:cNvPr id="4" name="Picture 3">
              <a:extLst>
                <a:ext uri="{FF2B5EF4-FFF2-40B4-BE49-F238E27FC236}">
                  <a16:creationId xmlns:a16="http://schemas.microsoft.com/office/drawing/2014/main" id="{CD5FF9A1-34DC-41DE-C798-1441FAE9B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6815" y="1217719"/>
              <a:ext cx="6189345" cy="1482090"/>
            </a:xfrm>
            <a:prstGeom prst="rect">
              <a:avLst/>
            </a:prstGeom>
          </p:spPr>
        </p:pic>
        <p:pic>
          <p:nvPicPr>
            <p:cNvPr id="6" name="Picture 5">
              <a:extLst>
                <a:ext uri="{FF2B5EF4-FFF2-40B4-BE49-F238E27FC236}">
                  <a16:creationId xmlns:a16="http://schemas.microsoft.com/office/drawing/2014/main" id="{05E6B953-A1FD-CFF8-B066-AC02FD2A30B6}"/>
                </a:ext>
              </a:extLst>
            </p:cNvPr>
            <p:cNvPicPr>
              <a:picLocks noChangeAspect="1"/>
            </p:cNvPicPr>
            <p:nvPr/>
          </p:nvPicPr>
          <p:blipFill>
            <a:blip r:embed="rId4"/>
            <a:stretch>
              <a:fillRect/>
            </a:stretch>
          </p:blipFill>
          <p:spPr>
            <a:xfrm>
              <a:off x="6033377" y="1258601"/>
              <a:ext cx="890571" cy="160798"/>
            </a:xfrm>
            <a:prstGeom prst="rect">
              <a:avLst/>
            </a:prstGeom>
          </p:spPr>
        </p:pic>
      </p:grpSp>
      <p:grpSp>
        <p:nvGrpSpPr>
          <p:cNvPr id="22" name="Group 21">
            <a:extLst>
              <a:ext uri="{FF2B5EF4-FFF2-40B4-BE49-F238E27FC236}">
                <a16:creationId xmlns:a16="http://schemas.microsoft.com/office/drawing/2014/main" id="{F4ABE837-90A4-6A97-B946-0B27A246EAC2}"/>
              </a:ext>
            </a:extLst>
          </p:cNvPr>
          <p:cNvGrpSpPr/>
          <p:nvPr/>
        </p:nvGrpSpPr>
        <p:grpSpPr>
          <a:xfrm>
            <a:off x="5106907" y="3511018"/>
            <a:ext cx="6010275" cy="2480310"/>
            <a:chOff x="5106907" y="3511018"/>
            <a:chExt cx="6010275" cy="2480310"/>
          </a:xfrm>
        </p:grpSpPr>
        <p:grpSp>
          <p:nvGrpSpPr>
            <p:cNvPr id="38" name="Group 37">
              <a:extLst>
                <a:ext uri="{FF2B5EF4-FFF2-40B4-BE49-F238E27FC236}">
                  <a16:creationId xmlns:a16="http://schemas.microsoft.com/office/drawing/2014/main" id="{3E82F6C1-B228-7D0C-1447-8FC75878280B}"/>
                </a:ext>
              </a:extLst>
            </p:cNvPr>
            <p:cNvGrpSpPr/>
            <p:nvPr/>
          </p:nvGrpSpPr>
          <p:grpSpPr>
            <a:xfrm>
              <a:off x="5106907" y="3511018"/>
              <a:ext cx="6010275" cy="2480310"/>
              <a:chOff x="5106907" y="3511018"/>
              <a:chExt cx="6010275" cy="2480310"/>
            </a:xfrm>
          </p:grpSpPr>
          <p:pic>
            <p:nvPicPr>
              <p:cNvPr id="7" name="Picture 6">
                <a:extLst>
                  <a:ext uri="{FF2B5EF4-FFF2-40B4-BE49-F238E27FC236}">
                    <a16:creationId xmlns:a16="http://schemas.microsoft.com/office/drawing/2014/main" id="{E8BDEF29-920E-8F04-FD42-AF55B4BBF5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06907" y="3511018"/>
                <a:ext cx="6010275" cy="2480310"/>
              </a:xfrm>
              <a:prstGeom prst="rect">
                <a:avLst/>
              </a:prstGeom>
            </p:spPr>
          </p:pic>
          <p:grpSp>
            <p:nvGrpSpPr>
              <p:cNvPr id="37" name="Group 36">
                <a:extLst>
                  <a:ext uri="{FF2B5EF4-FFF2-40B4-BE49-F238E27FC236}">
                    <a16:creationId xmlns:a16="http://schemas.microsoft.com/office/drawing/2014/main" id="{594F6415-733D-E7EF-1129-45AB23699E9D}"/>
                  </a:ext>
                </a:extLst>
              </p:cNvPr>
              <p:cNvGrpSpPr/>
              <p:nvPr/>
            </p:nvGrpSpPr>
            <p:grpSpPr>
              <a:xfrm>
                <a:off x="6273989" y="4082699"/>
                <a:ext cx="2987039" cy="1621155"/>
                <a:chOff x="4602480" y="2618423"/>
                <a:chExt cx="2987039" cy="1621155"/>
              </a:xfrm>
            </p:grpSpPr>
            <p:grpSp>
              <p:nvGrpSpPr>
                <p:cNvPr id="8" name="Group 7">
                  <a:extLst>
                    <a:ext uri="{FF2B5EF4-FFF2-40B4-BE49-F238E27FC236}">
                      <a16:creationId xmlns:a16="http://schemas.microsoft.com/office/drawing/2014/main" id="{6CE74C3C-B153-E308-8065-450F738E42C2}"/>
                    </a:ext>
                  </a:extLst>
                </p:cNvPr>
                <p:cNvGrpSpPr/>
                <p:nvPr/>
              </p:nvGrpSpPr>
              <p:grpSpPr>
                <a:xfrm>
                  <a:off x="4639310" y="3014663"/>
                  <a:ext cx="952500" cy="304800"/>
                  <a:chOff x="523874" y="28575"/>
                  <a:chExt cx="952500" cy="304800"/>
                </a:xfrm>
              </p:grpSpPr>
              <p:sp>
                <p:nvSpPr>
                  <p:cNvPr id="20" name="Rectangle 19">
                    <a:extLst>
                      <a:ext uri="{FF2B5EF4-FFF2-40B4-BE49-F238E27FC236}">
                        <a16:creationId xmlns:a16="http://schemas.microsoft.com/office/drawing/2014/main" id="{2BFFF60E-10C3-34FF-C389-945C4F6454F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5" name="Straight Arrow Connector 34">
                    <a:extLst>
                      <a:ext uri="{FF2B5EF4-FFF2-40B4-BE49-F238E27FC236}">
                        <a16:creationId xmlns:a16="http://schemas.microsoft.com/office/drawing/2014/main" id="{40A6C9A2-F8C5-15FF-6BE7-77177D280FE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481">
                    <a:extLst>
                      <a:ext uri="{FF2B5EF4-FFF2-40B4-BE49-F238E27FC236}">
                        <a16:creationId xmlns:a16="http://schemas.microsoft.com/office/drawing/2014/main" id="{D5ACE27E-2AF9-066A-ABA3-49D488969A0F}"/>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0" name="Group 9">
                  <a:extLst>
                    <a:ext uri="{FF2B5EF4-FFF2-40B4-BE49-F238E27FC236}">
                      <a16:creationId xmlns:a16="http://schemas.microsoft.com/office/drawing/2014/main" id="{A4426528-57E2-DF06-2AFE-0342A149323A}"/>
                    </a:ext>
                  </a:extLst>
                </p:cNvPr>
                <p:cNvGrpSpPr/>
                <p:nvPr/>
              </p:nvGrpSpPr>
              <p:grpSpPr>
                <a:xfrm>
                  <a:off x="6478905" y="2618423"/>
                  <a:ext cx="1110614" cy="304800"/>
                  <a:chOff x="203720" y="28575"/>
                  <a:chExt cx="1110730" cy="304800"/>
                </a:xfrm>
              </p:grpSpPr>
              <p:sp>
                <p:nvSpPr>
                  <p:cNvPr id="13" name="Rectangle 12">
                    <a:extLst>
                      <a:ext uri="{FF2B5EF4-FFF2-40B4-BE49-F238E27FC236}">
                        <a16:creationId xmlns:a16="http://schemas.microsoft.com/office/drawing/2014/main" id="{AE45F264-8FDF-59D2-5D01-5871B8B943DF}"/>
                      </a:ext>
                    </a:extLst>
                  </p:cNvPr>
                  <p:cNvSpPr/>
                  <p:nvPr/>
                </p:nvSpPr>
                <p:spPr>
                  <a:xfrm>
                    <a:off x="203720" y="28575"/>
                    <a:ext cx="596035"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36E237F9-E8DB-F12D-B6E8-FC0EC140F5A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477">
                    <a:extLst>
                      <a:ext uri="{FF2B5EF4-FFF2-40B4-BE49-F238E27FC236}">
                        <a16:creationId xmlns:a16="http://schemas.microsoft.com/office/drawing/2014/main" id="{D3791435-6D68-AC77-D9C2-47E133202E4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12" name="Text Box 241">
                  <a:extLst>
                    <a:ext uri="{FF2B5EF4-FFF2-40B4-BE49-F238E27FC236}">
                      <a16:creationId xmlns:a16="http://schemas.microsoft.com/office/drawing/2014/main" id="{DBA16BFC-21EF-693D-51C3-1C603F9C6976}"/>
                    </a:ext>
                  </a:extLst>
                </p:cNvPr>
                <p:cNvSpPr txBox="1">
                  <a:spLocks noChangeArrowheads="1"/>
                </p:cNvSpPr>
                <p:nvPr/>
              </p:nvSpPr>
              <p:spPr bwMode="auto">
                <a:xfrm>
                  <a:off x="4602480" y="3360103"/>
                  <a:ext cx="2472398"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item?</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item name or code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Click the button before the item code to select the item.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grpSp>
        <p:pic>
          <p:nvPicPr>
            <p:cNvPr id="11" name="Picture 10">
              <a:extLst>
                <a:ext uri="{FF2B5EF4-FFF2-40B4-BE49-F238E27FC236}">
                  <a16:creationId xmlns:a16="http://schemas.microsoft.com/office/drawing/2014/main" id="{8CD83AC9-8C02-BE01-09E4-C886EEE2E0B1}"/>
                </a:ext>
              </a:extLst>
            </p:cNvPr>
            <p:cNvPicPr>
              <a:picLocks noChangeAspect="1"/>
            </p:cNvPicPr>
            <p:nvPr/>
          </p:nvPicPr>
          <p:blipFill>
            <a:blip r:embed="rId4"/>
            <a:stretch>
              <a:fillRect/>
            </a:stretch>
          </p:blipFill>
          <p:spPr>
            <a:xfrm>
              <a:off x="6141414" y="3557556"/>
              <a:ext cx="890571" cy="160798"/>
            </a:xfrm>
            <a:prstGeom prst="rect">
              <a:avLst/>
            </a:prstGeom>
          </p:spPr>
        </p:pic>
      </p:grpSp>
    </p:spTree>
    <p:extLst>
      <p:ext uri="{BB962C8B-B14F-4D97-AF65-F5344CB8AC3E}">
        <p14:creationId xmlns:p14="http://schemas.microsoft.com/office/powerpoint/2010/main" val="3603717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1913613"/>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parallel to the main form on the upper right, the Main form will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3A6E795-A8E7-8B40-C067-8F8DE35F49ED}"/>
              </a:ext>
            </a:extLst>
          </p:cNvPr>
          <p:cNvSpPr txBox="1"/>
          <p:nvPr/>
        </p:nvSpPr>
        <p:spPr>
          <a:xfrm>
            <a:off x="7047964" y="3639902"/>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EBA96BBE-3C58-8C6B-7F2E-C475883EE563}"/>
              </a:ext>
            </a:extLst>
          </p:cNvPr>
          <p:cNvPicPr>
            <a:picLocks noChangeAspect="1"/>
          </p:cNvPicPr>
          <p:nvPr/>
        </p:nvPicPr>
        <p:blipFill>
          <a:blip r:embed="rId3"/>
          <a:stretch>
            <a:fillRect/>
          </a:stretch>
        </p:blipFill>
        <p:spPr>
          <a:xfrm>
            <a:off x="6145426" y="4238683"/>
            <a:ext cx="4734586" cy="1790950"/>
          </a:xfrm>
          <a:prstGeom prst="rect">
            <a:avLst/>
          </a:prstGeom>
        </p:spPr>
      </p:pic>
      <p:sp>
        <p:nvSpPr>
          <p:cNvPr id="2" name="Slide Number Placeholder 9">
            <a:extLst>
              <a:ext uri="{FF2B5EF4-FFF2-40B4-BE49-F238E27FC236}">
                <a16:creationId xmlns:a16="http://schemas.microsoft.com/office/drawing/2014/main" id="{452BC419-AC5A-DAD8-1D28-95FD4C23395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07DC5FE-6484-9FDE-9647-862878D74187}"/>
              </a:ext>
            </a:extLst>
          </p:cNvPr>
          <p:cNvSpPr txBox="1"/>
          <p:nvPr/>
        </p:nvSpPr>
        <p:spPr>
          <a:xfrm>
            <a:off x="414345" y="101465"/>
            <a:ext cx="466859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Masterfile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Main/Outsource Items</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12" name="Picture 11">
            <a:extLst>
              <a:ext uri="{FF2B5EF4-FFF2-40B4-BE49-F238E27FC236}">
                <a16:creationId xmlns:a16="http://schemas.microsoft.com/office/drawing/2014/main" id="{094F5570-790B-F49C-F79B-7B9AA5063D00}"/>
              </a:ext>
            </a:extLst>
          </p:cNvPr>
          <p:cNvPicPr>
            <a:picLocks noChangeAspect="1"/>
          </p:cNvPicPr>
          <p:nvPr/>
        </p:nvPicPr>
        <p:blipFill>
          <a:blip r:embed="rId4"/>
          <a:stretch>
            <a:fillRect/>
          </a:stretch>
        </p:blipFill>
        <p:spPr>
          <a:xfrm>
            <a:off x="5676961" y="760109"/>
            <a:ext cx="5721444" cy="2848637"/>
          </a:xfrm>
          <a:prstGeom prst="rect">
            <a:avLst/>
          </a:prstGeom>
        </p:spPr>
      </p:pic>
      <p:sp>
        <p:nvSpPr>
          <p:cNvPr id="13" name="Rectangle 12">
            <a:extLst>
              <a:ext uri="{FF2B5EF4-FFF2-40B4-BE49-F238E27FC236}">
                <a16:creationId xmlns:a16="http://schemas.microsoft.com/office/drawing/2014/main" id="{E184ABCE-5913-D2FA-C9CC-B1F9A37929FA}"/>
              </a:ext>
            </a:extLst>
          </p:cNvPr>
          <p:cNvSpPr/>
          <p:nvPr/>
        </p:nvSpPr>
        <p:spPr>
          <a:xfrm>
            <a:off x="11213625" y="760109"/>
            <a:ext cx="181161" cy="2564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13876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551</Words>
  <Application>Microsoft Office PowerPoint</Application>
  <PresentationFormat>Widescreen</PresentationFormat>
  <Paragraphs>131</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2023-01-10T03:19:06Z</dcterms:created>
  <dcterms:modified xsi:type="dcterms:W3CDTF">2023-01-10T03:22:26Z</dcterms:modified>
</cp:coreProperties>
</file>