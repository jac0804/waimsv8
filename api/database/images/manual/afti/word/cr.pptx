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59" r:id="rId3"/>
    <p:sldId id="263" r:id="rId4"/>
    <p:sldId id="291" r:id="rId5"/>
    <p:sldId id="349" r:id="rId6"/>
    <p:sldId id="388" r:id="rId7"/>
    <p:sldId id="389" r:id="rId8"/>
    <p:sldId id="395" r:id="rId9"/>
    <p:sldId id="355" r:id="rId10"/>
    <p:sldId id="356" r:id="rId11"/>
    <p:sldId id="357" r:id="rId12"/>
    <p:sldId id="396" r:id="rId13"/>
    <p:sldId id="29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74972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82511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60910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17538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5633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31578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8273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97416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34914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46574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31259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BAE65072-2423-4F37-9305-5568682DA246}" type="datetime1">
              <a:rPr lang="en-US" smtClean="0"/>
              <a:t>1/12/2023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92089" y="6356349"/>
            <a:ext cx="57782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372089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5C8F10A4-CF56-4563-84B9-7D6269529A5F}" type="datetime1">
              <a:rPr lang="en-US" smtClean="0"/>
              <a:t>1/12/2023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21003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9FB73E55-CA7D-4D03-B7E9-182C57BF2BA1}" type="datetime1">
              <a:rPr lang="en-US" smtClean="0"/>
              <a:t>1/12/2023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01188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E712254A-B61C-4FE4-A72A-F20850D1A056}" type="datetime1">
              <a:rPr lang="en-US" smtClean="0"/>
              <a:t>1/12/2023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17180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A0472D6-81BF-4BAB-B5E4-20EF3DAD4195}" type="datetime1">
              <a:rPr lang="en-US" smtClean="0"/>
              <a:t>1/12/2023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43519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87336B67-D903-4417-8BF6-103D735F2EE6}" type="datetime1">
              <a:rPr lang="en-US" smtClean="0"/>
              <a:t>1/12/2023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26089" y="6356349"/>
            <a:ext cx="48351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3520121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18BFC4CB-0AC9-4DE0-A618-2F695859DBB3}" type="datetime1">
              <a:rPr lang="en-US" smtClean="0"/>
              <a:t>1/12/2023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0757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CB506ED-9272-4DB1-9EF2-C91A21762970}" type="datetime1">
              <a:rPr lang="en-US" smtClean="0"/>
              <a:t>1/12/2023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290230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1A3D287F-39CA-4CE1-99E9-F2163C5C1CD5}" type="datetime1">
              <a:rPr lang="en-US" smtClean="0"/>
              <a:t>1/12/2023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6955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F8F96B2-BD52-4222-A8E3-0BED46FA879B}" type="datetime1">
              <a:rPr lang="en-US" smtClean="0"/>
              <a:t>1/12/2023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535311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BE8E24-3E3C-46E4-AB7A-40D2AD32DE0C}" type="datetime1">
              <a:rPr lang="en-US" smtClean="0"/>
              <a:t>1/12/2023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62207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1969632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901BA-EBA4-4D33-BC40-6478C76075DD}" type="datetime1">
              <a:rPr lang="en-US" smtClean="0"/>
              <a:t>1/12/2023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7239765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Received Payment</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Received Payment it is module where we record collection we received.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858BB69-ABF5-BFA8-6E3E-125E74217E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Received Payment module under Receivables, Received Payment transactions list will display based on filtered date and status in the received payment - main window.</a:t>
            </a: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Received Payment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F377C8CA-30DD-947F-9E97-4BFE3FBF165A}"/>
              </a:ext>
            </a:extLst>
          </p:cNvPr>
          <p:cNvGrpSpPr/>
          <p:nvPr/>
        </p:nvGrpSpPr>
        <p:grpSpPr>
          <a:xfrm>
            <a:off x="5402650" y="2375033"/>
            <a:ext cx="5984240" cy="1563278"/>
            <a:chOff x="5402650" y="2375033"/>
            <a:chExt cx="5984240" cy="1563278"/>
          </a:xfrm>
        </p:grpSpPr>
        <p:pic>
          <p:nvPicPr>
            <p:cNvPr id="9" name="Picture 8">
              <a:extLst>
                <a:ext uri="{FF2B5EF4-FFF2-40B4-BE49-F238E27FC236}">
                  <a16:creationId xmlns:a16="http://schemas.microsoft.com/office/drawing/2014/main" id="{686CE363-7797-4EBD-5D0E-3B372D0DF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2650" y="2375033"/>
              <a:ext cx="5984240" cy="1496060"/>
            </a:xfrm>
            <a:prstGeom prst="rect">
              <a:avLst/>
            </a:prstGeom>
          </p:spPr>
        </p:pic>
        <p:grpSp>
          <p:nvGrpSpPr>
            <p:cNvPr id="13" name="Group 12">
              <a:extLst>
                <a:ext uri="{FF2B5EF4-FFF2-40B4-BE49-F238E27FC236}">
                  <a16:creationId xmlns:a16="http://schemas.microsoft.com/office/drawing/2014/main" id="{722CAACF-BA2D-0FF1-72AC-0E5073257EAA}"/>
                </a:ext>
              </a:extLst>
            </p:cNvPr>
            <p:cNvGrpSpPr/>
            <p:nvPr/>
          </p:nvGrpSpPr>
          <p:grpSpPr>
            <a:xfrm>
              <a:off x="5402650" y="2817536"/>
              <a:ext cx="5836285" cy="1120775"/>
              <a:chOff x="3177857" y="2868613"/>
              <a:chExt cx="5836285" cy="1120775"/>
            </a:xfrm>
          </p:grpSpPr>
          <p:sp>
            <p:nvSpPr>
              <p:cNvPr id="10" name="Rectangle 9">
                <a:extLst>
                  <a:ext uri="{FF2B5EF4-FFF2-40B4-BE49-F238E27FC236}">
                    <a16:creationId xmlns:a16="http://schemas.microsoft.com/office/drawing/2014/main" id="{03313181-97D0-B3DF-40A8-C1B5B86C27D8}"/>
                  </a:ext>
                </a:extLst>
              </p:cNvPr>
              <p:cNvSpPr/>
              <p:nvPr/>
            </p:nvSpPr>
            <p:spPr>
              <a:xfrm>
                <a:off x="3177857" y="3514408"/>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B5D07B3-05E2-92E2-28D6-B0B3BA499B44}"/>
                  </a:ext>
                </a:extLst>
              </p:cNvPr>
              <p:cNvSpPr/>
              <p:nvPr/>
            </p:nvSpPr>
            <p:spPr>
              <a:xfrm>
                <a:off x="4219892" y="2868613"/>
                <a:ext cx="4794250" cy="11207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8493C50E-8AD8-4E42-A967-2C076B4CCEF7}"/>
                  </a:ext>
                </a:extLst>
              </p:cNvPr>
              <p:cNvCxnSpPr/>
              <p:nvPr/>
            </p:nvCxnSpPr>
            <p:spPr>
              <a:xfrm flipV="1">
                <a:off x="4021137" y="3615373"/>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
        <p:nvSpPr>
          <p:cNvPr id="3" name="Slide Number Placeholder 2">
            <a:extLst>
              <a:ext uri="{FF2B5EF4-FFF2-40B4-BE49-F238E27FC236}">
                <a16:creationId xmlns:a16="http://schemas.microsoft.com/office/drawing/2014/main" id="{256199F3-B6CD-FC91-6846-297FB886C1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678874" y="965527"/>
            <a:ext cx="3979056"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18912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Received Payment – Main Window, you will notice a create button in the upper left of the window. Click the create button and you will be redirect in received payment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Search and select a customer.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 in received payment – main form where you will encode the other necessary information of the transaction and record the received payment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30" name="Group 29">
            <a:extLst>
              <a:ext uri="{FF2B5EF4-FFF2-40B4-BE49-F238E27FC236}">
                <a16:creationId xmlns:a16="http://schemas.microsoft.com/office/drawing/2014/main" id="{24A765DD-0164-9AE0-A3CB-0C812FE53C46}"/>
              </a:ext>
            </a:extLst>
          </p:cNvPr>
          <p:cNvGrpSpPr/>
          <p:nvPr/>
        </p:nvGrpSpPr>
        <p:grpSpPr>
          <a:xfrm>
            <a:off x="5524729" y="949844"/>
            <a:ext cx="5850255" cy="1653540"/>
            <a:chOff x="5524729" y="949844"/>
            <a:chExt cx="5850255" cy="1653540"/>
          </a:xfrm>
        </p:grpSpPr>
        <p:pic>
          <p:nvPicPr>
            <p:cNvPr id="14" name="Picture 13">
              <a:extLst>
                <a:ext uri="{FF2B5EF4-FFF2-40B4-BE49-F238E27FC236}">
                  <a16:creationId xmlns:a16="http://schemas.microsoft.com/office/drawing/2014/main" id="{B415FA06-37D1-7036-E22B-7D559DF06B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6164" y="949844"/>
              <a:ext cx="5798820" cy="1653540"/>
            </a:xfrm>
            <a:prstGeom prst="rect">
              <a:avLst/>
            </a:prstGeom>
          </p:spPr>
        </p:pic>
        <p:grpSp>
          <p:nvGrpSpPr>
            <p:cNvPr id="13" name="Group 12">
              <a:extLst>
                <a:ext uri="{FF2B5EF4-FFF2-40B4-BE49-F238E27FC236}">
                  <a16:creationId xmlns:a16="http://schemas.microsoft.com/office/drawing/2014/main" id="{A4B16DE4-EB33-C53F-E46B-9BE05E75FA3E}"/>
                </a:ext>
              </a:extLst>
            </p:cNvPr>
            <p:cNvGrpSpPr/>
            <p:nvPr/>
          </p:nvGrpSpPr>
          <p:grpSpPr>
            <a:xfrm>
              <a:off x="5524729" y="1799474"/>
              <a:ext cx="1209675" cy="276225"/>
              <a:chOff x="0" y="0"/>
              <a:chExt cx="1209675" cy="276225"/>
            </a:xfrm>
          </p:grpSpPr>
          <p:sp>
            <p:nvSpPr>
              <p:cNvPr id="15" name="Rectangle 14">
                <a:extLst>
                  <a:ext uri="{FF2B5EF4-FFF2-40B4-BE49-F238E27FC236}">
                    <a16:creationId xmlns:a16="http://schemas.microsoft.com/office/drawing/2014/main" id="{573F2CF5-BA4D-01C7-6335-9B16D03193E9}"/>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FC3C5BD9-C43C-EC0C-11C6-2726AA0642B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22">
                <a:extLst>
                  <a:ext uri="{FF2B5EF4-FFF2-40B4-BE49-F238E27FC236}">
                    <a16:creationId xmlns:a16="http://schemas.microsoft.com/office/drawing/2014/main" id="{93F1D960-8456-6D64-06AC-A26E3BCC7759}"/>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31" name="Group 30">
            <a:extLst>
              <a:ext uri="{FF2B5EF4-FFF2-40B4-BE49-F238E27FC236}">
                <a16:creationId xmlns:a16="http://schemas.microsoft.com/office/drawing/2014/main" id="{A39013D6-6FF7-589B-594A-8FAC0E4197D8}"/>
              </a:ext>
            </a:extLst>
          </p:cNvPr>
          <p:cNvGrpSpPr/>
          <p:nvPr/>
        </p:nvGrpSpPr>
        <p:grpSpPr>
          <a:xfrm>
            <a:off x="5392014" y="2953904"/>
            <a:ext cx="5982970" cy="2613025"/>
            <a:chOff x="183178" y="17624"/>
            <a:chExt cx="6018474" cy="3034485"/>
          </a:xfrm>
        </p:grpSpPr>
        <p:pic>
          <p:nvPicPr>
            <p:cNvPr id="32" name="Picture 31">
              <a:extLst>
                <a:ext uri="{FF2B5EF4-FFF2-40B4-BE49-F238E27FC236}">
                  <a16:creationId xmlns:a16="http://schemas.microsoft.com/office/drawing/2014/main" id="{E5B1B3E7-1CA3-D670-51E0-57E3B10CA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178" y="17624"/>
              <a:ext cx="6000407" cy="3034485"/>
            </a:xfrm>
            <a:prstGeom prst="rect">
              <a:avLst/>
            </a:prstGeom>
          </p:spPr>
        </p:pic>
        <p:grpSp>
          <p:nvGrpSpPr>
            <p:cNvPr id="33" name="Group 32">
              <a:extLst>
                <a:ext uri="{FF2B5EF4-FFF2-40B4-BE49-F238E27FC236}">
                  <a16:creationId xmlns:a16="http://schemas.microsoft.com/office/drawing/2014/main" id="{226601BB-2072-6FBD-0CF7-0E3C8960BB4B}"/>
                </a:ext>
              </a:extLst>
            </p:cNvPr>
            <p:cNvGrpSpPr/>
            <p:nvPr/>
          </p:nvGrpSpPr>
          <p:grpSpPr>
            <a:xfrm>
              <a:off x="597173" y="678711"/>
              <a:ext cx="5604479" cy="566324"/>
              <a:chOff x="-4022452" y="183411"/>
              <a:chExt cx="5604479" cy="566324"/>
            </a:xfrm>
          </p:grpSpPr>
          <p:sp>
            <p:nvSpPr>
              <p:cNvPr id="34" name="Rectangle 33">
                <a:extLst>
                  <a:ext uri="{FF2B5EF4-FFF2-40B4-BE49-F238E27FC236}">
                    <a16:creationId xmlns:a16="http://schemas.microsoft.com/office/drawing/2014/main" id="{BB231DF4-7693-68C4-011E-695E9110D25A}"/>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5" name="Straight Arrow Connector 34">
                <a:extLst>
                  <a:ext uri="{FF2B5EF4-FFF2-40B4-BE49-F238E27FC236}">
                    <a16:creationId xmlns:a16="http://schemas.microsoft.com/office/drawing/2014/main" id="{956F4845-9F11-030D-979B-AA00D52C5A76}"/>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31">
                <a:extLst>
                  <a:ext uri="{FF2B5EF4-FFF2-40B4-BE49-F238E27FC236}">
                    <a16:creationId xmlns:a16="http://schemas.microsoft.com/office/drawing/2014/main" id="{5702F9C0-C950-9AD6-E2B9-19FB7A5CBB69}"/>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pic>
        <p:nvPicPr>
          <p:cNvPr id="37" name="Picture 36">
            <a:extLst>
              <a:ext uri="{FF2B5EF4-FFF2-40B4-BE49-F238E27FC236}">
                <a16:creationId xmlns:a16="http://schemas.microsoft.com/office/drawing/2014/main" id="{6741E019-9F9B-2ACF-7F83-816276885DD5}"/>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39" name="Text Box 241">
            <a:extLst>
              <a:ext uri="{FF2B5EF4-FFF2-40B4-BE49-F238E27FC236}">
                <a16:creationId xmlns:a16="http://schemas.microsoft.com/office/drawing/2014/main" id="{0079CD33-E314-118B-D61B-613DCE756C71}"/>
              </a:ext>
            </a:extLst>
          </p:cNvPr>
          <p:cNvSpPr txBox="1">
            <a:spLocks noChangeArrowheads="1"/>
          </p:cNvSpPr>
          <p:nvPr/>
        </p:nvSpPr>
        <p:spPr bwMode="auto">
          <a:xfrm>
            <a:off x="6652898" y="4121390"/>
            <a:ext cx="4018915"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558800" marR="0" lvl="1"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8FF0091-0ECC-DEED-2F5E-D234520ED5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F8B2D91C-9725-B9EC-F3A6-99608A055979}"/>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805111" y="1379386"/>
            <a:ext cx="3792290" cy="510871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customer, some details such as address, date are automatically plotted in their respective field.</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received date.</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5.1.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select the receivable account that you will record. If the A/R is from sales journal transaction, click unpaid button to view all the A/R account to the customer and select it by ticking the check box.</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988875" y="628135"/>
            <a:ext cx="438601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2" name="Group 41">
            <a:extLst>
              <a:ext uri="{FF2B5EF4-FFF2-40B4-BE49-F238E27FC236}">
                <a16:creationId xmlns:a16="http://schemas.microsoft.com/office/drawing/2014/main" id="{0BD4DB1C-4A32-8F46-1844-EBC7A14CAE06}"/>
              </a:ext>
            </a:extLst>
          </p:cNvPr>
          <p:cNvGrpSpPr/>
          <p:nvPr/>
        </p:nvGrpSpPr>
        <p:grpSpPr>
          <a:xfrm>
            <a:off x="5115697" y="417324"/>
            <a:ext cx="6699250" cy="3011676"/>
            <a:chOff x="5040824" y="985629"/>
            <a:chExt cx="6699250" cy="3011676"/>
          </a:xfrm>
        </p:grpSpPr>
        <p:pic>
          <p:nvPicPr>
            <p:cNvPr id="17" name="Picture 16">
              <a:extLst>
                <a:ext uri="{FF2B5EF4-FFF2-40B4-BE49-F238E27FC236}">
                  <a16:creationId xmlns:a16="http://schemas.microsoft.com/office/drawing/2014/main" id="{8EA70EE1-85F4-E749-86B5-1A955D41E8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9019" y="985629"/>
              <a:ext cx="5901055" cy="2906395"/>
            </a:xfrm>
            <a:prstGeom prst="rect">
              <a:avLst/>
            </a:prstGeom>
          </p:spPr>
        </p:pic>
        <p:grpSp>
          <p:nvGrpSpPr>
            <p:cNvPr id="18" name="Group 17">
              <a:extLst>
                <a:ext uri="{FF2B5EF4-FFF2-40B4-BE49-F238E27FC236}">
                  <a16:creationId xmlns:a16="http://schemas.microsoft.com/office/drawing/2014/main" id="{9AB36343-B865-2107-0EBA-419A621237A4}"/>
                </a:ext>
              </a:extLst>
            </p:cNvPr>
            <p:cNvGrpSpPr/>
            <p:nvPr/>
          </p:nvGrpSpPr>
          <p:grpSpPr>
            <a:xfrm>
              <a:off x="5040824" y="1336021"/>
              <a:ext cx="6699250" cy="2661284"/>
              <a:chOff x="0" y="0"/>
              <a:chExt cx="6699250" cy="2661557"/>
            </a:xfrm>
          </p:grpSpPr>
          <p:sp>
            <p:nvSpPr>
              <p:cNvPr id="19" name="Rectangle 18">
                <a:extLst>
                  <a:ext uri="{FF2B5EF4-FFF2-40B4-BE49-F238E27FC236}">
                    <a16:creationId xmlns:a16="http://schemas.microsoft.com/office/drawing/2014/main" id="{0976C478-05E9-8284-5202-E422A545CFAF}"/>
                  </a:ext>
                </a:extLst>
              </p:cNvPr>
              <p:cNvSpPr/>
              <p:nvPr/>
            </p:nvSpPr>
            <p:spPr>
              <a:xfrm>
                <a:off x="810986" y="370114"/>
                <a:ext cx="5822950" cy="7600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34A19286-F370-CEC0-40FC-C18D782AB377}"/>
                  </a:ext>
                </a:extLst>
              </p:cNvPr>
              <p:cNvSpPr/>
              <p:nvPr/>
            </p:nvSpPr>
            <p:spPr>
              <a:xfrm>
                <a:off x="876300" y="1670957"/>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 Box 465">
                <a:extLst>
                  <a:ext uri="{FF2B5EF4-FFF2-40B4-BE49-F238E27FC236}">
                    <a16:creationId xmlns:a16="http://schemas.microsoft.com/office/drawing/2014/main" id="{03BEE362-58DE-F0D0-E383-E8C0D8A34B0E}"/>
                  </a:ext>
                </a:extLst>
              </p:cNvPr>
              <p:cNvSpPr txBox="1"/>
              <p:nvPr/>
            </p:nvSpPr>
            <p:spPr>
              <a:xfrm>
                <a:off x="27214" y="214448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24" name="Text Box 487">
                <a:extLst>
                  <a:ext uri="{FF2B5EF4-FFF2-40B4-BE49-F238E27FC236}">
                    <a16:creationId xmlns:a16="http://schemas.microsoft.com/office/drawing/2014/main" id="{E2501470-A448-C077-A96B-7026AA2BBC3A}"/>
                  </a:ext>
                </a:extLst>
              </p:cNvPr>
              <p:cNvSpPr txBox="1"/>
              <p:nvPr/>
            </p:nvSpPr>
            <p:spPr>
              <a:xfrm>
                <a:off x="0" y="375557"/>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5" name="Text Box 9">
                <a:extLst>
                  <a:ext uri="{FF2B5EF4-FFF2-40B4-BE49-F238E27FC236}">
                    <a16:creationId xmlns:a16="http://schemas.microsoft.com/office/drawing/2014/main" id="{B8144157-21D4-C27A-5493-5744CDA4F7A6}"/>
                  </a:ext>
                </a:extLst>
              </p:cNvPr>
              <p:cNvSpPr txBox="1"/>
              <p:nvPr/>
            </p:nvSpPr>
            <p:spPr>
              <a:xfrm>
                <a:off x="5421086" y="702129"/>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26" name="Rectangle 25">
                <a:extLst>
                  <a:ext uri="{FF2B5EF4-FFF2-40B4-BE49-F238E27FC236}">
                    <a16:creationId xmlns:a16="http://schemas.microsoft.com/office/drawing/2014/main" id="{9E98985F-653C-1C1E-A418-73B7F704774F}"/>
                  </a:ext>
                </a:extLst>
              </p:cNvPr>
              <p:cNvSpPr/>
              <p:nvPr/>
            </p:nvSpPr>
            <p:spPr>
              <a:xfrm>
                <a:off x="5252357" y="114300"/>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57AFFF02-16DA-A463-5A63-5261743994E0}"/>
                  </a:ext>
                </a:extLst>
              </p:cNvPr>
              <p:cNvCxnSpPr/>
              <p:nvPr/>
            </p:nvCxnSpPr>
            <p:spPr>
              <a:xfrm>
                <a:off x="5644243" y="117022"/>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16">
                <a:extLst>
                  <a:ext uri="{FF2B5EF4-FFF2-40B4-BE49-F238E27FC236}">
                    <a16:creationId xmlns:a16="http://schemas.microsoft.com/office/drawing/2014/main" id="{FE3F75F7-DDF2-D2EC-1D71-510033A3CDD5}"/>
                  </a:ext>
                </a:extLst>
              </p:cNvPr>
              <p:cNvSpPr txBox="1"/>
              <p:nvPr/>
            </p:nvSpPr>
            <p:spPr>
              <a:xfrm>
                <a:off x="5845629"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39" name="Rectangle 38">
                <a:extLst>
                  <a:ext uri="{FF2B5EF4-FFF2-40B4-BE49-F238E27FC236}">
                    <a16:creationId xmlns:a16="http://schemas.microsoft.com/office/drawing/2014/main" id="{4D31B41A-198F-30C1-1310-B1FA4390E40F}"/>
                  </a:ext>
                </a:extLst>
              </p:cNvPr>
              <p:cNvSpPr/>
              <p:nvPr/>
            </p:nvSpPr>
            <p:spPr>
              <a:xfrm>
                <a:off x="6199414" y="1181100"/>
                <a:ext cx="425450" cy="1784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EA95473C-C90A-849B-92D2-FAB3D595CE1A}"/>
                  </a:ext>
                </a:extLst>
              </p:cNvPr>
              <p:cNvCxnSpPr/>
              <p:nvPr/>
            </p:nvCxnSpPr>
            <p:spPr>
              <a:xfrm>
                <a:off x="6226629" y="1355272"/>
                <a:ext cx="94615" cy="118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454">
                <a:extLst>
                  <a:ext uri="{FF2B5EF4-FFF2-40B4-BE49-F238E27FC236}">
                    <a16:creationId xmlns:a16="http://schemas.microsoft.com/office/drawing/2014/main" id="{E59835D1-2124-01EA-6805-810A625BBC1E}"/>
                  </a:ext>
                </a:extLst>
              </p:cNvPr>
              <p:cNvSpPr txBox="1"/>
              <p:nvPr/>
            </p:nvSpPr>
            <p:spPr>
              <a:xfrm>
                <a:off x="6172200" y="14913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grpSp>
      <p:pic>
        <p:nvPicPr>
          <p:cNvPr id="43" name="Picture 42">
            <a:extLst>
              <a:ext uri="{FF2B5EF4-FFF2-40B4-BE49-F238E27FC236}">
                <a16:creationId xmlns:a16="http://schemas.microsoft.com/office/drawing/2014/main" id="{A3E72721-A361-8587-A338-7D93CA9DF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4786" y="3758724"/>
            <a:ext cx="5820162" cy="2639123"/>
          </a:xfrm>
          <a:prstGeom prst="rect">
            <a:avLst/>
          </a:prstGeom>
        </p:spPr>
      </p:pic>
      <p:grpSp>
        <p:nvGrpSpPr>
          <p:cNvPr id="56" name="Group 55">
            <a:extLst>
              <a:ext uri="{FF2B5EF4-FFF2-40B4-BE49-F238E27FC236}">
                <a16:creationId xmlns:a16="http://schemas.microsoft.com/office/drawing/2014/main" id="{70B155BF-56A0-5E1F-D02D-DFC50A940F6C}"/>
              </a:ext>
            </a:extLst>
          </p:cNvPr>
          <p:cNvGrpSpPr/>
          <p:nvPr/>
        </p:nvGrpSpPr>
        <p:grpSpPr>
          <a:xfrm>
            <a:off x="6096000" y="4658386"/>
            <a:ext cx="5583263" cy="1764003"/>
            <a:chOff x="2814955" y="2483803"/>
            <a:chExt cx="5583263" cy="1764003"/>
          </a:xfrm>
        </p:grpSpPr>
        <p:sp>
          <p:nvSpPr>
            <p:cNvPr id="50" name="Rectangle 49">
              <a:extLst>
                <a:ext uri="{FF2B5EF4-FFF2-40B4-BE49-F238E27FC236}">
                  <a16:creationId xmlns:a16="http://schemas.microsoft.com/office/drawing/2014/main" id="{57BC62D9-E088-428D-3594-484D9810C35E}"/>
                </a:ext>
              </a:extLst>
            </p:cNvPr>
            <p:cNvSpPr/>
            <p:nvPr/>
          </p:nvSpPr>
          <p:spPr>
            <a:xfrm>
              <a:off x="2814955" y="2535873"/>
              <a:ext cx="295910" cy="40513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1" name="Straight Arrow Connector 50">
              <a:extLst>
                <a:ext uri="{FF2B5EF4-FFF2-40B4-BE49-F238E27FC236}">
                  <a16:creationId xmlns:a16="http://schemas.microsoft.com/office/drawing/2014/main" id="{F2273B2F-149E-C121-14DB-77AF56197283}"/>
                </a:ext>
              </a:extLst>
            </p:cNvPr>
            <p:cNvCxnSpPr/>
            <p:nvPr/>
          </p:nvCxnSpPr>
          <p:spPr>
            <a:xfrm>
              <a:off x="3134995" y="264255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 Box 307">
              <a:extLst>
                <a:ext uri="{FF2B5EF4-FFF2-40B4-BE49-F238E27FC236}">
                  <a16:creationId xmlns:a16="http://schemas.microsoft.com/office/drawing/2014/main" id="{9088D09B-E5F0-4198-1A99-7EA73056D60E}"/>
                </a:ext>
              </a:extLst>
            </p:cNvPr>
            <p:cNvSpPr txBox="1"/>
            <p:nvPr/>
          </p:nvSpPr>
          <p:spPr>
            <a:xfrm>
              <a:off x="3328670" y="248380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53" name="Rectangle 52">
              <a:extLst>
                <a:ext uri="{FF2B5EF4-FFF2-40B4-BE49-F238E27FC236}">
                  <a16:creationId xmlns:a16="http://schemas.microsoft.com/office/drawing/2014/main" id="{71D54171-785A-2DEF-1974-5E0B85336BD1}"/>
                </a:ext>
              </a:extLst>
            </p:cNvPr>
            <p:cNvSpPr/>
            <p:nvPr/>
          </p:nvSpPr>
          <p:spPr>
            <a:xfrm>
              <a:off x="7924508" y="3915701"/>
              <a:ext cx="473710" cy="33210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Text Box 310">
              <a:extLst>
                <a:ext uri="{FF2B5EF4-FFF2-40B4-BE49-F238E27FC236}">
                  <a16:creationId xmlns:a16="http://schemas.microsoft.com/office/drawing/2014/main" id="{192FF5A6-15F1-698D-F6BB-409CEA9318D5}"/>
                </a:ext>
              </a:extLst>
            </p:cNvPr>
            <p:cNvSpPr txBox="1"/>
            <p:nvPr/>
          </p:nvSpPr>
          <p:spPr>
            <a:xfrm>
              <a:off x="7900061" y="358597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grpSp>
      <p:cxnSp>
        <p:nvCxnSpPr>
          <p:cNvPr id="64" name="Straight Arrow Connector 63">
            <a:extLst>
              <a:ext uri="{FF2B5EF4-FFF2-40B4-BE49-F238E27FC236}">
                <a16:creationId xmlns:a16="http://schemas.microsoft.com/office/drawing/2014/main" id="{AA16FBEA-BAE3-D5F8-6B47-C0B54AF6059D}"/>
              </a:ext>
            </a:extLst>
          </p:cNvPr>
          <p:cNvCxnSpPr/>
          <p:nvPr/>
        </p:nvCxnSpPr>
        <p:spPr>
          <a:xfrm>
            <a:off x="11262406" y="6008931"/>
            <a:ext cx="124484" cy="1537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Slide Number Placeholder 5">
            <a:extLst>
              <a:ext uri="{FF2B5EF4-FFF2-40B4-BE49-F238E27FC236}">
                <a16:creationId xmlns:a16="http://schemas.microsoft.com/office/drawing/2014/main" id="{FBF84D48-46D2-15F5-0164-02D5BB5B1EB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96984E4D-FD05-EFA6-C116-AA54DA95F809}"/>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1253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25862" y="2122335"/>
            <a:ext cx="4217531" cy="510871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unpaid account, you will be redirect in received payment – main window and the selected unpaid accounts will be displayed in received payment – detail. </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want to add other receivable account that is not in the unpaid list, click add account and search the account you wish to add.</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8.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select an account, a dialog box will prompt. Enter the details of the account.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1290537" y="628135"/>
            <a:ext cx="408435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5" name="Group 14">
            <a:extLst>
              <a:ext uri="{FF2B5EF4-FFF2-40B4-BE49-F238E27FC236}">
                <a16:creationId xmlns:a16="http://schemas.microsoft.com/office/drawing/2014/main" id="{EC6B643B-CF2E-9D75-2E40-765582751FD2}"/>
              </a:ext>
            </a:extLst>
          </p:cNvPr>
          <p:cNvGrpSpPr/>
          <p:nvPr/>
        </p:nvGrpSpPr>
        <p:grpSpPr>
          <a:xfrm>
            <a:off x="5374888" y="1936115"/>
            <a:ext cx="6191250" cy="2985770"/>
            <a:chOff x="3000375" y="2986087"/>
            <a:chExt cx="6191250" cy="2985770"/>
          </a:xfrm>
        </p:grpSpPr>
        <p:pic>
          <p:nvPicPr>
            <p:cNvPr id="2" name="Picture 1">
              <a:extLst>
                <a:ext uri="{FF2B5EF4-FFF2-40B4-BE49-F238E27FC236}">
                  <a16:creationId xmlns:a16="http://schemas.microsoft.com/office/drawing/2014/main" id="{AF2EF5D3-E10B-40CB-FFF6-7FD179955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280" y="2986087"/>
              <a:ext cx="6189345" cy="2066290"/>
            </a:xfrm>
            <a:prstGeom prst="rect">
              <a:avLst/>
            </a:prstGeom>
          </p:spPr>
        </p:pic>
        <p:sp>
          <p:nvSpPr>
            <p:cNvPr id="6" name="Rectangle 5">
              <a:extLst>
                <a:ext uri="{FF2B5EF4-FFF2-40B4-BE49-F238E27FC236}">
                  <a16:creationId xmlns:a16="http://schemas.microsoft.com/office/drawing/2014/main" id="{870162D5-F012-B336-D07E-C6DCFA2DA5E2}"/>
                </a:ext>
              </a:extLst>
            </p:cNvPr>
            <p:cNvSpPr/>
            <p:nvPr/>
          </p:nvSpPr>
          <p:spPr>
            <a:xfrm>
              <a:off x="6407785" y="3730307"/>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43A89244-1E15-B1AE-9AFE-9EC61BDC963E}"/>
                </a:ext>
              </a:extLst>
            </p:cNvPr>
            <p:cNvCxnSpPr/>
            <p:nvPr/>
          </p:nvCxnSpPr>
          <p:spPr>
            <a:xfrm flipV="1">
              <a:off x="7014845" y="3803967"/>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672">
              <a:extLst>
                <a:ext uri="{FF2B5EF4-FFF2-40B4-BE49-F238E27FC236}">
                  <a16:creationId xmlns:a16="http://schemas.microsoft.com/office/drawing/2014/main" id="{FB626C55-B528-F6FB-7CD3-7DB07D0A6DA4}"/>
                </a:ext>
              </a:extLst>
            </p:cNvPr>
            <p:cNvSpPr txBox="1"/>
            <p:nvPr/>
          </p:nvSpPr>
          <p:spPr>
            <a:xfrm>
              <a:off x="7178040" y="363792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pic>
          <p:nvPicPr>
            <p:cNvPr id="9" name="Picture 8">
              <a:extLst>
                <a:ext uri="{FF2B5EF4-FFF2-40B4-BE49-F238E27FC236}">
                  <a16:creationId xmlns:a16="http://schemas.microsoft.com/office/drawing/2014/main" id="{F582F27C-263E-E243-E3AB-DE53A852D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6775" y="3994467"/>
              <a:ext cx="3716655" cy="1977390"/>
            </a:xfrm>
            <a:prstGeom prst="rect">
              <a:avLst/>
            </a:prstGeom>
          </p:spPr>
        </p:pic>
        <p:sp>
          <p:nvSpPr>
            <p:cNvPr id="10" name="Curved Right Arrow 315">
              <a:extLst>
                <a:ext uri="{FF2B5EF4-FFF2-40B4-BE49-F238E27FC236}">
                  <a16:creationId xmlns:a16="http://schemas.microsoft.com/office/drawing/2014/main" id="{5AF3ABA6-7235-6C72-44B5-CE220B14C8DE}"/>
                </a:ext>
              </a:extLst>
            </p:cNvPr>
            <p:cNvSpPr/>
            <p:nvPr/>
          </p:nvSpPr>
          <p:spPr>
            <a:xfrm>
              <a:off x="5568315" y="3760787"/>
              <a:ext cx="546100" cy="54610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 Box 241">
              <a:extLst>
                <a:ext uri="{FF2B5EF4-FFF2-40B4-BE49-F238E27FC236}">
                  <a16:creationId xmlns:a16="http://schemas.microsoft.com/office/drawing/2014/main" id="{46921344-F94B-81C9-6222-26564DEA9452}"/>
                </a:ext>
              </a:extLst>
            </p:cNvPr>
            <p:cNvSpPr txBox="1">
              <a:spLocks noChangeArrowheads="1"/>
            </p:cNvSpPr>
            <p:nvPr/>
          </p:nvSpPr>
          <p:spPr bwMode="auto">
            <a:xfrm>
              <a:off x="3000375" y="4572317"/>
              <a:ext cx="4018915"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an account?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DC364780-7CAD-E598-4311-AFF3D0C583C2}"/>
                </a:ext>
              </a:extLst>
            </p:cNvPr>
            <p:cNvSpPr/>
            <p:nvPr/>
          </p:nvSpPr>
          <p:spPr>
            <a:xfrm>
              <a:off x="3502025" y="4196397"/>
              <a:ext cx="3550285" cy="3562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6" name="Picture 15">
            <a:extLst>
              <a:ext uri="{FF2B5EF4-FFF2-40B4-BE49-F238E27FC236}">
                <a16:creationId xmlns:a16="http://schemas.microsoft.com/office/drawing/2014/main" id="{D81F22C3-281E-7DD2-89BB-08E1E4CD21C7}"/>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17" name="Slide Number Placeholder 16">
            <a:extLst>
              <a:ext uri="{FF2B5EF4-FFF2-40B4-BE49-F238E27FC236}">
                <a16:creationId xmlns:a16="http://schemas.microsoft.com/office/drawing/2014/main" id="{18452A31-46E1-8380-A895-6E8A8460B4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052EF9DF-582D-AFCD-A5BD-74C13791134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99866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25862" y="1158875"/>
            <a:ext cx="4217531" cy="403716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the account is in Check, enter the check date and check number.</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11.2.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OR If you want to plot the selected account already in received payment– detail, you may click add/ save button. </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988873" y="628135"/>
            <a:ext cx="4386015"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16" name="Picture 15">
            <a:extLst>
              <a:ext uri="{FF2B5EF4-FFF2-40B4-BE49-F238E27FC236}">
                <a16:creationId xmlns:a16="http://schemas.microsoft.com/office/drawing/2014/main" id="{D81F22C3-281E-7DD2-89BB-08E1E4CD21C7}"/>
              </a:ext>
            </a:extLst>
          </p:cNvPr>
          <p:cNvPicPr>
            <a:picLocks noChangeAspect="1"/>
          </p:cNvPicPr>
          <p:nvPr/>
        </p:nvPicPr>
        <p:blipFill>
          <a:blip r:embed="rId2"/>
          <a:stretch>
            <a:fillRect/>
          </a:stretch>
        </p:blipFill>
        <p:spPr>
          <a:xfrm>
            <a:off x="10780479" y="6391410"/>
            <a:ext cx="1047454" cy="267619"/>
          </a:xfrm>
          <a:prstGeom prst="rect">
            <a:avLst/>
          </a:prstGeom>
          <a:effectLst/>
        </p:spPr>
      </p:pic>
      <p:grpSp>
        <p:nvGrpSpPr>
          <p:cNvPr id="39" name="Group 38">
            <a:extLst>
              <a:ext uri="{FF2B5EF4-FFF2-40B4-BE49-F238E27FC236}">
                <a16:creationId xmlns:a16="http://schemas.microsoft.com/office/drawing/2014/main" id="{B7F444EE-FE75-19A7-E875-751FF92F7DC7}"/>
              </a:ext>
            </a:extLst>
          </p:cNvPr>
          <p:cNvGrpSpPr/>
          <p:nvPr/>
        </p:nvGrpSpPr>
        <p:grpSpPr>
          <a:xfrm>
            <a:off x="5648503" y="388937"/>
            <a:ext cx="6184900" cy="3632518"/>
            <a:chOff x="5381238" y="1119187"/>
            <a:chExt cx="6184900" cy="3632518"/>
          </a:xfrm>
        </p:grpSpPr>
        <p:pic>
          <p:nvPicPr>
            <p:cNvPr id="14" name="Picture 13">
              <a:extLst>
                <a:ext uri="{FF2B5EF4-FFF2-40B4-BE49-F238E27FC236}">
                  <a16:creationId xmlns:a16="http://schemas.microsoft.com/office/drawing/2014/main" id="{1C88640B-7BF9-2F17-DD5F-3DF968FA2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238" y="1119187"/>
              <a:ext cx="6184900" cy="3387725"/>
            </a:xfrm>
            <a:prstGeom prst="rect">
              <a:avLst/>
            </a:prstGeom>
          </p:spPr>
        </p:pic>
        <p:grpSp>
          <p:nvGrpSpPr>
            <p:cNvPr id="38" name="Group 37">
              <a:extLst>
                <a:ext uri="{FF2B5EF4-FFF2-40B4-BE49-F238E27FC236}">
                  <a16:creationId xmlns:a16="http://schemas.microsoft.com/office/drawing/2014/main" id="{4D4860A1-F6E2-EFB4-8534-4393E0AD5F09}"/>
                </a:ext>
              </a:extLst>
            </p:cNvPr>
            <p:cNvGrpSpPr/>
            <p:nvPr/>
          </p:nvGrpSpPr>
          <p:grpSpPr>
            <a:xfrm>
              <a:off x="7222807" y="1788795"/>
              <a:ext cx="3169285" cy="2962910"/>
              <a:chOff x="4511357" y="1947545"/>
              <a:chExt cx="3169285" cy="2962910"/>
            </a:xfrm>
          </p:grpSpPr>
          <p:sp>
            <p:nvSpPr>
              <p:cNvPr id="17" name="Rectangle 16">
                <a:extLst>
                  <a:ext uri="{FF2B5EF4-FFF2-40B4-BE49-F238E27FC236}">
                    <a16:creationId xmlns:a16="http://schemas.microsoft.com/office/drawing/2014/main" id="{FC17B853-3FF4-12AF-5A93-F2D012971CC4}"/>
                  </a:ext>
                </a:extLst>
              </p:cNvPr>
              <p:cNvSpPr/>
              <p:nvPr/>
            </p:nvSpPr>
            <p:spPr>
              <a:xfrm>
                <a:off x="4511357" y="2887345"/>
                <a:ext cx="2468245" cy="53213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A4874A77-AC55-C06A-0185-FFAA9FBD460D}"/>
                  </a:ext>
                </a:extLst>
              </p:cNvPr>
              <p:cNvCxnSpPr/>
              <p:nvPr/>
            </p:nvCxnSpPr>
            <p:spPr>
              <a:xfrm>
                <a:off x="7018337" y="32258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326">
                <a:extLst>
                  <a:ext uri="{FF2B5EF4-FFF2-40B4-BE49-F238E27FC236}">
                    <a16:creationId xmlns:a16="http://schemas.microsoft.com/office/drawing/2014/main" id="{8E660CF4-3E7F-9A60-641F-F7A19903E894}"/>
                  </a:ext>
                </a:extLst>
              </p:cNvPr>
              <p:cNvSpPr txBox="1"/>
              <p:nvPr/>
            </p:nvSpPr>
            <p:spPr>
              <a:xfrm>
                <a:off x="7203122" y="304736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0" name="Rectangle 19">
                <a:extLst>
                  <a:ext uri="{FF2B5EF4-FFF2-40B4-BE49-F238E27FC236}">
                    <a16:creationId xmlns:a16="http://schemas.microsoft.com/office/drawing/2014/main" id="{249410FC-245B-FA55-25A6-8E44AA4EF903}"/>
                  </a:ext>
                </a:extLst>
              </p:cNvPr>
              <p:cNvSpPr/>
              <p:nvPr/>
            </p:nvSpPr>
            <p:spPr>
              <a:xfrm>
                <a:off x="4514532" y="3461385"/>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29AD1651-B333-F40A-BEFE-34A7BABA8231}"/>
                  </a:ext>
                </a:extLst>
              </p:cNvPr>
              <p:cNvCxnSpPr/>
              <p:nvPr/>
            </p:nvCxnSpPr>
            <p:spPr>
              <a:xfrm>
                <a:off x="7020877" y="359664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333">
                <a:extLst>
                  <a:ext uri="{FF2B5EF4-FFF2-40B4-BE49-F238E27FC236}">
                    <a16:creationId xmlns:a16="http://schemas.microsoft.com/office/drawing/2014/main" id="{BB8D1BD1-E197-D7EF-5393-FED460AD5883}"/>
                  </a:ext>
                </a:extLst>
              </p:cNvPr>
              <p:cNvSpPr txBox="1"/>
              <p:nvPr/>
            </p:nvSpPr>
            <p:spPr>
              <a:xfrm>
                <a:off x="7205662" y="336105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23" name="Rectangle 22">
                <a:extLst>
                  <a:ext uri="{FF2B5EF4-FFF2-40B4-BE49-F238E27FC236}">
                    <a16:creationId xmlns:a16="http://schemas.microsoft.com/office/drawing/2014/main" id="{3D81CE16-3F46-8A59-575A-DFC344DFA0CF}"/>
                  </a:ext>
                </a:extLst>
              </p:cNvPr>
              <p:cNvSpPr/>
              <p:nvPr/>
            </p:nvSpPr>
            <p:spPr>
              <a:xfrm>
                <a:off x="6200457" y="4231640"/>
                <a:ext cx="92583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EDBAEB17-574B-E3F8-C0C5-BF579E734A4D}"/>
                  </a:ext>
                </a:extLst>
              </p:cNvPr>
              <p:cNvCxnSpPr/>
              <p:nvPr/>
            </p:nvCxnSpPr>
            <p:spPr>
              <a:xfrm flipH="1">
                <a:off x="7007542" y="443357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336">
                <a:extLst>
                  <a:ext uri="{FF2B5EF4-FFF2-40B4-BE49-F238E27FC236}">
                    <a16:creationId xmlns:a16="http://schemas.microsoft.com/office/drawing/2014/main" id="{774056EA-1E22-8855-501B-E8CB48D7E6D7}"/>
                  </a:ext>
                </a:extLst>
              </p:cNvPr>
              <p:cNvSpPr txBox="1"/>
              <p:nvPr/>
            </p:nvSpPr>
            <p:spPr>
              <a:xfrm>
                <a:off x="6489382" y="462407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6" name="Rectangle 25">
                <a:extLst>
                  <a:ext uri="{FF2B5EF4-FFF2-40B4-BE49-F238E27FC236}">
                    <a16:creationId xmlns:a16="http://schemas.microsoft.com/office/drawing/2014/main" id="{7EC5506F-6C28-C15D-1276-8095502C02C9}"/>
                  </a:ext>
                </a:extLst>
              </p:cNvPr>
              <p:cNvSpPr/>
              <p:nvPr/>
            </p:nvSpPr>
            <p:spPr>
              <a:xfrm>
                <a:off x="5514657" y="4231640"/>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FF432AA4-D5CE-24C2-12B4-BAB971A1040B}"/>
                  </a:ext>
                </a:extLst>
              </p:cNvPr>
              <p:cNvCxnSpPr/>
              <p:nvPr/>
            </p:nvCxnSpPr>
            <p:spPr>
              <a:xfrm flipH="1">
                <a:off x="5997892" y="4434205"/>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39">
                <a:extLst>
                  <a:ext uri="{FF2B5EF4-FFF2-40B4-BE49-F238E27FC236}">
                    <a16:creationId xmlns:a16="http://schemas.microsoft.com/office/drawing/2014/main" id="{19AD30D3-C8B3-B9B2-9C53-8778C638FF1F}"/>
                  </a:ext>
                </a:extLst>
              </p:cNvPr>
              <p:cNvSpPr txBox="1"/>
              <p:nvPr/>
            </p:nvSpPr>
            <p:spPr>
              <a:xfrm>
                <a:off x="5479732" y="46247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11.2</a:t>
                </a:r>
              </a:p>
            </p:txBody>
          </p:sp>
          <p:sp>
            <p:nvSpPr>
              <p:cNvPr id="29" name="Rectangle 28">
                <a:extLst>
                  <a:ext uri="{FF2B5EF4-FFF2-40B4-BE49-F238E27FC236}">
                    <a16:creationId xmlns:a16="http://schemas.microsoft.com/office/drawing/2014/main" id="{5C8E30ED-0A2B-DD03-A46A-15FD1FBF789A}"/>
                  </a:ext>
                </a:extLst>
              </p:cNvPr>
              <p:cNvSpPr/>
              <p:nvPr/>
            </p:nvSpPr>
            <p:spPr>
              <a:xfrm>
                <a:off x="4774882" y="4227195"/>
                <a:ext cx="68707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Arrow Connector 29">
                <a:extLst>
                  <a:ext uri="{FF2B5EF4-FFF2-40B4-BE49-F238E27FC236}">
                    <a16:creationId xmlns:a16="http://schemas.microsoft.com/office/drawing/2014/main" id="{0CFDE476-7AFA-7092-25DF-7424C5F3A399}"/>
                  </a:ext>
                </a:extLst>
              </p:cNvPr>
              <p:cNvCxnSpPr/>
              <p:nvPr/>
            </p:nvCxnSpPr>
            <p:spPr>
              <a:xfrm flipH="1">
                <a:off x="5336222" y="442849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342">
                <a:extLst>
                  <a:ext uri="{FF2B5EF4-FFF2-40B4-BE49-F238E27FC236}">
                    <a16:creationId xmlns:a16="http://schemas.microsoft.com/office/drawing/2014/main" id="{A374DD00-DA14-A348-9C61-57BDBD29B79C}"/>
                  </a:ext>
                </a:extLst>
              </p:cNvPr>
              <p:cNvSpPr txBox="1"/>
              <p:nvPr/>
            </p:nvSpPr>
            <p:spPr>
              <a:xfrm>
                <a:off x="4818062" y="461899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sp>
            <p:nvSpPr>
              <p:cNvPr id="32" name="Rectangle 31">
                <a:extLst>
                  <a:ext uri="{FF2B5EF4-FFF2-40B4-BE49-F238E27FC236}">
                    <a16:creationId xmlns:a16="http://schemas.microsoft.com/office/drawing/2014/main" id="{DABB9338-E519-5FD8-60CE-5C054624FE94}"/>
                  </a:ext>
                </a:extLst>
              </p:cNvPr>
              <p:cNvSpPr/>
              <p:nvPr/>
            </p:nvSpPr>
            <p:spPr>
              <a:xfrm>
                <a:off x="4513262" y="3765550"/>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6D7645AD-4602-66A1-9A60-A52B15EF1A65}"/>
                  </a:ext>
                </a:extLst>
              </p:cNvPr>
              <p:cNvCxnSpPr/>
              <p:nvPr/>
            </p:nvCxnSpPr>
            <p:spPr>
              <a:xfrm>
                <a:off x="7019607" y="395795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1124">
                <a:extLst>
                  <a:ext uri="{FF2B5EF4-FFF2-40B4-BE49-F238E27FC236}">
                    <a16:creationId xmlns:a16="http://schemas.microsoft.com/office/drawing/2014/main" id="{36C41928-EDDF-D2F7-29E9-3684E0377A7B}"/>
                  </a:ext>
                </a:extLst>
              </p:cNvPr>
              <p:cNvSpPr txBox="1"/>
              <p:nvPr/>
            </p:nvSpPr>
            <p:spPr>
              <a:xfrm>
                <a:off x="7204392" y="366522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sp>
            <p:nvSpPr>
              <p:cNvPr id="35" name="Rectangle 34">
                <a:extLst>
                  <a:ext uri="{FF2B5EF4-FFF2-40B4-BE49-F238E27FC236}">
                    <a16:creationId xmlns:a16="http://schemas.microsoft.com/office/drawing/2014/main" id="{7FF0FA6C-534B-CD93-6BFC-07210328FEE6}"/>
                  </a:ext>
                </a:extLst>
              </p:cNvPr>
              <p:cNvSpPr/>
              <p:nvPr/>
            </p:nvSpPr>
            <p:spPr>
              <a:xfrm>
                <a:off x="4513262" y="2047875"/>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8A557066-2973-4812-6833-6999C1D192FE}"/>
                  </a:ext>
                </a:extLst>
              </p:cNvPr>
              <p:cNvCxnSpPr/>
              <p:nvPr/>
            </p:nvCxnSpPr>
            <p:spPr>
              <a:xfrm>
                <a:off x="7019607" y="224028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1127">
                <a:extLst>
                  <a:ext uri="{FF2B5EF4-FFF2-40B4-BE49-F238E27FC236}">
                    <a16:creationId xmlns:a16="http://schemas.microsoft.com/office/drawing/2014/main" id="{338D5425-E836-47E6-C4B7-71AA9BF052F7}"/>
                  </a:ext>
                </a:extLst>
              </p:cNvPr>
              <p:cNvSpPr txBox="1"/>
              <p:nvPr/>
            </p:nvSpPr>
            <p:spPr>
              <a:xfrm>
                <a:off x="7204392" y="194754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45" name="Group 44">
            <a:extLst>
              <a:ext uri="{FF2B5EF4-FFF2-40B4-BE49-F238E27FC236}">
                <a16:creationId xmlns:a16="http://schemas.microsoft.com/office/drawing/2014/main" id="{2FC69B38-2EF6-6907-0F1D-07B17812959A}"/>
              </a:ext>
            </a:extLst>
          </p:cNvPr>
          <p:cNvGrpSpPr/>
          <p:nvPr/>
        </p:nvGrpSpPr>
        <p:grpSpPr>
          <a:xfrm>
            <a:off x="5601264" y="4256405"/>
            <a:ext cx="6189345" cy="1628775"/>
            <a:chOff x="3001327" y="2614613"/>
            <a:chExt cx="6189345" cy="1628775"/>
          </a:xfrm>
        </p:grpSpPr>
        <p:pic>
          <p:nvPicPr>
            <p:cNvPr id="40" name="Picture 39">
              <a:extLst>
                <a:ext uri="{FF2B5EF4-FFF2-40B4-BE49-F238E27FC236}">
                  <a16:creationId xmlns:a16="http://schemas.microsoft.com/office/drawing/2014/main" id="{8DACFBB4-6E73-57A0-2E99-C853B44305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1327" y="2614613"/>
              <a:ext cx="6189345" cy="1508125"/>
            </a:xfrm>
            <a:prstGeom prst="rect">
              <a:avLst/>
            </a:prstGeom>
          </p:spPr>
        </p:pic>
        <p:sp>
          <p:nvSpPr>
            <p:cNvPr id="41" name="Text Box 241">
              <a:extLst>
                <a:ext uri="{FF2B5EF4-FFF2-40B4-BE49-F238E27FC236}">
                  <a16:creationId xmlns:a16="http://schemas.microsoft.com/office/drawing/2014/main" id="{15F23B15-DAEE-AEC3-A0D5-E4FD44C907FF}"/>
                </a:ext>
              </a:extLst>
            </p:cNvPr>
            <p:cNvSpPr txBox="1">
              <a:spLocks noChangeArrowheads="1"/>
            </p:cNvSpPr>
            <p:nvPr/>
          </p:nvSpPr>
          <p:spPr bwMode="auto">
            <a:xfrm>
              <a:off x="3002597" y="3268028"/>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received payment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7662034A-28B0-8EA7-0169-5B4BDCD02BA9}"/>
                </a:ext>
              </a:extLst>
            </p:cNvPr>
            <p:cNvSpPr/>
            <p:nvPr/>
          </p:nvSpPr>
          <p:spPr>
            <a:xfrm>
              <a:off x="8456612" y="2662873"/>
              <a:ext cx="44894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5B3878F8-2DCC-65A2-5E25-8CA5DB1D9FC4}"/>
                </a:ext>
              </a:extLst>
            </p:cNvPr>
            <p:cNvCxnSpPr/>
            <p:nvPr/>
          </p:nvCxnSpPr>
          <p:spPr>
            <a:xfrm flipH="1">
              <a:off x="8777287" y="286099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369">
              <a:extLst>
                <a:ext uri="{FF2B5EF4-FFF2-40B4-BE49-F238E27FC236}">
                  <a16:creationId xmlns:a16="http://schemas.microsoft.com/office/drawing/2014/main" id="{2B81ADDD-E05B-FA94-63D1-D07715689560}"/>
                </a:ext>
              </a:extLst>
            </p:cNvPr>
            <p:cNvSpPr txBox="1"/>
            <p:nvPr/>
          </p:nvSpPr>
          <p:spPr>
            <a:xfrm>
              <a:off x="8259127" y="305149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grpSp>
      <p:sp>
        <p:nvSpPr>
          <p:cNvPr id="6" name="Slide Number Placeholder 5">
            <a:extLst>
              <a:ext uri="{FF2B5EF4-FFF2-40B4-BE49-F238E27FC236}">
                <a16:creationId xmlns:a16="http://schemas.microsoft.com/office/drawing/2014/main" id="{2BFDB479-A4E2-849D-A12B-2AD1055AE8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D1722CA7-834D-FA6D-3DD7-67D9655838F5}"/>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95768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805110" y="1703241"/>
            <a:ext cx="4217531" cy="395090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For advance payment, click QTN# and select its related quotation transaction.</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the final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downpayment</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is already collected and quotation transaction is no longer needed in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qtn</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lookup, tagged it as a final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dp</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This will allow the system to remove the QTN transaction in the list in the lookup.</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the arrow to enable the buttons in the header.</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15.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25AD577-1C7A-230D-46BF-27D24184DA97}"/>
              </a:ext>
            </a:extLst>
          </p:cNvPr>
          <p:cNvSpPr txBox="1"/>
          <p:nvPr/>
        </p:nvSpPr>
        <p:spPr>
          <a:xfrm>
            <a:off x="988875" y="628135"/>
            <a:ext cx="438601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Slide Number Placeholder 7">
            <a:extLst>
              <a:ext uri="{FF2B5EF4-FFF2-40B4-BE49-F238E27FC236}">
                <a16:creationId xmlns:a16="http://schemas.microsoft.com/office/drawing/2014/main" id="{D7EB28D9-5AB4-61CC-9B4D-33DAD45BBE5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62767CF4-8AE8-3157-1A45-07C8236551D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8" name="Group 17">
            <a:extLst>
              <a:ext uri="{FF2B5EF4-FFF2-40B4-BE49-F238E27FC236}">
                <a16:creationId xmlns:a16="http://schemas.microsoft.com/office/drawing/2014/main" id="{4526F7FF-1693-4E52-5EA8-182041E7AB48}"/>
              </a:ext>
            </a:extLst>
          </p:cNvPr>
          <p:cNvGrpSpPr/>
          <p:nvPr/>
        </p:nvGrpSpPr>
        <p:grpSpPr>
          <a:xfrm>
            <a:off x="5556186" y="700646"/>
            <a:ext cx="6107343" cy="2386164"/>
            <a:chOff x="5720590" y="1477120"/>
            <a:chExt cx="6107343" cy="2386164"/>
          </a:xfrm>
        </p:grpSpPr>
        <p:pic>
          <p:nvPicPr>
            <p:cNvPr id="9" name="Picture 8">
              <a:extLst>
                <a:ext uri="{FF2B5EF4-FFF2-40B4-BE49-F238E27FC236}">
                  <a16:creationId xmlns:a16="http://schemas.microsoft.com/office/drawing/2014/main" id="{8415DAFC-2D85-3395-55BB-20FC3AD58021}"/>
                </a:ext>
              </a:extLst>
            </p:cNvPr>
            <p:cNvPicPr>
              <a:picLocks noChangeAspect="1"/>
            </p:cNvPicPr>
            <p:nvPr/>
          </p:nvPicPr>
          <p:blipFill>
            <a:blip r:embed="rId2"/>
            <a:srcRect/>
            <a:stretch>
              <a:fillRect/>
            </a:stretch>
          </p:blipFill>
          <p:spPr bwMode="auto">
            <a:xfrm>
              <a:off x="5946563" y="1477120"/>
              <a:ext cx="5881370" cy="1908810"/>
            </a:xfrm>
            <a:prstGeom prst="rect">
              <a:avLst/>
            </a:prstGeom>
            <a:noFill/>
            <a:ln w="9525">
              <a:noFill/>
              <a:miter lim="800000"/>
              <a:headEnd/>
              <a:tailEnd/>
            </a:ln>
          </p:spPr>
        </p:pic>
        <p:pic>
          <p:nvPicPr>
            <p:cNvPr id="10" name="Picture 9">
              <a:extLst>
                <a:ext uri="{FF2B5EF4-FFF2-40B4-BE49-F238E27FC236}">
                  <a16:creationId xmlns:a16="http://schemas.microsoft.com/office/drawing/2014/main" id="{4BE9D284-4FE2-5737-95BA-685C9194F247}"/>
                </a:ext>
              </a:extLst>
            </p:cNvPr>
            <p:cNvPicPr>
              <a:picLocks noChangeAspect="1"/>
            </p:cNvPicPr>
            <p:nvPr/>
          </p:nvPicPr>
          <p:blipFill>
            <a:blip r:embed="rId3"/>
            <a:srcRect/>
            <a:stretch>
              <a:fillRect/>
            </a:stretch>
          </p:blipFill>
          <p:spPr bwMode="auto">
            <a:xfrm>
              <a:off x="5720590" y="2783784"/>
              <a:ext cx="3533775" cy="1079500"/>
            </a:xfrm>
            <a:prstGeom prst="rect">
              <a:avLst/>
            </a:prstGeom>
            <a:ln>
              <a:noFill/>
            </a:ln>
            <a:effectLst>
              <a:outerShdw blurRad="292100" dist="139700" dir="2700000" algn="tl" rotWithShape="0">
                <a:srgbClr val="333333">
                  <a:alpha val="65000"/>
                </a:srgbClr>
              </a:outerShdw>
            </a:effectLst>
          </p:spPr>
        </p:pic>
        <p:sp>
          <p:nvSpPr>
            <p:cNvPr id="11" name="Rectangle 2">
              <a:extLst>
                <a:ext uri="{FF2B5EF4-FFF2-40B4-BE49-F238E27FC236}">
                  <a16:creationId xmlns:a16="http://schemas.microsoft.com/office/drawing/2014/main" id="{71317A80-C282-04F3-02CB-731A255E71CB}"/>
                </a:ext>
              </a:extLst>
            </p:cNvPr>
            <p:cNvSpPr>
              <a:spLocks noChangeArrowheads="1"/>
            </p:cNvSpPr>
            <p:nvPr/>
          </p:nvSpPr>
          <p:spPr bwMode="auto">
            <a:xfrm>
              <a:off x="8927004" y="2480699"/>
              <a:ext cx="233362" cy="2047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3">
              <a:extLst>
                <a:ext uri="{FF2B5EF4-FFF2-40B4-BE49-F238E27FC236}">
                  <a16:creationId xmlns:a16="http://schemas.microsoft.com/office/drawing/2014/main" id="{2D6EDEB1-D03F-6920-A300-A4867098CB88}"/>
                </a:ext>
              </a:extLst>
            </p:cNvPr>
            <p:cNvSpPr>
              <a:spLocks noChangeArrowheads="1"/>
            </p:cNvSpPr>
            <p:nvPr/>
          </p:nvSpPr>
          <p:spPr bwMode="auto">
            <a:xfrm>
              <a:off x="9552679" y="2486815"/>
              <a:ext cx="233362" cy="2047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AutoShape 4">
              <a:extLst>
                <a:ext uri="{FF2B5EF4-FFF2-40B4-BE49-F238E27FC236}">
                  <a16:creationId xmlns:a16="http://schemas.microsoft.com/office/drawing/2014/main" id="{0D056E25-C623-0456-9C47-54AB9D0CA4A3}"/>
                </a:ext>
              </a:extLst>
            </p:cNvPr>
            <p:cNvSpPr>
              <a:spLocks noChangeArrowheads="1"/>
            </p:cNvSpPr>
            <p:nvPr/>
          </p:nvSpPr>
          <p:spPr bwMode="auto">
            <a:xfrm rot="1316593">
              <a:off x="8707656" y="2582922"/>
              <a:ext cx="212725" cy="322263"/>
            </a:xfrm>
            <a:prstGeom prst="curvedRightArrow">
              <a:avLst>
                <a:gd name="adj1" fmla="val 30299"/>
                <a:gd name="adj2" fmla="val 60597"/>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5">
              <a:extLst>
                <a:ext uri="{FF2B5EF4-FFF2-40B4-BE49-F238E27FC236}">
                  <a16:creationId xmlns:a16="http://schemas.microsoft.com/office/drawing/2014/main" id="{9B644677-B864-9474-DE69-889EBEC2FDE0}"/>
                </a:ext>
              </a:extLst>
            </p:cNvPr>
            <p:cNvSpPr>
              <a:spLocks noChangeArrowheads="1"/>
            </p:cNvSpPr>
            <p:nvPr/>
          </p:nvSpPr>
          <p:spPr bwMode="auto">
            <a:xfrm>
              <a:off x="9092364" y="2704674"/>
              <a:ext cx="373063" cy="27940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defRPr/>
              </a:pPr>
              <a:r>
                <a:rPr kumimoji="0" lang="en-PH"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12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17" name="Picture 16">
              <a:extLst>
                <a:ext uri="{FF2B5EF4-FFF2-40B4-BE49-F238E27FC236}">
                  <a16:creationId xmlns:a16="http://schemas.microsoft.com/office/drawing/2014/main" id="{BF10B595-84F4-4CF6-17FB-A0526EAB47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4877" y="2665360"/>
              <a:ext cx="400000" cy="304762"/>
            </a:xfrm>
            <a:prstGeom prst="rect">
              <a:avLst/>
            </a:prstGeom>
          </p:spPr>
        </p:pic>
      </p:grpSp>
      <p:grpSp>
        <p:nvGrpSpPr>
          <p:cNvPr id="19" name="Group 18">
            <a:extLst>
              <a:ext uri="{FF2B5EF4-FFF2-40B4-BE49-F238E27FC236}">
                <a16:creationId xmlns:a16="http://schemas.microsoft.com/office/drawing/2014/main" id="{ECEBA1CB-0707-7E36-5BF1-D991E36937D3}"/>
              </a:ext>
            </a:extLst>
          </p:cNvPr>
          <p:cNvGrpSpPr/>
          <p:nvPr/>
        </p:nvGrpSpPr>
        <p:grpSpPr>
          <a:xfrm>
            <a:off x="5556186" y="3495975"/>
            <a:ext cx="6034292" cy="3076150"/>
            <a:chOff x="5512364" y="1055370"/>
            <a:chExt cx="6283819" cy="3249295"/>
          </a:xfrm>
        </p:grpSpPr>
        <p:pic>
          <p:nvPicPr>
            <p:cNvPr id="20" name="Picture 19">
              <a:extLst>
                <a:ext uri="{FF2B5EF4-FFF2-40B4-BE49-F238E27FC236}">
                  <a16:creationId xmlns:a16="http://schemas.microsoft.com/office/drawing/2014/main" id="{38C33B2F-C5BF-4499-3776-FFA1032FA9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2364" y="1055370"/>
              <a:ext cx="6189345" cy="2279650"/>
            </a:xfrm>
            <a:prstGeom prst="rect">
              <a:avLst/>
            </a:prstGeom>
          </p:spPr>
        </p:pic>
        <p:pic>
          <p:nvPicPr>
            <p:cNvPr id="21" name="Picture 20">
              <a:extLst>
                <a:ext uri="{FF2B5EF4-FFF2-40B4-BE49-F238E27FC236}">
                  <a16:creationId xmlns:a16="http://schemas.microsoft.com/office/drawing/2014/main" id="{E5FA351C-4924-631A-6FFC-3EB60E4556B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05809" y="1786890"/>
              <a:ext cx="4690745" cy="2517775"/>
            </a:xfrm>
            <a:prstGeom prst="rect">
              <a:avLst/>
            </a:prstGeom>
            <a:ln>
              <a:noFill/>
            </a:ln>
            <a:effectLst>
              <a:outerShdw blurRad="292100" dist="139700" dir="2700000" algn="tl" rotWithShape="0">
                <a:srgbClr val="333333">
                  <a:alpha val="65000"/>
                </a:srgbClr>
              </a:outerShdw>
            </a:effectLst>
          </p:spPr>
        </p:pic>
        <p:grpSp>
          <p:nvGrpSpPr>
            <p:cNvPr id="22" name="Group 21">
              <a:extLst>
                <a:ext uri="{FF2B5EF4-FFF2-40B4-BE49-F238E27FC236}">
                  <a16:creationId xmlns:a16="http://schemas.microsoft.com/office/drawing/2014/main" id="{0E4F545A-482D-4794-AA31-0152FB49AD72}"/>
                </a:ext>
              </a:extLst>
            </p:cNvPr>
            <p:cNvGrpSpPr/>
            <p:nvPr/>
          </p:nvGrpSpPr>
          <p:grpSpPr>
            <a:xfrm>
              <a:off x="9054253" y="1440180"/>
              <a:ext cx="2741930" cy="928370"/>
              <a:chOff x="0" y="0"/>
              <a:chExt cx="2741930" cy="928370"/>
            </a:xfrm>
          </p:grpSpPr>
          <p:sp>
            <p:nvSpPr>
              <p:cNvPr id="23" name="Rectangle 22">
                <a:extLst>
                  <a:ext uri="{FF2B5EF4-FFF2-40B4-BE49-F238E27FC236}">
                    <a16:creationId xmlns:a16="http://schemas.microsoft.com/office/drawing/2014/main" id="{4D2A31CD-B5B4-8A8D-0CAC-ADFCD003898D}"/>
                  </a:ext>
                </a:extLst>
              </p:cNvPr>
              <p:cNvSpPr/>
              <p:nvPr/>
            </p:nvSpPr>
            <p:spPr>
              <a:xfrm>
                <a:off x="1847850" y="57150"/>
                <a:ext cx="268663"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0B34B51D-8A95-C251-3626-5831C731C027}"/>
                  </a:ext>
                </a:extLst>
              </p:cNvPr>
              <p:cNvCxnSpPr/>
              <p:nvPr/>
            </p:nvCxnSpPr>
            <p:spPr>
              <a:xfrm flipV="1">
                <a:off x="2146300" y="1333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689">
                <a:extLst>
                  <a:ext uri="{FF2B5EF4-FFF2-40B4-BE49-F238E27FC236}">
                    <a16:creationId xmlns:a16="http://schemas.microsoft.com/office/drawing/2014/main" id="{0F2CEE88-C23F-CD8A-73C6-7D5F7A8ADC17}"/>
                  </a:ext>
                </a:extLst>
              </p:cNvPr>
              <p:cNvSpPr txBox="1"/>
              <p:nvPr/>
            </p:nvSpPr>
            <p:spPr>
              <a:xfrm>
                <a:off x="22669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14</a:t>
                </a:r>
              </a:p>
            </p:txBody>
          </p:sp>
          <p:sp>
            <p:nvSpPr>
              <p:cNvPr id="26" name="Curved Right Arrow 691">
                <a:extLst>
                  <a:ext uri="{FF2B5EF4-FFF2-40B4-BE49-F238E27FC236}">
                    <a16:creationId xmlns:a16="http://schemas.microsoft.com/office/drawing/2014/main" id="{F3BA6E7B-C7D7-E7F7-3331-5EDD517585A3}"/>
                  </a:ext>
                </a:extLst>
              </p:cNvPr>
              <p:cNvSpPr/>
              <p:nvPr/>
            </p:nvSpPr>
            <p:spPr>
              <a:xfrm>
                <a:off x="1384300" y="139700"/>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BE95C8FA-D537-8FB0-0B83-8C96C94D4F08}"/>
                  </a:ext>
                </a:extLst>
              </p:cNvPr>
              <p:cNvSpPr/>
              <p:nvPr/>
            </p:nvSpPr>
            <p:spPr>
              <a:xfrm>
                <a:off x="0" y="67945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427881FE-101C-3E1F-E913-A99A003BD39B}"/>
                  </a:ext>
                </a:extLst>
              </p:cNvPr>
              <p:cNvCxnSpPr/>
              <p:nvPr/>
            </p:nvCxnSpPr>
            <p:spPr>
              <a:xfrm flipV="1">
                <a:off x="393700" y="73660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694">
                <a:extLst>
                  <a:ext uri="{FF2B5EF4-FFF2-40B4-BE49-F238E27FC236}">
                    <a16:creationId xmlns:a16="http://schemas.microsoft.com/office/drawing/2014/main" id="{B8252D78-DFCA-44FA-76DF-E5D789EC9DD6}"/>
                  </a:ext>
                </a:extLst>
              </p:cNvPr>
              <p:cNvSpPr txBox="1"/>
              <p:nvPr/>
            </p:nvSpPr>
            <p:spPr>
              <a:xfrm>
                <a:off x="520700" y="6096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15</a:t>
                </a:r>
              </a:p>
            </p:txBody>
          </p:sp>
        </p:grpSp>
      </p:grpSp>
    </p:spTree>
    <p:extLst>
      <p:ext uri="{BB962C8B-B14F-4D97-AF65-F5344CB8AC3E}">
        <p14:creationId xmlns:p14="http://schemas.microsoft.com/office/powerpoint/2010/main" val="2202007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received payment – main window, search the received payment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received payment – main form, click the lookup button and select the transaction you wish to edit its information by typing the transaction number in the search bar.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all"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CR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CR header, click save button in the upper side of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8673CA3-1D44-C44A-39AC-03BF9C5DE318}"/>
              </a:ext>
            </a:extLst>
          </p:cNvPr>
          <p:cNvSpPr txBox="1"/>
          <p:nvPr/>
        </p:nvSpPr>
        <p:spPr>
          <a:xfrm>
            <a:off x="7290763" y="265315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Received Payment – Main Window</a:t>
            </a:r>
            <a:endParaRPr kumimoji="0" lang="en-US"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DD15007-9C88-741A-9271-4BE13BE6B3CE}"/>
              </a:ext>
            </a:extLst>
          </p:cNvPr>
          <p:cNvSpPr txBox="1"/>
          <p:nvPr/>
        </p:nvSpPr>
        <p:spPr>
          <a:xfrm>
            <a:off x="7401253" y="50131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Received Payment – Main Form</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grpSp>
        <p:nvGrpSpPr>
          <p:cNvPr id="28" name="Group 27">
            <a:extLst>
              <a:ext uri="{FF2B5EF4-FFF2-40B4-BE49-F238E27FC236}">
                <a16:creationId xmlns:a16="http://schemas.microsoft.com/office/drawing/2014/main" id="{39CDF60B-A208-83D4-2FA5-C0556B62B5A7}"/>
              </a:ext>
            </a:extLst>
          </p:cNvPr>
          <p:cNvGrpSpPr/>
          <p:nvPr/>
        </p:nvGrpSpPr>
        <p:grpSpPr>
          <a:xfrm>
            <a:off x="5197545" y="965527"/>
            <a:ext cx="6078855" cy="1693545"/>
            <a:chOff x="5191125" y="965527"/>
            <a:chExt cx="6078855" cy="1693545"/>
          </a:xfrm>
        </p:grpSpPr>
        <p:pic>
          <p:nvPicPr>
            <p:cNvPr id="16" name="Picture 15">
              <a:extLst>
                <a:ext uri="{FF2B5EF4-FFF2-40B4-BE49-F238E27FC236}">
                  <a16:creationId xmlns:a16="http://schemas.microsoft.com/office/drawing/2014/main" id="{07332873-5D76-1F1B-E890-1DB2CF1EDB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1125" y="965527"/>
              <a:ext cx="6078855" cy="1693545"/>
            </a:xfrm>
            <a:prstGeom prst="rect">
              <a:avLst/>
            </a:prstGeom>
          </p:spPr>
        </p:pic>
        <p:grpSp>
          <p:nvGrpSpPr>
            <p:cNvPr id="18" name="Group 17">
              <a:extLst>
                <a:ext uri="{FF2B5EF4-FFF2-40B4-BE49-F238E27FC236}">
                  <a16:creationId xmlns:a16="http://schemas.microsoft.com/office/drawing/2014/main" id="{CCB1FA04-1F96-1D5B-24E3-40564541353A}"/>
                </a:ext>
              </a:extLst>
            </p:cNvPr>
            <p:cNvGrpSpPr/>
            <p:nvPr/>
          </p:nvGrpSpPr>
          <p:grpSpPr>
            <a:xfrm>
              <a:off x="5250648" y="1765672"/>
              <a:ext cx="1475739" cy="333375"/>
              <a:chOff x="0" y="0"/>
              <a:chExt cx="1476374" cy="333375"/>
            </a:xfrm>
          </p:grpSpPr>
          <p:sp>
            <p:nvSpPr>
              <p:cNvPr id="19" name="Rectangle 18">
                <a:extLst>
                  <a:ext uri="{FF2B5EF4-FFF2-40B4-BE49-F238E27FC236}">
                    <a16:creationId xmlns:a16="http://schemas.microsoft.com/office/drawing/2014/main" id="{B45D5321-7663-2C2B-BFCB-C2F032DE8C1C}"/>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F0F50786-DDAB-6045-23B6-33680A1A648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39">
                <a:extLst>
                  <a:ext uri="{FF2B5EF4-FFF2-40B4-BE49-F238E27FC236}">
                    <a16:creationId xmlns:a16="http://schemas.microsoft.com/office/drawing/2014/main" id="{6589A3DB-E364-626C-06D0-34739B4A8FA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54" name="Group 53">
            <a:extLst>
              <a:ext uri="{FF2B5EF4-FFF2-40B4-BE49-F238E27FC236}">
                <a16:creationId xmlns:a16="http://schemas.microsoft.com/office/drawing/2014/main" id="{98681F6B-7F53-DEE2-B249-EE3474A5BF69}"/>
              </a:ext>
            </a:extLst>
          </p:cNvPr>
          <p:cNvGrpSpPr/>
          <p:nvPr/>
        </p:nvGrpSpPr>
        <p:grpSpPr>
          <a:xfrm>
            <a:off x="4653985" y="3238182"/>
            <a:ext cx="6732905" cy="1727835"/>
            <a:chOff x="4537075" y="3238182"/>
            <a:chExt cx="6732905" cy="1727835"/>
          </a:xfrm>
        </p:grpSpPr>
        <p:pic>
          <p:nvPicPr>
            <p:cNvPr id="40" name="Picture 39">
              <a:extLst>
                <a:ext uri="{FF2B5EF4-FFF2-40B4-BE49-F238E27FC236}">
                  <a16:creationId xmlns:a16="http://schemas.microsoft.com/office/drawing/2014/main" id="{5F415CD2-0E36-B04A-B6DB-93EC2EA92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635" y="3238182"/>
              <a:ext cx="6189345" cy="1727835"/>
            </a:xfrm>
            <a:prstGeom prst="rect">
              <a:avLst/>
            </a:prstGeom>
          </p:spPr>
        </p:pic>
        <p:grpSp>
          <p:nvGrpSpPr>
            <p:cNvPr id="53" name="Group 52">
              <a:extLst>
                <a:ext uri="{FF2B5EF4-FFF2-40B4-BE49-F238E27FC236}">
                  <a16:creationId xmlns:a16="http://schemas.microsoft.com/office/drawing/2014/main" id="{3507EB86-EA67-63F4-4704-A273CB2ECD00}"/>
                </a:ext>
              </a:extLst>
            </p:cNvPr>
            <p:cNvGrpSpPr/>
            <p:nvPr/>
          </p:nvGrpSpPr>
          <p:grpSpPr>
            <a:xfrm>
              <a:off x="4537075" y="3459215"/>
              <a:ext cx="6318251" cy="1503045"/>
              <a:chOff x="2936875" y="2677477"/>
              <a:chExt cx="6318251" cy="1503045"/>
            </a:xfrm>
          </p:grpSpPr>
          <p:grpSp>
            <p:nvGrpSpPr>
              <p:cNvPr id="41" name="Group 40">
                <a:extLst>
                  <a:ext uri="{FF2B5EF4-FFF2-40B4-BE49-F238E27FC236}">
                    <a16:creationId xmlns:a16="http://schemas.microsoft.com/office/drawing/2014/main" id="{88735208-C1F3-7D65-8806-668F8FA5BA7D}"/>
                  </a:ext>
                </a:extLst>
              </p:cNvPr>
              <p:cNvGrpSpPr/>
              <p:nvPr/>
            </p:nvGrpSpPr>
            <p:grpSpPr>
              <a:xfrm>
                <a:off x="4763135" y="3131502"/>
                <a:ext cx="952500" cy="304800"/>
                <a:chOff x="523874" y="28575"/>
                <a:chExt cx="952500" cy="304800"/>
              </a:xfrm>
            </p:grpSpPr>
            <p:sp>
              <p:nvSpPr>
                <p:cNvPr id="50" name="Rectangle 49">
                  <a:extLst>
                    <a:ext uri="{FF2B5EF4-FFF2-40B4-BE49-F238E27FC236}">
                      <a16:creationId xmlns:a16="http://schemas.microsoft.com/office/drawing/2014/main" id="{1CF4D6E9-BAC6-D334-F68A-ECD9D5384927}"/>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1" name="Straight Arrow Connector 50">
                  <a:extLst>
                    <a:ext uri="{FF2B5EF4-FFF2-40B4-BE49-F238E27FC236}">
                      <a16:creationId xmlns:a16="http://schemas.microsoft.com/office/drawing/2014/main" id="{10DA139E-AF9D-6CD2-D3C1-2F39157C98F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 Box 44">
                  <a:extLst>
                    <a:ext uri="{FF2B5EF4-FFF2-40B4-BE49-F238E27FC236}">
                      <a16:creationId xmlns:a16="http://schemas.microsoft.com/office/drawing/2014/main" id="{DC8F96D8-0A0C-A9C5-3569-2A5F44AD256A}"/>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42" name="Group 41">
                <a:extLst>
                  <a:ext uri="{FF2B5EF4-FFF2-40B4-BE49-F238E27FC236}">
                    <a16:creationId xmlns:a16="http://schemas.microsoft.com/office/drawing/2014/main" id="{5BD74D76-5123-2C42-1D6C-EA38555583DC}"/>
                  </a:ext>
                </a:extLst>
              </p:cNvPr>
              <p:cNvGrpSpPr/>
              <p:nvPr/>
            </p:nvGrpSpPr>
            <p:grpSpPr>
              <a:xfrm>
                <a:off x="8274050" y="2859722"/>
                <a:ext cx="981076" cy="304800"/>
                <a:chOff x="333374" y="28575"/>
                <a:chExt cx="981076" cy="304800"/>
              </a:xfrm>
            </p:grpSpPr>
            <p:sp>
              <p:nvSpPr>
                <p:cNvPr id="47" name="Rectangle 46">
                  <a:extLst>
                    <a:ext uri="{FF2B5EF4-FFF2-40B4-BE49-F238E27FC236}">
                      <a16:creationId xmlns:a16="http://schemas.microsoft.com/office/drawing/2014/main" id="{FDBEC980-DF43-2538-D0C4-888204CC68CC}"/>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C6D948F2-D9B6-272D-8B06-F0AACB0C23D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49">
                  <a:extLst>
                    <a:ext uri="{FF2B5EF4-FFF2-40B4-BE49-F238E27FC236}">
                      <a16:creationId xmlns:a16="http://schemas.microsoft.com/office/drawing/2014/main" id="{61C18DE3-CF1B-1A01-5F79-48C17D9C3481}"/>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43" name="Group 42">
                <a:extLst>
                  <a:ext uri="{FF2B5EF4-FFF2-40B4-BE49-F238E27FC236}">
                    <a16:creationId xmlns:a16="http://schemas.microsoft.com/office/drawing/2014/main" id="{C65B9B2D-1216-39FB-F184-9F831823C1C4}"/>
                  </a:ext>
                </a:extLst>
              </p:cNvPr>
              <p:cNvGrpSpPr>
                <a:grpSpLocks/>
              </p:cNvGrpSpPr>
              <p:nvPr/>
            </p:nvGrpSpPr>
            <p:grpSpPr bwMode="auto">
              <a:xfrm>
                <a:off x="5786120" y="3301047"/>
                <a:ext cx="2301875" cy="879475"/>
                <a:chOff x="6116" y="177"/>
                <a:chExt cx="3625" cy="1385"/>
              </a:xfrm>
            </p:grpSpPr>
            <p:pic>
              <p:nvPicPr>
                <p:cNvPr id="45" name="Picture 44">
                  <a:extLst>
                    <a:ext uri="{FF2B5EF4-FFF2-40B4-BE49-F238E27FC236}">
                      <a16:creationId xmlns:a16="http://schemas.microsoft.com/office/drawing/2014/main" id="{DFF1F9E8-77D6-08FD-0181-B4FD04883B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241">
                  <a:extLst>
                    <a:ext uri="{FF2B5EF4-FFF2-40B4-BE49-F238E27FC236}">
                      <a16:creationId xmlns:a16="http://schemas.microsoft.com/office/drawing/2014/main" id="{DB4E8106-966A-651B-4F57-67959AEE452D}"/>
                    </a:ext>
                  </a:extLst>
                </p:cNvPr>
                <p:cNvSpPr txBox="1">
                  <a:spLocks noChangeArrowheads="1"/>
                </p:cNvSpPr>
                <p:nvPr/>
              </p:nvSpPr>
              <p:spPr bwMode="auto">
                <a:xfrm>
                  <a:off x="6116" y="177"/>
                  <a:ext cx="362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CR transaction?</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44" name="Text Box 8">
                <a:extLst>
                  <a:ext uri="{FF2B5EF4-FFF2-40B4-BE49-F238E27FC236}">
                    <a16:creationId xmlns:a16="http://schemas.microsoft.com/office/drawing/2014/main" id="{DA87EC10-4F69-910D-8C3F-DA81BEA9A1DA}"/>
                  </a:ext>
                </a:extLst>
              </p:cNvPr>
              <p:cNvSpPr txBox="1"/>
              <p:nvPr/>
            </p:nvSpPr>
            <p:spPr>
              <a:xfrm>
                <a:off x="2936875" y="2677477"/>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4" name="Slide Number Placeholder 3">
            <a:extLst>
              <a:ext uri="{FF2B5EF4-FFF2-40B4-BE49-F238E27FC236}">
                <a16:creationId xmlns:a16="http://schemas.microsoft.com/office/drawing/2014/main" id="{B6A14022-6EE3-2BBE-AC5E-A477AC4BB3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07B2893-E574-6B50-D61B-DD062620D58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1249831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77064" y="1985403"/>
            <a:ext cx="4179346" cy="330348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account button to save the changes you made in the entry.</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08C5052-DDBB-5E0B-032A-B80037F24FD1}"/>
              </a:ext>
            </a:extLst>
          </p:cNvPr>
          <p:cNvSpPr txBox="1"/>
          <p:nvPr/>
        </p:nvSpPr>
        <p:spPr>
          <a:xfrm>
            <a:off x="1522069" y="633230"/>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35" name="Picture 34">
            <a:extLst>
              <a:ext uri="{FF2B5EF4-FFF2-40B4-BE49-F238E27FC236}">
                <a16:creationId xmlns:a16="http://schemas.microsoft.com/office/drawing/2014/main" id="{B1B96C4B-C29F-117E-6387-31B4392693FD}"/>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Slide Number Placeholder 4">
            <a:extLst>
              <a:ext uri="{FF2B5EF4-FFF2-40B4-BE49-F238E27FC236}">
                <a16:creationId xmlns:a16="http://schemas.microsoft.com/office/drawing/2014/main" id="{2EF75D0E-9CB8-9BAF-4F5D-66A9405238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D38F8F5-3B5C-BEBF-052D-168358DF6BBA}"/>
              </a:ext>
            </a:extLst>
          </p:cNvPr>
          <p:cNvSpPr txBox="1"/>
          <p:nvPr/>
        </p:nvSpPr>
        <p:spPr>
          <a:xfrm>
            <a:off x="988873" y="148003"/>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 name="Group 1">
            <a:extLst>
              <a:ext uri="{FF2B5EF4-FFF2-40B4-BE49-F238E27FC236}">
                <a16:creationId xmlns:a16="http://schemas.microsoft.com/office/drawing/2014/main" id="{84A768E4-AF8E-1436-C371-78FD869D7A54}"/>
              </a:ext>
            </a:extLst>
          </p:cNvPr>
          <p:cNvGrpSpPr/>
          <p:nvPr/>
        </p:nvGrpSpPr>
        <p:grpSpPr>
          <a:xfrm>
            <a:off x="5126663" y="2158545"/>
            <a:ext cx="6743339" cy="2453212"/>
            <a:chOff x="5126663" y="2158545"/>
            <a:chExt cx="6260227" cy="2277457"/>
          </a:xfrm>
        </p:grpSpPr>
        <p:grpSp>
          <p:nvGrpSpPr>
            <p:cNvPr id="4" name="Group 3">
              <a:extLst>
                <a:ext uri="{FF2B5EF4-FFF2-40B4-BE49-F238E27FC236}">
                  <a16:creationId xmlns:a16="http://schemas.microsoft.com/office/drawing/2014/main" id="{968553E9-9637-AD06-6291-C6F7584D4DC9}"/>
                </a:ext>
              </a:extLst>
            </p:cNvPr>
            <p:cNvGrpSpPr/>
            <p:nvPr/>
          </p:nvGrpSpPr>
          <p:grpSpPr>
            <a:xfrm>
              <a:off x="5126663" y="2158545"/>
              <a:ext cx="6260227" cy="2277457"/>
              <a:chOff x="5126663" y="887465"/>
              <a:chExt cx="6260227" cy="2277457"/>
            </a:xfrm>
          </p:grpSpPr>
          <p:grpSp>
            <p:nvGrpSpPr>
              <p:cNvPr id="22" name="Group 21">
                <a:extLst>
                  <a:ext uri="{FF2B5EF4-FFF2-40B4-BE49-F238E27FC236}">
                    <a16:creationId xmlns:a16="http://schemas.microsoft.com/office/drawing/2014/main" id="{ECE9BE6F-7B20-D584-F6C4-33F5423DC9FE}"/>
                  </a:ext>
                </a:extLst>
              </p:cNvPr>
              <p:cNvGrpSpPr/>
              <p:nvPr/>
            </p:nvGrpSpPr>
            <p:grpSpPr>
              <a:xfrm>
                <a:off x="5197545" y="1053550"/>
                <a:ext cx="6189345" cy="2111372"/>
                <a:chOff x="0" y="3"/>
                <a:chExt cx="6189345" cy="2111372"/>
              </a:xfrm>
            </p:grpSpPr>
            <p:grpSp>
              <p:nvGrpSpPr>
                <p:cNvPr id="27" name="Group 26">
                  <a:extLst>
                    <a:ext uri="{FF2B5EF4-FFF2-40B4-BE49-F238E27FC236}">
                      <a16:creationId xmlns:a16="http://schemas.microsoft.com/office/drawing/2014/main" id="{18E85427-CFAB-FE19-AF12-C700B229761C}"/>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92F4B85B-3883-915B-1713-80D60546A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9A76545F-B854-3145-D7B1-BE3AA93E6AF4}"/>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4D5B989C-DE7B-C17B-597C-60114D596AAA}"/>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CA005B5A-8CF1-A324-34AF-AE2ED969664B}"/>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449FB85A-839E-A8E9-AB89-56FAB546273A}"/>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1024AA9C-5703-3EB0-EACA-EDD95B8FDEC0}"/>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28" name="Picture 27">
                  <a:extLst>
                    <a:ext uri="{FF2B5EF4-FFF2-40B4-BE49-F238E27FC236}">
                      <a16:creationId xmlns:a16="http://schemas.microsoft.com/office/drawing/2014/main" id="{15B4F279-E0D4-66EB-5AF7-758C688CE9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23" name="Group 22">
                <a:extLst>
                  <a:ext uri="{FF2B5EF4-FFF2-40B4-BE49-F238E27FC236}">
                    <a16:creationId xmlns:a16="http://schemas.microsoft.com/office/drawing/2014/main" id="{B5BD9D7A-F069-08B3-3D5A-02D40197B3CB}"/>
                  </a:ext>
                </a:extLst>
              </p:cNvPr>
              <p:cNvGrpSpPr/>
              <p:nvPr/>
            </p:nvGrpSpPr>
            <p:grpSpPr>
              <a:xfrm>
                <a:off x="5126663" y="887465"/>
                <a:ext cx="3176904" cy="2008507"/>
                <a:chOff x="0" y="0"/>
                <a:chExt cx="3177391" cy="2008909"/>
              </a:xfrm>
            </p:grpSpPr>
            <p:sp>
              <p:nvSpPr>
                <p:cNvPr id="24" name="Text Box 81">
                  <a:extLst>
                    <a:ext uri="{FF2B5EF4-FFF2-40B4-BE49-F238E27FC236}">
                      <a16:creationId xmlns:a16="http://schemas.microsoft.com/office/drawing/2014/main" id="{988DB755-4995-1103-5259-2228E514C26A}"/>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25" name="Curved Left Arrow 95">
                  <a:extLst>
                    <a:ext uri="{FF2B5EF4-FFF2-40B4-BE49-F238E27FC236}">
                      <a16:creationId xmlns:a16="http://schemas.microsoft.com/office/drawing/2014/main" id="{7596609F-2702-DB70-E7A0-DEB34F7C3712}"/>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 Box 98">
                  <a:extLst>
                    <a:ext uri="{FF2B5EF4-FFF2-40B4-BE49-F238E27FC236}">
                      <a16:creationId xmlns:a16="http://schemas.microsoft.com/office/drawing/2014/main" id="{CB3B2572-727B-F3CF-345F-7185E7CA648A}"/>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8" name="Rectangle 7">
              <a:extLst>
                <a:ext uri="{FF2B5EF4-FFF2-40B4-BE49-F238E27FC236}">
                  <a16:creationId xmlns:a16="http://schemas.microsoft.com/office/drawing/2014/main" id="{2BF09D47-4BC7-354B-6F95-843F5B1CFEEC}"/>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0527765B-7C70-F759-752D-208B974E2795}"/>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2">
              <a:extLst>
                <a:ext uri="{FF2B5EF4-FFF2-40B4-BE49-F238E27FC236}">
                  <a16:creationId xmlns:a16="http://schemas.microsoft.com/office/drawing/2014/main" id="{15EEC21D-37BB-DE3F-191B-7AFC749743EF}"/>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8" name="Rectangle 17">
              <a:extLst>
                <a:ext uri="{FF2B5EF4-FFF2-40B4-BE49-F238E27FC236}">
                  <a16:creationId xmlns:a16="http://schemas.microsoft.com/office/drawing/2014/main" id="{54473B05-837A-8FD3-36C3-8E61B39D0510}"/>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F895A01B-C6E7-AB04-A5D0-F041C4AD6133}"/>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62">
              <a:extLst>
                <a:ext uri="{FF2B5EF4-FFF2-40B4-BE49-F238E27FC236}">
                  <a16:creationId xmlns:a16="http://schemas.microsoft.com/office/drawing/2014/main" id="{32642383-CAA2-C653-9998-9035607E4284}"/>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822113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CC682B-E870-DC56-D00A-B39F80381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8174" y="1033626"/>
            <a:ext cx="6078855" cy="1693545"/>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609600" y="965527"/>
            <a:ext cx="404832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Received Payment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2163454"/>
            <a:ext cx="4179346" cy="365947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received payment – main window, search the received payment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received payment – main form, click the lookup button and select the transaction you wish to edit its information by typing its transaction number in the search bar.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9F6468B0-1193-7DD7-6DC6-170A0A093105}"/>
              </a:ext>
            </a:extLst>
          </p:cNvPr>
          <p:cNvGrpSpPr/>
          <p:nvPr/>
        </p:nvGrpSpPr>
        <p:grpSpPr>
          <a:xfrm>
            <a:off x="5236465" y="1830079"/>
            <a:ext cx="1475739" cy="333375"/>
            <a:chOff x="0" y="0"/>
            <a:chExt cx="1476374" cy="333375"/>
          </a:xfrm>
        </p:grpSpPr>
        <p:sp>
          <p:nvSpPr>
            <p:cNvPr id="8" name="Rectangle 7">
              <a:extLst>
                <a:ext uri="{FF2B5EF4-FFF2-40B4-BE49-F238E27FC236}">
                  <a16:creationId xmlns:a16="http://schemas.microsoft.com/office/drawing/2014/main" id="{8AF81949-A89A-90BD-58F8-77A71794E48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B9AEB4FB-3430-F4C7-AEF2-4704F51173F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95">
              <a:extLst>
                <a:ext uri="{FF2B5EF4-FFF2-40B4-BE49-F238E27FC236}">
                  <a16:creationId xmlns:a16="http://schemas.microsoft.com/office/drawing/2014/main" id="{EEA0783B-7494-BE89-67D1-6D03EC455B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11" name="TextBox 10">
            <a:extLst>
              <a:ext uri="{FF2B5EF4-FFF2-40B4-BE49-F238E27FC236}">
                <a16:creationId xmlns:a16="http://schemas.microsoft.com/office/drawing/2014/main" id="{00FAE49C-C178-874F-0006-BE9CF6141258}"/>
              </a:ext>
            </a:extLst>
          </p:cNvPr>
          <p:cNvSpPr txBox="1"/>
          <p:nvPr/>
        </p:nvSpPr>
        <p:spPr>
          <a:xfrm>
            <a:off x="7340702" y="265315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Received Payment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603002A-262E-A67B-C50A-ED71CBFB10EA}"/>
              </a:ext>
            </a:extLst>
          </p:cNvPr>
          <p:cNvSpPr txBox="1"/>
          <p:nvPr/>
        </p:nvSpPr>
        <p:spPr>
          <a:xfrm>
            <a:off x="7451192" y="531048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Received Payment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E69373C7-D598-88D0-326A-384DC80209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2928" y="3550524"/>
            <a:ext cx="6189345" cy="1727835"/>
          </a:xfrm>
          <a:prstGeom prst="rect">
            <a:avLst/>
          </a:prstGeom>
        </p:spPr>
      </p:pic>
      <p:grpSp>
        <p:nvGrpSpPr>
          <p:cNvPr id="41" name="Group 40">
            <a:extLst>
              <a:ext uri="{FF2B5EF4-FFF2-40B4-BE49-F238E27FC236}">
                <a16:creationId xmlns:a16="http://schemas.microsoft.com/office/drawing/2014/main" id="{40E61BA2-2699-EB90-36B6-4BDF00E280FB}"/>
              </a:ext>
            </a:extLst>
          </p:cNvPr>
          <p:cNvGrpSpPr/>
          <p:nvPr/>
        </p:nvGrpSpPr>
        <p:grpSpPr>
          <a:xfrm>
            <a:off x="4492625" y="3725905"/>
            <a:ext cx="5280025" cy="1503045"/>
            <a:chOff x="2936875" y="2677478"/>
            <a:chExt cx="5280025" cy="1503045"/>
          </a:xfrm>
        </p:grpSpPr>
        <p:grpSp>
          <p:nvGrpSpPr>
            <p:cNvPr id="15" name="Group 14">
              <a:extLst>
                <a:ext uri="{FF2B5EF4-FFF2-40B4-BE49-F238E27FC236}">
                  <a16:creationId xmlns:a16="http://schemas.microsoft.com/office/drawing/2014/main" id="{C841616D-3257-94BF-D23E-1981947CE1DB}"/>
                </a:ext>
              </a:extLst>
            </p:cNvPr>
            <p:cNvGrpSpPr/>
            <p:nvPr/>
          </p:nvGrpSpPr>
          <p:grpSpPr>
            <a:xfrm>
              <a:off x="4763135" y="3131503"/>
              <a:ext cx="952500" cy="304800"/>
              <a:chOff x="523874" y="28575"/>
              <a:chExt cx="952500" cy="304800"/>
            </a:xfrm>
          </p:grpSpPr>
          <p:sp>
            <p:nvSpPr>
              <p:cNvPr id="36" name="Rectangle 35">
                <a:extLst>
                  <a:ext uri="{FF2B5EF4-FFF2-40B4-BE49-F238E27FC236}">
                    <a16:creationId xmlns:a16="http://schemas.microsoft.com/office/drawing/2014/main" id="{CE3AAC7C-58C1-8DDF-B211-940BF5440B4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F585DB28-1913-6415-48C0-236E2FED69D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1138">
                <a:extLst>
                  <a:ext uri="{FF2B5EF4-FFF2-40B4-BE49-F238E27FC236}">
                    <a16:creationId xmlns:a16="http://schemas.microsoft.com/office/drawing/2014/main" id="{37D8A4A3-7D1B-EC08-AB2F-DA5458C0A322}"/>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82A1D249-DA00-C82A-A9D9-F9D7B63D9761}"/>
                </a:ext>
              </a:extLst>
            </p:cNvPr>
            <p:cNvGrpSpPr/>
            <p:nvPr/>
          </p:nvGrpSpPr>
          <p:grpSpPr>
            <a:xfrm>
              <a:off x="6012532" y="2859723"/>
              <a:ext cx="940718" cy="304800"/>
              <a:chOff x="-1928144" y="28575"/>
              <a:chExt cx="940718" cy="304800"/>
            </a:xfrm>
          </p:grpSpPr>
          <p:sp>
            <p:nvSpPr>
              <p:cNvPr id="33" name="Rectangle 32">
                <a:extLst>
                  <a:ext uri="{FF2B5EF4-FFF2-40B4-BE49-F238E27FC236}">
                    <a16:creationId xmlns:a16="http://schemas.microsoft.com/office/drawing/2014/main" id="{D07BC301-1FA0-B1F4-31E6-3E531762FAA3}"/>
                  </a:ext>
                </a:extLst>
              </p:cNvPr>
              <p:cNvSpPr/>
              <p:nvPr/>
            </p:nvSpPr>
            <p:spPr>
              <a:xfrm>
                <a:off x="-192814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91033B1F-DBBF-9FE8-19C9-D53EAE078A13}"/>
                  </a:ext>
                </a:extLst>
              </p:cNvPr>
              <p:cNvCxnSpPr/>
              <p:nvPr/>
            </p:nvCxnSpPr>
            <p:spPr>
              <a:xfrm>
                <a:off x="-1461418" y="8890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1142">
                <a:extLst>
                  <a:ext uri="{FF2B5EF4-FFF2-40B4-BE49-F238E27FC236}">
                    <a16:creationId xmlns:a16="http://schemas.microsoft.com/office/drawing/2014/main" id="{9FD2EB24-7B40-DA1F-F7CC-20A6CB774815}"/>
                  </a:ext>
                </a:extLst>
              </p:cNvPr>
              <p:cNvSpPr txBox="1"/>
              <p:nvPr/>
            </p:nvSpPr>
            <p:spPr>
              <a:xfrm>
                <a:off x="-1236302" y="28575"/>
                <a:ext cx="248876" cy="30480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29" name="Group 28">
              <a:extLst>
                <a:ext uri="{FF2B5EF4-FFF2-40B4-BE49-F238E27FC236}">
                  <a16:creationId xmlns:a16="http://schemas.microsoft.com/office/drawing/2014/main" id="{7E104197-C649-D382-4F13-23EA3308E3B7}"/>
                </a:ext>
              </a:extLst>
            </p:cNvPr>
            <p:cNvGrpSpPr>
              <a:grpSpLocks/>
            </p:cNvGrpSpPr>
            <p:nvPr/>
          </p:nvGrpSpPr>
          <p:grpSpPr bwMode="auto">
            <a:xfrm>
              <a:off x="5786120" y="3301048"/>
              <a:ext cx="2430780" cy="879475"/>
              <a:chOff x="6116" y="177"/>
              <a:chExt cx="3828" cy="1385"/>
            </a:xfrm>
          </p:grpSpPr>
          <p:pic>
            <p:nvPicPr>
              <p:cNvPr id="31" name="Picture 30">
                <a:extLst>
                  <a:ext uri="{FF2B5EF4-FFF2-40B4-BE49-F238E27FC236}">
                    <a16:creationId xmlns:a16="http://schemas.microsoft.com/office/drawing/2014/main" id="{CECF6975-00F5-918E-3AA6-55DC33F97E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241">
                <a:extLst>
                  <a:ext uri="{FF2B5EF4-FFF2-40B4-BE49-F238E27FC236}">
                    <a16:creationId xmlns:a16="http://schemas.microsoft.com/office/drawing/2014/main" id="{E57F07DB-1753-5E12-908B-99BD8D5CB644}"/>
                  </a:ext>
                </a:extLst>
              </p:cNvPr>
              <p:cNvSpPr txBox="1">
                <a:spLocks noChangeArrowheads="1"/>
              </p:cNvSpPr>
              <p:nvPr/>
            </p:nvSpPr>
            <p:spPr bwMode="auto">
              <a:xfrm>
                <a:off x="6116" y="177"/>
                <a:ext cx="3828"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0" name="Text Box 1143">
              <a:extLst>
                <a:ext uri="{FF2B5EF4-FFF2-40B4-BE49-F238E27FC236}">
                  <a16:creationId xmlns:a16="http://schemas.microsoft.com/office/drawing/2014/main" id="{DEA4904D-ACEC-014A-EB09-3AFCF24A43C9}"/>
                </a:ext>
              </a:extLst>
            </p:cNvPr>
            <p:cNvSpPr txBox="1"/>
            <p:nvPr/>
          </p:nvSpPr>
          <p:spPr>
            <a:xfrm>
              <a:off x="2936875" y="267747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 name="Slide Number Placeholder 3">
            <a:extLst>
              <a:ext uri="{FF2B5EF4-FFF2-40B4-BE49-F238E27FC236}">
                <a16:creationId xmlns:a16="http://schemas.microsoft.com/office/drawing/2014/main" id="{045E3369-7732-7E39-EE14-7557E1C720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E93562EE-31DA-E2FA-21D7-9FB91DFDB099}"/>
              </a:ext>
            </a:extLst>
          </p:cNvPr>
          <p:cNvSpPr txBox="1"/>
          <p:nvPr/>
        </p:nvSpPr>
        <p:spPr>
          <a:xfrm>
            <a:off x="921999" y="127435"/>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79285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10" y="1579464"/>
            <a:ext cx="3852820" cy="4649057"/>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received payment – main form will be minimize and the other information will be displayed as shown in the photo.</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Particular tab</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15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Click maximize arrow to view the Particular tab</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15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Provide the necessary details in their fields</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2.1. Click Add button to add new row</a:t>
            </a: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2.2. Type particular and amount if there’s any</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2.3. If done, click save all button</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15000"/>
              </a:lnSpc>
              <a:spcBef>
                <a:spcPts val="0"/>
              </a:spcBef>
              <a:spcAft>
                <a:spcPts val="100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Click save button once done</a:t>
            </a:r>
          </a:p>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maximize arrow to view the attachment tab</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4D302A8-2771-68E8-C5AA-A4061077E6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22FD87B-4D3C-24DE-86EE-BBD07DC1116A}"/>
              </a:ext>
            </a:extLst>
          </p:cNvPr>
          <p:cNvSpPr txBox="1"/>
          <p:nvPr/>
        </p:nvSpPr>
        <p:spPr>
          <a:xfrm>
            <a:off x="720892" y="132641"/>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 name="Group 1">
            <a:extLst>
              <a:ext uri="{FF2B5EF4-FFF2-40B4-BE49-F238E27FC236}">
                <a16:creationId xmlns:a16="http://schemas.microsoft.com/office/drawing/2014/main" id="{8F9E9B74-9167-371A-9F3C-2E10D155426B}"/>
              </a:ext>
            </a:extLst>
          </p:cNvPr>
          <p:cNvGrpSpPr/>
          <p:nvPr/>
        </p:nvGrpSpPr>
        <p:grpSpPr>
          <a:xfrm>
            <a:off x="5635104" y="1506654"/>
            <a:ext cx="5470901" cy="1430421"/>
            <a:chOff x="6430729" y="1985714"/>
            <a:chExt cx="4349750" cy="1137285"/>
          </a:xfrm>
        </p:grpSpPr>
        <p:pic>
          <p:nvPicPr>
            <p:cNvPr id="7" name="Picture 6">
              <a:extLst>
                <a:ext uri="{FF2B5EF4-FFF2-40B4-BE49-F238E27FC236}">
                  <a16:creationId xmlns:a16="http://schemas.microsoft.com/office/drawing/2014/main" id="{FF3C99F7-670A-14C5-71D3-44A799BD713F}"/>
                </a:ext>
              </a:extLst>
            </p:cNvPr>
            <p:cNvPicPr>
              <a:picLocks noChangeAspect="1"/>
            </p:cNvPicPr>
            <p:nvPr/>
          </p:nvPicPr>
          <p:blipFill>
            <a:blip r:embed="rId3"/>
            <a:stretch>
              <a:fillRect/>
            </a:stretch>
          </p:blipFill>
          <p:spPr bwMode="auto">
            <a:xfrm>
              <a:off x="6430729" y="1985714"/>
              <a:ext cx="4349750" cy="1137285"/>
            </a:xfrm>
            <a:prstGeom prst="rect">
              <a:avLst/>
            </a:prstGeom>
            <a:ln>
              <a:noFill/>
            </a:ln>
            <a:effectLst>
              <a:outerShdw blurRad="292100" dist="139700" dir="2700000" algn="tl" rotWithShape="0">
                <a:srgbClr val="333333">
                  <a:alpha val="65000"/>
                </a:srgbClr>
              </a:outerShdw>
            </a:effectLst>
          </p:spPr>
        </p:pic>
        <p:sp>
          <p:nvSpPr>
            <p:cNvPr id="10" name="Rectangle 898">
              <a:extLst>
                <a:ext uri="{FF2B5EF4-FFF2-40B4-BE49-F238E27FC236}">
                  <a16:creationId xmlns:a16="http://schemas.microsoft.com/office/drawing/2014/main" id="{581317AE-1200-608E-35BD-A35B899C13C0}"/>
                </a:ext>
              </a:extLst>
            </p:cNvPr>
            <p:cNvSpPr>
              <a:spLocks noChangeArrowheads="1"/>
            </p:cNvSpPr>
            <p:nvPr/>
          </p:nvSpPr>
          <p:spPr bwMode="auto">
            <a:xfrm>
              <a:off x="9682055" y="2490260"/>
              <a:ext cx="378936"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Box 900">
              <a:extLst>
                <a:ext uri="{FF2B5EF4-FFF2-40B4-BE49-F238E27FC236}">
                  <a16:creationId xmlns:a16="http://schemas.microsoft.com/office/drawing/2014/main" id="{F5B01C2D-ACF4-C011-8AB9-4FB30598CA26}"/>
                </a:ext>
              </a:extLst>
            </p:cNvPr>
            <p:cNvSpPr txBox="1">
              <a:spLocks noChangeArrowheads="1"/>
            </p:cNvSpPr>
            <p:nvPr/>
          </p:nvSpPr>
          <p:spPr bwMode="auto">
            <a:xfrm>
              <a:off x="9464632" y="2105381"/>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2.1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 name="Rectangle 4">
              <a:extLst>
                <a:ext uri="{FF2B5EF4-FFF2-40B4-BE49-F238E27FC236}">
                  <a16:creationId xmlns:a16="http://schemas.microsoft.com/office/drawing/2014/main" id="{D2349586-BEE9-408C-3FDC-F959CF670B2C}"/>
                </a:ext>
              </a:extLst>
            </p:cNvPr>
            <p:cNvSpPr>
              <a:spLocks noChangeArrowheads="1"/>
            </p:cNvSpPr>
            <p:nvPr/>
          </p:nvSpPr>
          <p:spPr bwMode="auto">
            <a:xfrm>
              <a:off x="10140019" y="2493987"/>
              <a:ext cx="506689"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0CB846DB-5043-FB3F-71E7-F87DD8CC9D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3339" y="2110567"/>
              <a:ext cx="504762" cy="314286"/>
            </a:xfrm>
            <a:prstGeom prst="rect">
              <a:avLst/>
            </a:prstGeom>
          </p:spPr>
        </p:pic>
        <p:cxnSp>
          <p:nvCxnSpPr>
            <p:cNvPr id="15" name="AutoShape 6">
              <a:extLst>
                <a:ext uri="{FF2B5EF4-FFF2-40B4-BE49-F238E27FC236}">
                  <a16:creationId xmlns:a16="http://schemas.microsoft.com/office/drawing/2014/main" id="{B20D942F-36D0-B556-08F2-38C1B2C46128}"/>
                </a:ext>
              </a:extLst>
            </p:cNvPr>
            <p:cNvCxnSpPr>
              <a:cxnSpLocks noChangeShapeType="1"/>
            </p:cNvCxnSpPr>
            <p:nvPr/>
          </p:nvCxnSpPr>
          <p:spPr bwMode="auto">
            <a:xfrm flipH="1" flipV="1">
              <a:off x="9767424" y="2359447"/>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6" name="AutoShape 6">
              <a:extLst>
                <a:ext uri="{FF2B5EF4-FFF2-40B4-BE49-F238E27FC236}">
                  <a16:creationId xmlns:a16="http://schemas.microsoft.com/office/drawing/2014/main" id="{4382E45D-65D6-C936-C528-D00C99CD0D35}"/>
                </a:ext>
              </a:extLst>
            </p:cNvPr>
            <p:cNvCxnSpPr>
              <a:cxnSpLocks noChangeShapeType="1"/>
            </p:cNvCxnSpPr>
            <p:nvPr/>
          </p:nvCxnSpPr>
          <p:spPr bwMode="auto">
            <a:xfrm flipH="1" flipV="1">
              <a:off x="10343891" y="2339565"/>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grpSp>
        <p:nvGrpSpPr>
          <p:cNvPr id="17" name="Group 16">
            <a:extLst>
              <a:ext uri="{FF2B5EF4-FFF2-40B4-BE49-F238E27FC236}">
                <a16:creationId xmlns:a16="http://schemas.microsoft.com/office/drawing/2014/main" id="{B0B6F027-ACE5-C93F-75F7-1D21D9C37F41}"/>
              </a:ext>
            </a:extLst>
          </p:cNvPr>
          <p:cNvGrpSpPr/>
          <p:nvPr/>
        </p:nvGrpSpPr>
        <p:grpSpPr>
          <a:xfrm>
            <a:off x="5551969" y="4122292"/>
            <a:ext cx="5662254" cy="1853632"/>
            <a:chOff x="6261610" y="3735002"/>
            <a:chExt cx="5138532" cy="1682183"/>
          </a:xfrm>
        </p:grpSpPr>
        <p:pic>
          <p:nvPicPr>
            <p:cNvPr id="18" name="Picture 17">
              <a:extLst>
                <a:ext uri="{FF2B5EF4-FFF2-40B4-BE49-F238E27FC236}">
                  <a16:creationId xmlns:a16="http://schemas.microsoft.com/office/drawing/2014/main" id="{E473D654-705E-0216-419C-A89C2E29E8BC}"/>
                </a:ext>
              </a:extLst>
            </p:cNvPr>
            <p:cNvPicPr>
              <a:picLocks noChangeAspect="1"/>
            </p:cNvPicPr>
            <p:nvPr/>
          </p:nvPicPr>
          <p:blipFill>
            <a:blip r:embed="rId5"/>
            <a:srcRect/>
            <a:stretch>
              <a:fillRect/>
            </a:stretch>
          </p:blipFill>
          <p:spPr bwMode="auto">
            <a:xfrm>
              <a:off x="6261610" y="3735002"/>
              <a:ext cx="4890135" cy="1358900"/>
            </a:xfrm>
            <a:prstGeom prst="rect">
              <a:avLst/>
            </a:prstGeom>
            <a:ln>
              <a:noFill/>
            </a:ln>
            <a:effectLst>
              <a:outerShdw blurRad="292100" dist="139700" dir="2700000" algn="tl" rotWithShape="0">
                <a:srgbClr val="333333">
                  <a:alpha val="65000"/>
                </a:srgbClr>
              </a:outerShdw>
            </a:effectLst>
          </p:spPr>
        </p:pic>
        <p:sp>
          <p:nvSpPr>
            <p:cNvPr id="19" name="Text Box 7">
              <a:extLst>
                <a:ext uri="{FF2B5EF4-FFF2-40B4-BE49-F238E27FC236}">
                  <a16:creationId xmlns:a16="http://schemas.microsoft.com/office/drawing/2014/main" id="{565C6376-6A90-EB5F-6D85-1D9C71C01DB9}"/>
                </a:ext>
              </a:extLst>
            </p:cNvPr>
            <p:cNvSpPr txBox="1">
              <a:spLocks noChangeArrowheads="1"/>
            </p:cNvSpPr>
            <p:nvPr/>
          </p:nvSpPr>
          <p:spPr bwMode="auto">
            <a:xfrm>
              <a:off x="6261610" y="4158615"/>
              <a:ext cx="2241146" cy="101374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438"/>
                </a:spcBef>
                <a:spcAft>
                  <a:spcPts val="80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mn-ea"/>
                  <a:cs typeface="+mn-cs"/>
                </a:rPr>
                <a:t>How to upload document?</a:t>
              </a:r>
              <a:endParaRPr kumimoji="0" lang="en-PH" altLang="en-US" sz="1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268288" marR="0" lvl="1" indent="-92075"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chosen document to upload</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12B2F581-46DA-2EC3-D295-BB1479FABC5D}"/>
                </a:ext>
              </a:extLst>
            </p:cNvPr>
            <p:cNvPicPr>
              <a:picLocks noChangeAspect="1"/>
            </p:cNvPicPr>
            <p:nvPr/>
          </p:nvPicPr>
          <p:blipFill>
            <a:blip r:embed="rId6"/>
            <a:srcRect/>
            <a:stretch>
              <a:fillRect/>
            </a:stretch>
          </p:blipFill>
          <p:spPr bwMode="auto">
            <a:xfrm>
              <a:off x="8565789" y="4158615"/>
              <a:ext cx="1797685" cy="1258570"/>
            </a:xfrm>
            <a:prstGeom prst="rect">
              <a:avLst/>
            </a:prstGeom>
            <a:noFill/>
            <a:ln w="9525">
              <a:noFill/>
              <a:miter lim="800000"/>
              <a:headEnd/>
              <a:tailEnd/>
            </a:ln>
          </p:spPr>
        </p:pic>
        <p:sp>
          <p:nvSpPr>
            <p:cNvPr id="22" name="Rectangle 8">
              <a:extLst>
                <a:ext uri="{FF2B5EF4-FFF2-40B4-BE49-F238E27FC236}">
                  <a16:creationId xmlns:a16="http://schemas.microsoft.com/office/drawing/2014/main" id="{BA8292C9-2BA8-F5B2-D9EE-96FC2D06F51F}"/>
                </a:ext>
              </a:extLst>
            </p:cNvPr>
            <p:cNvSpPr>
              <a:spLocks noChangeArrowheads="1"/>
            </p:cNvSpPr>
            <p:nvPr/>
          </p:nvSpPr>
          <p:spPr bwMode="auto">
            <a:xfrm>
              <a:off x="10426507" y="4163850"/>
              <a:ext cx="714216" cy="1763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AutoShape 9">
              <a:extLst>
                <a:ext uri="{FF2B5EF4-FFF2-40B4-BE49-F238E27FC236}">
                  <a16:creationId xmlns:a16="http://schemas.microsoft.com/office/drawing/2014/main" id="{6FD879A4-B970-1995-C75C-EE0DA8A52A66}"/>
                </a:ext>
              </a:extLst>
            </p:cNvPr>
            <p:cNvSpPr>
              <a:spLocks noChangeArrowheads="1"/>
            </p:cNvSpPr>
            <p:nvPr/>
          </p:nvSpPr>
          <p:spPr bwMode="auto">
            <a:xfrm rot="832617" flipH="1">
              <a:off x="10252303" y="4359558"/>
              <a:ext cx="233363" cy="92075"/>
            </a:xfrm>
            <a:prstGeom prst="curvedUpArrow">
              <a:avLst>
                <a:gd name="adj1" fmla="val 29827"/>
                <a:gd name="adj2" fmla="val 5963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Box 10">
              <a:extLst>
                <a:ext uri="{FF2B5EF4-FFF2-40B4-BE49-F238E27FC236}">
                  <a16:creationId xmlns:a16="http://schemas.microsoft.com/office/drawing/2014/main" id="{3E82B5C8-2564-546C-4004-ABA24780CB88}"/>
                </a:ext>
              </a:extLst>
            </p:cNvPr>
            <p:cNvSpPr txBox="1">
              <a:spLocks noChangeArrowheads="1"/>
            </p:cNvSpPr>
            <p:nvPr/>
          </p:nvSpPr>
          <p:spPr bwMode="auto">
            <a:xfrm>
              <a:off x="10925480" y="3848814"/>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26" name="TextBox 25">
            <a:extLst>
              <a:ext uri="{FF2B5EF4-FFF2-40B4-BE49-F238E27FC236}">
                <a16:creationId xmlns:a16="http://schemas.microsoft.com/office/drawing/2014/main" id="{F0A3A621-261B-C95B-7235-835C8F61B2CA}"/>
              </a:ext>
            </a:extLst>
          </p:cNvPr>
          <p:cNvSpPr txBox="1"/>
          <p:nvPr/>
        </p:nvSpPr>
        <p:spPr>
          <a:xfrm>
            <a:off x="5559040" y="1161001"/>
            <a:ext cx="2552700" cy="281231"/>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Particular Tab</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11F84B08-0F0C-F8CD-9420-97276BC18DDF}"/>
              </a:ext>
            </a:extLst>
          </p:cNvPr>
          <p:cNvSpPr txBox="1"/>
          <p:nvPr/>
        </p:nvSpPr>
        <p:spPr>
          <a:xfrm>
            <a:off x="5468834" y="3780310"/>
            <a:ext cx="2552700" cy="281231"/>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Attachment Tab</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284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5" name="TextBox 64">
            <a:extLst>
              <a:ext uri="{FF2B5EF4-FFF2-40B4-BE49-F238E27FC236}">
                <a16:creationId xmlns:a16="http://schemas.microsoft.com/office/drawing/2014/main" id="{E7777D04-D73F-74AB-C30B-7D3C9397264F}"/>
              </a:ext>
            </a:extLst>
          </p:cNvPr>
          <p:cNvSpPr txBox="1"/>
          <p:nvPr/>
        </p:nvSpPr>
        <p:spPr>
          <a:xfrm>
            <a:off x="1254088" y="1475696"/>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9" name="Picture 8">
            <a:extLst>
              <a:ext uri="{FF2B5EF4-FFF2-40B4-BE49-F238E27FC236}">
                <a16:creationId xmlns:a16="http://schemas.microsoft.com/office/drawing/2014/main" id="{2CEEC7D9-6AAB-1A96-7913-6B98A9875D9B}"/>
              </a:ext>
            </a:extLst>
          </p:cNvPr>
          <p:cNvPicPr>
            <a:picLocks noChangeAspect="1"/>
          </p:cNvPicPr>
          <p:nvPr/>
        </p:nvPicPr>
        <p:blipFill>
          <a:blip r:embed="rId3"/>
          <a:stretch>
            <a:fillRect/>
          </a:stretch>
        </p:blipFill>
        <p:spPr>
          <a:xfrm>
            <a:off x="3180497" y="2339523"/>
            <a:ext cx="6093332" cy="2705390"/>
          </a:xfrm>
          <a:prstGeom prst="rect">
            <a:avLst/>
          </a:prstGeom>
        </p:spPr>
      </p:pic>
      <p:sp>
        <p:nvSpPr>
          <p:cNvPr id="6" name="Slide Number Placeholder 5">
            <a:extLst>
              <a:ext uri="{FF2B5EF4-FFF2-40B4-BE49-F238E27FC236}">
                <a16:creationId xmlns:a16="http://schemas.microsoft.com/office/drawing/2014/main" id="{54D302A8-2771-68E8-C5AA-A4061077E6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22FD87B-4D3C-24DE-86EE-BBD07DC1116A}"/>
              </a:ext>
            </a:extLst>
          </p:cNvPr>
          <p:cNvSpPr txBox="1"/>
          <p:nvPr/>
        </p:nvSpPr>
        <p:spPr>
          <a:xfrm>
            <a:off x="720892" y="132641"/>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Receivables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Received Payment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70222628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1447</Words>
  <Application>Microsoft Office PowerPoint</Application>
  <PresentationFormat>Widescreen</PresentationFormat>
  <Paragraphs>194</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Animosa Extra Bold</vt:lpstr>
      <vt:lpstr>Arial</vt:lpstr>
      <vt:lpstr>Bodoni MT Condensed</vt:lpstr>
      <vt:lpstr>Calibri</vt:lpstr>
      <vt:lpstr>Calibri Light</vt:lpstr>
      <vt:lpstr>Chivo Light</vt:lpstr>
      <vt:lpstr>Times New Roman</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6</cp:revision>
  <dcterms:created xsi:type="dcterms:W3CDTF">2023-01-12T07:15:20Z</dcterms:created>
  <dcterms:modified xsi:type="dcterms:W3CDTF">2023-01-12T09:42:10Z</dcterms:modified>
</cp:coreProperties>
</file>