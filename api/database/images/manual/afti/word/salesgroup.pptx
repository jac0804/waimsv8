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9" r:id="rId2"/>
    <p:sldId id="280" r:id="rId3"/>
    <p:sldId id="281" r:id="rId4"/>
    <p:sldId id="285" r:id="rId5"/>
    <p:sldId id="400" r:id="rId6"/>
    <p:sldId id="42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91956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28639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165425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996285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41332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31690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071227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206156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21770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24946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4628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31243217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9.emf"/><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2539407" y="2055283"/>
            <a:ext cx="7113183" cy="1569660"/>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Sales Group</a:t>
            </a:r>
            <a:endParaRPr kumimoji="0" lang="en-US" sz="96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Sales Group is a module where we set up sales groups and tagged each group leader.</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4123989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Sales Group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106925"/>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579626"/>
            <a:ext cx="3887062" cy="1271768"/>
          </a:xfrm>
          <a:prstGeom prst="rect">
            <a:avLst/>
          </a:prstGeom>
          <a:noFill/>
          <a:ln w="6350">
            <a:solidFill>
              <a:schemeClr val="bg2"/>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Sales Group module under CRM, Sales Group main window will display</a:t>
            </a:r>
          </a:p>
          <a:p>
            <a:pPr marL="0" marR="0" lvl="2" indent="0" algn="l"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613318" y="4335728"/>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Sale Group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2" name="Slide Number Placeholder 9">
            <a:extLst>
              <a:ext uri="{FF2B5EF4-FFF2-40B4-BE49-F238E27FC236}">
                <a16:creationId xmlns:a16="http://schemas.microsoft.com/office/drawing/2014/main" id="{5604AD2D-C9EF-A4FB-EAE8-D0079B2FE9DB}"/>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C16A0B0A-074C-9999-52D5-3603D5AD83B0}"/>
              </a:ext>
            </a:extLst>
          </p:cNvPr>
          <p:cNvGrpSpPr/>
          <p:nvPr/>
        </p:nvGrpSpPr>
        <p:grpSpPr>
          <a:xfrm>
            <a:off x="5655406" y="1102060"/>
            <a:ext cx="12192000" cy="3148013"/>
            <a:chOff x="0" y="0"/>
            <a:chExt cx="12192000" cy="3148013"/>
          </a:xfrm>
        </p:grpSpPr>
        <p:pic>
          <p:nvPicPr>
            <p:cNvPr id="7172" name="Picture 1">
              <a:extLst>
                <a:ext uri="{FF2B5EF4-FFF2-40B4-BE49-F238E27FC236}">
                  <a16:creationId xmlns:a16="http://schemas.microsoft.com/office/drawing/2014/main" id="{E1CF4EBC-97BD-A0FC-8989-D58B0C429B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 y="703263"/>
              <a:ext cx="5964238" cy="244475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324">
              <a:extLst>
                <a:ext uri="{FF2B5EF4-FFF2-40B4-BE49-F238E27FC236}">
                  <a16:creationId xmlns:a16="http://schemas.microsoft.com/office/drawing/2014/main" id="{A60C94FD-7B56-B944-AA80-ABF68498E8B8}"/>
                </a:ext>
              </a:extLst>
            </p:cNvPr>
            <p:cNvSpPr>
              <a:spLocks noChangeArrowheads="1"/>
            </p:cNvSpPr>
            <p:nvPr/>
          </p:nvSpPr>
          <p:spPr bwMode="auto">
            <a:xfrm>
              <a:off x="3175" y="1679575"/>
              <a:ext cx="884238" cy="196850"/>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Rectangle 1328">
              <a:extLst>
                <a:ext uri="{FF2B5EF4-FFF2-40B4-BE49-F238E27FC236}">
                  <a16:creationId xmlns:a16="http://schemas.microsoft.com/office/drawing/2014/main" id="{F1F3990A-97FF-7920-981A-BF6388902684}"/>
                </a:ext>
              </a:extLst>
            </p:cNvPr>
            <p:cNvSpPr>
              <a:spLocks noChangeArrowheads="1"/>
            </p:cNvSpPr>
            <p:nvPr/>
          </p:nvSpPr>
          <p:spPr bwMode="auto">
            <a:xfrm>
              <a:off x="976313" y="1133475"/>
              <a:ext cx="4960937" cy="1857375"/>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traight Arrow Connector 1329">
              <a:extLst>
                <a:ext uri="{FF2B5EF4-FFF2-40B4-BE49-F238E27FC236}">
                  <a16:creationId xmlns:a16="http://schemas.microsoft.com/office/drawing/2014/main" id="{A64A4C57-87BA-002A-C23C-B881C5946F33}"/>
                </a:ext>
              </a:extLst>
            </p:cNvPr>
            <p:cNvSpPr>
              <a:spLocks noChangeShapeType="1"/>
            </p:cNvSpPr>
            <p:nvPr/>
          </p:nvSpPr>
          <p:spPr bwMode="auto">
            <a:xfrm>
              <a:off x="889000" y="1787525"/>
              <a:ext cx="136525" cy="460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Rectangle 5">
              <a:extLst>
                <a:ext uri="{FF2B5EF4-FFF2-40B4-BE49-F238E27FC236}">
                  <a16:creationId xmlns:a16="http://schemas.microsoft.com/office/drawing/2014/main" id="{174EB7E5-4B7C-734C-4FF1-F76ECD49DB0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970028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Setup Sales Group Masterfile?</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19984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Sales Group– Main Window, you will notice an add button in the upper right parallel to other buttons. Click add button and you will be provided a field where you can add new group name and select leader.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1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You may now type the new sales group name in column provided and select the leader by click the lookup button.</a:t>
            </a: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5" name="Text Box 1197">
            <a:extLst>
              <a:ext uri="{FF2B5EF4-FFF2-40B4-BE49-F238E27FC236}">
                <a16:creationId xmlns:a16="http://schemas.microsoft.com/office/drawing/2014/main" id="{43122292-BD35-48F3-6B03-509A04780B35}"/>
              </a:ext>
            </a:extLst>
          </p:cNvPr>
          <p:cNvSpPr txBox="1"/>
          <p:nvPr/>
        </p:nvSpPr>
        <p:spPr>
          <a:xfrm>
            <a:off x="805110" y="3944974"/>
            <a:ext cx="3914825" cy="181772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save button under action column to save that specific sales group or you may click save all button parallel to other buttons in the upper side of the main window.</a:t>
            </a: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want to add more, repeat step 1 and 2 before doing step 3.</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 Box 6">
            <a:extLst>
              <a:ext uri="{FF2B5EF4-FFF2-40B4-BE49-F238E27FC236}">
                <a16:creationId xmlns:a16="http://schemas.microsoft.com/office/drawing/2014/main" id="{D33E37FC-69CC-C7D1-A0FE-DEC07FC64792}"/>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86C57FE-C959-8D48-65FB-81C2880E07A5}"/>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Sales Group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14" name="Group 13">
            <a:extLst>
              <a:ext uri="{FF2B5EF4-FFF2-40B4-BE49-F238E27FC236}">
                <a16:creationId xmlns:a16="http://schemas.microsoft.com/office/drawing/2014/main" id="{BC2841D9-AADF-9012-CD2D-0AA7410A0D0F}"/>
              </a:ext>
            </a:extLst>
          </p:cNvPr>
          <p:cNvGrpSpPr/>
          <p:nvPr/>
        </p:nvGrpSpPr>
        <p:grpSpPr>
          <a:xfrm>
            <a:off x="5724476" y="-108389"/>
            <a:ext cx="12206913" cy="2998788"/>
            <a:chOff x="-14913" y="0"/>
            <a:chExt cx="12206913" cy="2998788"/>
          </a:xfrm>
        </p:grpSpPr>
        <p:pic>
          <p:nvPicPr>
            <p:cNvPr id="8199" name="Picture 1297">
              <a:extLst>
                <a:ext uri="{FF2B5EF4-FFF2-40B4-BE49-F238E27FC236}">
                  <a16:creationId xmlns:a16="http://schemas.microsoft.com/office/drawing/2014/main" id="{87144D45-038C-77C2-043F-20BB7D6436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263" y="519113"/>
              <a:ext cx="5664200" cy="247967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194">
              <a:extLst>
                <a:ext uri="{FF2B5EF4-FFF2-40B4-BE49-F238E27FC236}">
                  <a16:creationId xmlns:a16="http://schemas.microsoft.com/office/drawing/2014/main" id="{8F3DC6B5-BB05-3508-70B6-6196AC0AF43D}"/>
                </a:ext>
              </a:extLst>
            </p:cNvPr>
            <p:cNvSpPr>
              <a:spLocks noChangeArrowheads="1"/>
            </p:cNvSpPr>
            <p:nvPr/>
          </p:nvSpPr>
          <p:spPr bwMode="auto">
            <a:xfrm>
              <a:off x="3894138" y="1027113"/>
              <a:ext cx="442912"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Box 1196">
              <a:extLst>
                <a:ext uri="{FF2B5EF4-FFF2-40B4-BE49-F238E27FC236}">
                  <a16:creationId xmlns:a16="http://schemas.microsoft.com/office/drawing/2014/main" id="{5B6AEB61-EEB3-0BF8-D4F6-89913BF40ABC}"/>
                </a:ext>
              </a:extLst>
            </p:cNvPr>
            <p:cNvSpPr txBox="1">
              <a:spLocks noChangeArrowheads="1"/>
            </p:cNvSpPr>
            <p:nvPr/>
          </p:nvSpPr>
          <p:spPr bwMode="auto">
            <a:xfrm>
              <a:off x="4137025" y="71437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9" name="AutoShape 3">
              <a:extLst>
                <a:ext uri="{FF2B5EF4-FFF2-40B4-BE49-F238E27FC236}">
                  <a16:creationId xmlns:a16="http://schemas.microsoft.com/office/drawing/2014/main" id="{85BF7B72-6148-1049-1C41-4BB31D302A22}"/>
                </a:ext>
              </a:extLst>
            </p:cNvPr>
            <p:cNvSpPr>
              <a:spLocks noChangeShapeType="1"/>
            </p:cNvSpPr>
            <p:nvPr/>
          </p:nvSpPr>
          <p:spPr bwMode="auto">
            <a:xfrm flipV="1">
              <a:off x="3960813" y="871538"/>
              <a:ext cx="176212"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E4A64AE2-0A4F-298F-B5AF-527BCD28A40F}"/>
                </a:ext>
              </a:extLst>
            </p:cNvPr>
            <p:cNvPicPr>
              <a:picLocks noChangeAspect="1"/>
            </p:cNvPicPr>
            <p:nvPr/>
          </p:nvPicPr>
          <p:blipFill>
            <a:blip r:embed="rId3"/>
            <a:srcRect/>
            <a:stretch>
              <a:fillRect/>
            </a:stretch>
          </p:blipFill>
          <p:spPr bwMode="auto">
            <a:xfrm>
              <a:off x="-14913" y="1488758"/>
              <a:ext cx="6187440" cy="259080"/>
            </a:xfrm>
            <a:prstGeom prst="rect">
              <a:avLst/>
            </a:prstGeom>
            <a:ln>
              <a:noFill/>
            </a:ln>
            <a:effectLst>
              <a:outerShdw blurRad="292100" dist="139700" dir="2700000" algn="tl" rotWithShape="0">
                <a:srgbClr val="333333">
                  <a:alpha val="65000"/>
                </a:srgbClr>
              </a:outerShdw>
            </a:effectLst>
          </p:spPr>
        </p:pic>
        <p:sp>
          <p:nvSpPr>
            <p:cNvPr id="11" name="AutoShape 1">
              <a:extLst>
                <a:ext uri="{FF2B5EF4-FFF2-40B4-BE49-F238E27FC236}">
                  <a16:creationId xmlns:a16="http://schemas.microsoft.com/office/drawing/2014/main" id="{2D930293-D1AD-CF5B-23C9-BBBB97C95E8B}"/>
                </a:ext>
              </a:extLst>
            </p:cNvPr>
            <p:cNvSpPr>
              <a:spLocks noChangeArrowheads="1"/>
            </p:cNvSpPr>
            <p:nvPr/>
          </p:nvSpPr>
          <p:spPr bwMode="auto">
            <a:xfrm>
              <a:off x="3609975" y="1096963"/>
              <a:ext cx="395288" cy="485775"/>
            </a:xfrm>
            <a:prstGeom prst="curvedRightArrow">
              <a:avLst>
                <a:gd name="adj1" fmla="val 24578"/>
                <a:gd name="adj2" fmla="val 49157"/>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8">
              <a:extLst>
                <a:ext uri="{FF2B5EF4-FFF2-40B4-BE49-F238E27FC236}">
                  <a16:creationId xmlns:a16="http://schemas.microsoft.com/office/drawing/2014/main" id="{94840C53-6254-2651-7429-2CD98F3381A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Rectangle 11">
              <a:extLst>
                <a:ext uri="{FF2B5EF4-FFF2-40B4-BE49-F238E27FC236}">
                  <a16:creationId xmlns:a16="http://schemas.microsoft.com/office/drawing/2014/main" id="{B27C9119-1E73-95D9-6DC2-1F86843D8701}"/>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4" name="Group 53">
            <a:extLst>
              <a:ext uri="{FF2B5EF4-FFF2-40B4-BE49-F238E27FC236}">
                <a16:creationId xmlns:a16="http://schemas.microsoft.com/office/drawing/2014/main" id="{A8378E49-C9F2-3310-3863-28D9449C28A9}"/>
              </a:ext>
            </a:extLst>
          </p:cNvPr>
          <p:cNvGrpSpPr/>
          <p:nvPr/>
        </p:nvGrpSpPr>
        <p:grpSpPr>
          <a:xfrm>
            <a:off x="5177215" y="2533202"/>
            <a:ext cx="12192000" cy="3617913"/>
            <a:chOff x="5190372" y="1859718"/>
            <a:chExt cx="12192000" cy="3617913"/>
          </a:xfrm>
        </p:grpSpPr>
        <p:grpSp>
          <p:nvGrpSpPr>
            <p:cNvPr id="52" name="Group 51">
              <a:extLst>
                <a:ext uri="{FF2B5EF4-FFF2-40B4-BE49-F238E27FC236}">
                  <a16:creationId xmlns:a16="http://schemas.microsoft.com/office/drawing/2014/main" id="{DF719658-202F-0F3A-A04B-5F8CA9DB7516}"/>
                </a:ext>
              </a:extLst>
            </p:cNvPr>
            <p:cNvGrpSpPr/>
            <p:nvPr/>
          </p:nvGrpSpPr>
          <p:grpSpPr>
            <a:xfrm>
              <a:off x="5190372" y="1859718"/>
              <a:ext cx="12192000" cy="3617913"/>
              <a:chOff x="0" y="0"/>
              <a:chExt cx="12192000" cy="3617913"/>
            </a:xfrm>
          </p:grpSpPr>
          <p:pic>
            <p:nvPicPr>
              <p:cNvPr id="8204" name="Picture 8">
                <a:extLst>
                  <a:ext uri="{FF2B5EF4-FFF2-40B4-BE49-F238E27FC236}">
                    <a16:creationId xmlns:a16="http://schemas.microsoft.com/office/drawing/2014/main" id="{DCB605D4-DF5F-8D1F-EC59-B9BD704D8D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5" y="574675"/>
                <a:ext cx="5702300" cy="1114425"/>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26">
                <a:extLst>
                  <a:ext uri="{FF2B5EF4-FFF2-40B4-BE49-F238E27FC236}">
                    <a16:creationId xmlns:a16="http://schemas.microsoft.com/office/drawing/2014/main" id="{B55E7EA7-4BB4-9992-DA01-A209DA302E8F}"/>
                  </a:ext>
                </a:extLst>
              </p:cNvPr>
              <p:cNvSpPr>
                <a:spLocks noChangeArrowheads="1"/>
              </p:cNvSpPr>
              <p:nvPr/>
            </p:nvSpPr>
            <p:spPr bwMode="auto">
              <a:xfrm>
                <a:off x="5464175" y="1441450"/>
                <a:ext cx="506413"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Box 25">
                <a:extLst>
                  <a:ext uri="{FF2B5EF4-FFF2-40B4-BE49-F238E27FC236}">
                    <a16:creationId xmlns:a16="http://schemas.microsoft.com/office/drawing/2014/main" id="{BF148A5C-4932-2CD1-51DA-68A625ADA9E3}"/>
                  </a:ext>
                </a:extLst>
              </p:cNvPr>
              <p:cNvSpPr txBox="1">
                <a:spLocks noChangeArrowheads="1"/>
              </p:cNvSpPr>
              <p:nvPr/>
            </p:nvSpPr>
            <p:spPr bwMode="auto">
              <a:xfrm>
                <a:off x="5770563" y="1135063"/>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7" name="AutoShape 24">
                <a:extLst>
                  <a:ext uri="{FF2B5EF4-FFF2-40B4-BE49-F238E27FC236}">
                    <a16:creationId xmlns:a16="http://schemas.microsoft.com/office/drawing/2014/main" id="{EBF5804E-58AB-04B4-9133-79CE0A04FB7B}"/>
                  </a:ext>
                </a:extLst>
              </p:cNvPr>
              <p:cNvSpPr>
                <a:spLocks noChangeShapeType="1"/>
              </p:cNvSpPr>
              <p:nvPr/>
            </p:nvSpPr>
            <p:spPr bwMode="auto">
              <a:xfrm flipV="1">
                <a:off x="5594350" y="1292225"/>
                <a:ext cx="176213"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Rectangle 23">
                <a:extLst>
                  <a:ext uri="{FF2B5EF4-FFF2-40B4-BE49-F238E27FC236}">
                    <a16:creationId xmlns:a16="http://schemas.microsoft.com/office/drawing/2014/main" id="{5910324F-D4D6-D594-8A2A-EEB312532852}"/>
                  </a:ext>
                </a:extLst>
              </p:cNvPr>
              <p:cNvSpPr>
                <a:spLocks noChangeArrowheads="1"/>
              </p:cNvSpPr>
              <p:nvPr/>
            </p:nvSpPr>
            <p:spPr bwMode="auto">
              <a:xfrm>
                <a:off x="1797050" y="1441450"/>
                <a:ext cx="2062163"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0" name="Picture 39">
                <a:extLst>
                  <a:ext uri="{FF2B5EF4-FFF2-40B4-BE49-F238E27FC236}">
                    <a16:creationId xmlns:a16="http://schemas.microsoft.com/office/drawing/2014/main" id="{4E304BF0-0C5E-B11E-0C40-79E368928013}"/>
                  </a:ext>
                </a:extLst>
              </p:cNvPr>
              <p:cNvPicPr>
                <a:picLocks noChangeAspect="1"/>
              </p:cNvPicPr>
              <p:nvPr/>
            </p:nvPicPr>
            <p:blipFill>
              <a:blip r:embed="rId5"/>
              <a:srcRect/>
              <a:stretch>
                <a:fillRect/>
              </a:stretch>
            </p:blipFill>
            <p:spPr bwMode="auto">
              <a:xfrm>
                <a:off x="2488076" y="1742123"/>
                <a:ext cx="3422650" cy="1875790"/>
              </a:xfrm>
              <a:prstGeom prst="rect">
                <a:avLst/>
              </a:prstGeom>
              <a:ln>
                <a:noFill/>
              </a:ln>
              <a:effectLst>
                <a:outerShdw blurRad="292100" dist="139700" dir="2700000" algn="tl" rotWithShape="0">
                  <a:srgbClr val="333333">
                    <a:alpha val="65000"/>
                  </a:srgbClr>
                </a:outerShdw>
              </a:effectLst>
            </p:spPr>
          </p:pic>
          <p:sp>
            <p:nvSpPr>
              <p:cNvPr id="41" name="AutoShape 21">
                <a:extLst>
                  <a:ext uri="{FF2B5EF4-FFF2-40B4-BE49-F238E27FC236}">
                    <a16:creationId xmlns:a16="http://schemas.microsoft.com/office/drawing/2014/main" id="{85DC0C6D-AA0E-71F9-0EFC-9FBABAAC0C49}"/>
                  </a:ext>
                </a:extLst>
              </p:cNvPr>
              <p:cNvSpPr>
                <a:spLocks noChangeArrowheads="1"/>
              </p:cNvSpPr>
              <p:nvPr/>
            </p:nvSpPr>
            <p:spPr bwMode="auto">
              <a:xfrm rot="1642548">
                <a:off x="5689600" y="1628775"/>
                <a:ext cx="354013" cy="601663"/>
              </a:xfrm>
              <a:prstGeom prst="curvedLeftArrow">
                <a:avLst>
                  <a:gd name="adj1" fmla="val 33991"/>
                  <a:gd name="adj2" fmla="val 67982"/>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Box 20">
                <a:extLst>
                  <a:ext uri="{FF2B5EF4-FFF2-40B4-BE49-F238E27FC236}">
                    <a16:creationId xmlns:a16="http://schemas.microsoft.com/office/drawing/2014/main" id="{4DE49147-3AC1-D7EE-B52E-4DAE8254E531}"/>
                  </a:ext>
                </a:extLst>
              </p:cNvPr>
              <p:cNvSpPr txBox="1">
                <a:spLocks noChangeArrowheads="1"/>
              </p:cNvSpPr>
              <p:nvPr/>
            </p:nvSpPr>
            <p:spPr bwMode="auto">
              <a:xfrm>
                <a:off x="3659188" y="113982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3" name="AutoShape 19">
                <a:extLst>
                  <a:ext uri="{FF2B5EF4-FFF2-40B4-BE49-F238E27FC236}">
                    <a16:creationId xmlns:a16="http://schemas.microsoft.com/office/drawing/2014/main" id="{1F3D10E8-4B07-2822-EE7B-C30A56DBCBB8}"/>
                  </a:ext>
                </a:extLst>
              </p:cNvPr>
              <p:cNvSpPr>
                <a:spLocks noChangeShapeType="1"/>
              </p:cNvSpPr>
              <p:nvPr/>
            </p:nvSpPr>
            <p:spPr bwMode="auto">
              <a:xfrm flipV="1">
                <a:off x="3482975" y="1295400"/>
                <a:ext cx="176213"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Rectangle 17">
                <a:extLst>
                  <a:ext uri="{FF2B5EF4-FFF2-40B4-BE49-F238E27FC236}">
                    <a16:creationId xmlns:a16="http://schemas.microsoft.com/office/drawing/2014/main" id="{18DDACB2-4DFF-4FF7-0E2F-3E7AFD6C7021}"/>
                  </a:ext>
                </a:extLst>
              </p:cNvPr>
              <p:cNvSpPr>
                <a:spLocks noChangeArrowheads="1"/>
              </p:cNvSpPr>
              <p:nvPr/>
            </p:nvSpPr>
            <p:spPr bwMode="auto">
              <a:xfrm>
                <a:off x="4592638" y="1089025"/>
                <a:ext cx="506412"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Box 16">
                <a:extLst>
                  <a:ext uri="{FF2B5EF4-FFF2-40B4-BE49-F238E27FC236}">
                    <a16:creationId xmlns:a16="http://schemas.microsoft.com/office/drawing/2014/main" id="{4C9ADE69-EE45-B900-743A-5D75FEE1BBA2}"/>
                  </a:ext>
                </a:extLst>
              </p:cNvPr>
              <p:cNvSpPr txBox="1">
                <a:spLocks noChangeArrowheads="1"/>
              </p:cNvSpPr>
              <p:nvPr/>
            </p:nvSpPr>
            <p:spPr bwMode="auto">
              <a:xfrm>
                <a:off x="4899025" y="78422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7" name="AutoShape 15">
                <a:extLst>
                  <a:ext uri="{FF2B5EF4-FFF2-40B4-BE49-F238E27FC236}">
                    <a16:creationId xmlns:a16="http://schemas.microsoft.com/office/drawing/2014/main" id="{DB199436-15A5-9588-CD89-5D062235B826}"/>
                  </a:ext>
                </a:extLst>
              </p:cNvPr>
              <p:cNvSpPr>
                <a:spLocks noChangeShapeType="1"/>
              </p:cNvSpPr>
              <p:nvPr/>
            </p:nvSpPr>
            <p:spPr bwMode="auto">
              <a:xfrm flipV="1">
                <a:off x="4722813" y="939800"/>
                <a:ext cx="176212"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Rectangle 14">
                <a:extLst>
                  <a:ext uri="{FF2B5EF4-FFF2-40B4-BE49-F238E27FC236}">
                    <a16:creationId xmlns:a16="http://schemas.microsoft.com/office/drawing/2014/main" id="{8A317CC8-5784-0F47-C787-35CB1760DD56}"/>
                  </a:ext>
                </a:extLst>
              </p:cNvPr>
              <p:cNvSpPr>
                <a:spLocks noChangeArrowheads="1"/>
              </p:cNvSpPr>
              <p:nvPr/>
            </p:nvSpPr>
            <p:spPr bwMode="auto">
              <a:xfrm>
                <a:off x="1174750" y="1462088"/>
                <a:ext cx="200025"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Box 13">
                <a:extLst>
                  <a:ext uri="{FF2B5EF4-FFF2-40B4-BE49-F238E27FC236}">
                    <a16:creationId xmlns:a16="http://schemas.microsoft.com/office/drawing/2014/main" id="{182ADF26-8F42-399B-4AAF-30543E27226D}"/>
                  </a:ext>
                </a:extLst>
              </p:cNvPr>
              <p:cNvSpPr txBox="1">
                <a:spLocks noChangeArrowheads="1"/>
              </p:cNvSpPr>
              <p:nvPr/>
            </p:nvSpPr>
            <p:spPr bwMode="auto">
              <a:xfrm>
                <a:off x="1174750" y="1149350"/>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0" name="Rectangle 28">
                <a:extLst>
                  <a:ext uri="{FF2B5EF4-FFF2-40B4-BE49-F238E27FC236}">
                    <a16:creationId xmlns:a16="http://schemas.microsoft.com/office/drawing/2014/main" id="{58717B08-F7E4-FB3E-7348-42FB1862053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Rectangle 35">
                <a:extLst>
                  <a:ext uri="{FF2B5EF4-FFF2-40B4-BE49-F238E27FC236}">
                    <a16:creationId xmlns:a16="http://schemas.microsoft.com/office/drawing/2014/main" id="{172246FF-ABF3-6C71-F30F-F1468E8444C5}"/>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53" name="Picture 52">
              <a:extLst>
                <a:ext uri="{FF2B5EF4-FFF2-40B4-BE49-F238E27FC236}">
                  <a16:creationId xmlns:a16="http://schemas.microsoft.com/office/drawing/2014/main" id="{4985C483-F17C-8D6B-287C-FF2C472DC3DB}"/>
                </a:ext>
              </a:extLst>
            </p:cNvPr>
            <p:cNvPicPr>
              <a:picLocks noChangeAspect="1"/>
            </p:cNvPicPr>
            <p:nvPr/>
          </p:nvPicPr>
          <p:blipFill>
            <a:blip r:embed="rId6"/>
            <a:stretch>
              <a:fillRect/>
            </a:stretch>
          </p:blipFill>
          <p:spPr>
            <a:xfrm>
              <a:off x="5671776" y="4359015"/>
              <a:ext cx="1944624" cy="1118616"/>
            </a:xfrm>
            <a:prstGeom prst="rect">
              <a:avLst/>
            </a:prstGeom>
          </p:spPr>
        </p:pic>
      </p:grpSp>
    </p:spTree>
    <p:extLst>
      <p:ext uri="{BB962C8B-B14F-4D97-AF65-F5344CB8AC3E}">
        <p14:creationId xmlns:p14="http://schemas.microsoft.com/office/powerpoint/2010/main" val="4011485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403235"/>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Sales Group Masterfile? </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13" name="Text Box 1261">
            <a:extLst>
              <a:ext uri="{FF2B5EF4-FFF2-40B4-BE49-F238E27FC236}">
                <a16:creationId xmlns:a16="http://schemas.microsoft.com/office/drawing/2014/main" id="{57BDB169-5346-A438-EDAE-64BF685733FD}"/>
              </a:ext>
            </a:extLst>
          </p:cNvPr>
          <p:cNvSpPr txBox="1"/>
          <p:nvPr/>
        </p:nvSpPr>
        <p:spPr>
          <a:xfrm>
            <a:off x="674748" y="2015472"/>
            <a:ext cx="4045186" cy="315516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wish to edit the group name, edit right away the details you want to change and you will notice that after you change the details, the line you edited will be highlighted into blue. </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want to edit the detail under leader column, click the lookup button and reselect the agent. </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save all button in the upper right side of the main window parallel to other buttons</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264ACE0E-82AF-3951-EDC4-8AF424152E30}"/>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85B2FDD-900F-B700-9C48-C6ACAAF7EFBB}"/>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Sales Group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29" name="Group 28">
            <a:extLst>
              <a:ext uri="{FF2B5EF4-FFF2-40B4-BE49-F238E27FC236}">
                <a16:creationId xmlns:a16="http://schemas.microsoft.com/office/drawing/2014/main" id="{7F561F51-D567-FA78-F857-2470F4FBBBFC}"/>
              </a:ext>
            </a:extLst>
          </p:cNvPr>
          <p:cNvGrpSpPr/>
          <p:nvPr/>
        </p:nvGrpSpPr>
        <p:grpSpPr>
          <a:xfrm>
            <a:off x="5106907" y="779765"/>
            <a:ext cx="12214225" cy="3555495"/>
            <a:chOff x="5197093" y="-35959"/>
            <a:chExt cx="12214225" cy="3555495"/>
          </a:xfrm>
        </p:grpSpPr>
        <p:grpSp>
          <p:nvGrpSpPr>
            <p:cNvPr id="25" name="Group 24">
              <a:extLst>
                <a:ext uri="{FF2B5EF4-FFF2-40B4-BE49-F238E27FC236}">
                  <a16:creationId xmlns:a16="http://schemas.microsoft.com/office/drawing/2014/main" id="{6212E7FF-4FF0-69C0-6568-A8C7160DBF5E}"/>
                </a:ext>
              </a:extLst>
            </p:cNvPr>
            <p:cNvGrpSpPr/>
            <p:nvPr/>
          </p:nvGrpSpPr>
          <p:grpSpPr>
            <a:xfrm>
              <a:off x="5197093" y="-35959"/>
              <a:ext cx="12214225" cy="3555495"/>
              <a:chOff x="-22225" y="0"/>
              <a:chExt cx="12214225" cy="3555495"/>
            </a:xfrm>
          </p:grpSpPr>
          <p:pic>
            <p:nvPicPr>
              <p:cNvPr id="9217" name="Picture 11">
                <a:extLst>
                  <a:ext uri="{FF2B5EF4-FFF2-40B4-BE49-F238E27FC236}">
                    <a16:creationId xmlns:a16="http://schemas.microsoft.com/office/drawing/2014/main" id="{4436B458-BF46-6202-0EBA-88618F040D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 y="587375"/>
                <a:ext cx="6192838" cy="14160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10">
                <a:extLst>
                  <a:ext uri="{FF2B5EF4-FFF2-40B4-BE49-F238E27FC236}">
                    <a16:creationId xmlns:a16="http://schemas.microsoft.com/office/drawing/2014/main" id="{F993A59A-E755-DE24-2587-96512DDC3889}"/>
                  </a:ext>
                </a:extLst>
              </p:cNvPr>
              <p:cNvSpPr>
                <a:spLocks noChangeArrowheads="1"/>
              </p:cNvSpPr>
              <p:nvPr/>
            </p:nvSpPr>
            <p:spPr bwMode="auto">
              <a:xfrm>
                <a:off x="5597525" y="1800225"/>
                <a:ext cx="506413"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Box 9">
                <a:extLst>
                  <a:ext uri="{FF2B5EF4-FFF2-40B4-BE49-F238E27FC236}">
                    <a16:creationId xmlns:a16="http://schemas.microsoft.com/office/drawing/2014/main" id="{C87432DB-ECC9-68D4-0F85-3F58381BA2E8}"/>
                  </a:ext>
                </a:extLst>
              </p:cNvPr>
              <p:cNvSpPr txBox="1">
                <a:spLocks noChangeArrowheads="1"/>
              </p:cNvSpPr>
              <p:nvPr/>
            </p:nvSpPr>
            <p:spPr bwMode="auto">
              <a:xfrm>
                <a:off x="5903913" y="1479550"/>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 name="AutoShape 8">
                <a:extLst>
                  <a:ext uri="{FF2B5EF4-FFF2-40B4-BE49-F238E27FC236}">
                    <a16:creationId xmlns:a16="http://schemas.microsoft.com/office/drawing/2014/main" id="{35118BA7-8686-D3E0-541F-4F248E4B728F}"/>
                  </a:ext>
                </a:extLst>
              </p:cNvPr>
              <p:cNvSpPr>
                <a:spLocks noChangeShapeType="1"/>
              </p:cNvSpPr>
              <p:nvPr/>
            </p:nvSpPr>
            <p:spPr bwMode="auto">
              <a:xfrm flipV="1">
                <a:off x="5727700" y="1643063"/>
                <a:ext cx="176213"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F4A03540-C973-7CEB-AD25-3603B29605E4}"/>
                  </a:ext>
                </a:extLst>
              </p:cNvPr>
              <p:cNvPicPr>
                <a:picLocks noChangeAspect="1"/>
              </p:cNvPicPr>
              <p:nvPr/>
            </p:nvPicPr>
            <p:blipFill>
              <a:blip r:embed="rId4"/>
              <a:srcRect/>
              <a:stretch>
                <a:fillRect/>
              </a:stretch>
            </p:blipFill>
            <p:spPr bwMode="auto">
              <a:xfrm>
                <a:off x="2092412" y="1684785"/>
                <a:ext cx="3422650" cy="1870710"/>
              </a:xfrm>
              <a:prstGeom prst="rect">
                <a:avLst/>
              </a:prstGeom>
              <a:ln>
                <a:noFill/>
              </a:ln>
              <a:effectLst>
                <a:outerShdw blurRad="292100" dist="139700" dir="2700000" algn="tl" rotWithShape="0">
                  <a:srgbClr val="333333">
                    <a:alpha val="65000"/>
                  </a:srgbClr>
                </a:outerShdw>
              </a:effectLst>
            </p:spPr>
          </p:pic>
          <p:sp>
            <p:nvSpPr>
              <p:cNvPr id="10" name="AutoShape 6">
                <a:extLst>
                  <a:ext uri="{FF2B5EF4-FFF2-40B4-BE49-F238E27FC236}">
                    <a16:creationId xmlns:a16="http://schemas.microsoft.com/office/drawing/2014/main" id="{092C301A-3EF4-52D6-ABFF-E05687B2B922}"/>
                  </a:ext>
                </a:extLst>
              </p:cNvPr>
              <p:cNvSpPr>
                <a:spLocks noChangeArrowheads="1"/>
              </p:cNvSpPr>
              <p:nvPr/>
            </p:nvSpPr>
            <p:spPr bwMode="auto">
              <a:xfrm rot="1642548">
                <a:off x="5549900" y="1916113"/>
                <a:ext cx="354013" cy="601662"/>
              </a:xfrm>
              <a:prstGeom prst="curvedLeftArrow">
                <a:avLst>
                  <a:gd name="adj1" fmla="val 33991"/>
                  <a:gd name="adj2" fmla="val 67982"/>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4">
                <a:extLst>
                  <a:ext uri="{FF2B5EF4-FFF2-40B4-BE49-F238E27FC236}">
                    <a16:creationId xmlns:a16="http://schemas.microsoft.com/office/drawing/2014/main" id="{894EB51B-C48E-97AE-FB41-3C1313836758}"/>
                  </a:ext>
                </a:extLst>
              </p:cNvPr>
              <p:cNvSpPr>
                <a:spLocks noChangeArrowheads="1"/>
              </p:cNvSpPr>
              <p:nvPr/>
            </p:nvSpPr>
            <p:spPr bwMode="auto">
              <a:xfrm>
                <a:off x="4481513" y="1423988"/>
                <a:ext cx="506412"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Box 3">
                <a:extLst>
                  <a:ext uri="{FF2B5EF4-FFF2-40B4-BE49-F238E27FC236}">
                    <a16:creationId xmlns:a16="http://schemas.microsoft.com/office/drawing/2014/main" id="{7D744124-A8F5-CCF2-9F12-9E7EF493223C}"/>
                  </a:ext>
                </a:extLst>
              </p:cNvPr>
              <p:cNvSpPr txBox="1">
                <a:spLocks noChangeArrowheads="1"/>
              </p:cNvSpPr>
              <p:nvPr/>
            </p:nvSpPr>
            <p:spPr bwMode="auto">
              <a:xfrm>
                <a:off x="4787900" y="1109663"/>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0" name="AutoShape 2">
                <a:extLst>
                  <a:ext uri="{FF2B5EF4-FFF2-40B4-BE49-F238E27FC236}">
                    <a16:creationId xmlns:a16="http://schemas.microsoft.com/office/drawing/2014/main" id="{14382F00-3B21-4482-0085-9214061E7A19}"/>
                  </a:ext>
                </a:extLst>
              </p:cNvPr>
              <p:cNvSpPr>
                <a:spLocks noChangeShapeType="1"/>
              </p:cNvSpPr>
              <p:nvPr/>
            </p:nvSpPr>
            <p:spPr bwMode="auto">
              <a:xfrm flipV="1">
                <a:off x="4611688" y="1266825"/>
                <a:ext cx="176212"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Rectangle 11">
                <a:extLst>
                  <a:ext uri="{FF2B5EF4-FFF2-40B4-BE49-F238E27FC236}">
                    <a16:creationId xmlns:a16="http://schemas.microsoft.com/office/drawing/2014/main" id="{7A6DD470-EE5B-86C1-801C-E8436B16C49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Rectangle 15">
                <a:extLst>
                  <a:ext uri="{FF2B5EF4-FFF2-40B4-BE49-F238E27FC236}">
                    <a16:creationId xmlns:a16="http://schemas.microsoft.com/office/drawing/2014/main" id="{A7F0CFF5-EA2C-3904-C7FE-AECAE880B114}"/>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7" name="Picture 26">
              <a:extLst>
                <a:ext uri="{FF2B5EF4-FFF2-40B4-BE49-F238E27FC236}">
                  <a16:creationId xmlns:a16="http://schemas.microsoft.com/office/drawing/2014/main" id="{CA38C425-5EC7-D434-8053-C3DF8DC3678F}"/>
                </a:ext>
              </a:extLst>
            </p:cNvPr>
            <p:cNvPicPr>
              <a:picLocks noChangeAspect="1"/>
            </p:cNvPicPr>
            <p:nvPr/>
          </p:nvPicPr>
          <p:blipFill>
            <a:blip r:embed="rId5"/>
            <a:stretch>
              <a:fillRect/>
            </a:stretch>
          </p:blipFill>
          <p:spPr>
            <a:xfrm>
              <a:off x="5282100" y="2133599"/>
              <a:ext cx="1944624" cy="1118616"/>
            </a:xfrm>
            <a:prstGeom prst="rect">
              <a:avLst/>
            </a:prstGeom>
          </p:spPr>
        </p:pic>
      </p:grpSp>
    </p:spTree>
    <p:extLst>
      <p:ext uri="{BB962C8B-B14F-4D97-AF65-F5344CB8AC3E}">
        <p14:creationId xmlns:p14="http://schemas.microsoft.com/office/powerpoint/2010/main" val="180857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403235"/>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Delete Sales Group Masterfile? </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13" name="Text Box 1261">
            <a:extLst>
              <a:ext uri="{FF2B5EF4-FFF2-40B4-BE49-F238E27FC236}">
                <a16:creationId xmlns:a16="http://schemas.microsoft.com/office/drawing/2014/main" id="{57BDB169-5346-A438-EDAE-64BF685733FD}"/>
              </a:ext>
            </a:extLst>
          </p:cNvPr>
          <p:cNvSpPr txBox="1"/>
          <p:nvPr/>
        </p:nvSpPr>
        <p:spPr>
          <a:xfrm>
            <a:off x="674748" y="2015472"/>
            <a:ext cx="4045186" cy="315516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You may select the group name in the search bar to filter the list.</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Once it filtered out, click delete button parallel to sales group you want to </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264ACE0E-82AF-3951-EDC4-8AF424152E30}"/>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85B2FDD-900F-B700-9C48-C6ACAAF7EFBB}"/>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Sales Group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18" name="Group 17">
            <a:extLst>
              <a:ext uri="{FF2B5EF4-FFF2-40B4-BE49-F238E27FC236}">
                <a16:creationId xmlns:a16="http://schemas.microsoft.com/office/drawing/2014/main" id="{AB2D15C8-595E-053C-FDF8-6ACEF84E265B}"/>
              </a:ext>
            </a:extLst>
          </p:cNvPr>
          <p:cNvGrpSpPr/>
          <p:nvPr/>
        </p:nvGrpSpPr>
        <p:grpSpPr>
          <a:xfrm>
            <a:off x="5421252" y="906186"/>
            <a:ext cx="12192000" cy="2218571"/>
            <a:chOff x="0" y="0"/>
            <a:chExt cx="12192000" cy="2218571"/>
          </a:xfrm>
        </p:grpSpPr>
        <p:pic>
          <p:nvPicPr>
            <p:cNvPr id="10241" name="Picture 18">
              <a:extLst>
                <a:ext uri="{FF2B5EF4-FFF2-40B4-BE49-F238E27FC236}">
                  <a16:creationId xmlns:a16="http://schemas.microsoft.com/office/drawing/2014/main" id="{25E5978A-0B24-B936-C8CF-C8596785B4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3" y="460375"/>
              <a:ext cx="6005512" cy="111283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EB1F7FEC-9628-0CF7-F0C0-3C04DBA3C694}"/>
                </a:ext>
              </a:extLst>
            </p:cNvPr>
            <p:cNvPicPr>
              <a:picLocks noChangeAspect="1"/>
            </p:cNvPicPr>
            <p:nvPr/>
          </p:nvPicPr>
          <p:blipFill>
            <a:blip r:embed="rId4"/>
            <a:srcRect/>
            <a:stretch>
              <a:fillRect/>
            </a:stretch>
          </p:blipFill>
          <p:spPr bwMode="auto">
            <a:xfrm>
              <a:off x="1135062" y="1608971"/>
              <a:ext cx="2383155" cy="609600"/>
            </a:xfrm>
            <a:prstGeom prst="rect">
              <a:avLst/>
            </a:prstGeom>
            <a:ln>
              <a:noFill/>
            </a:ln>
            <a:effectLst>
              <a:outerShdw blurRad="292100" dist="139700" dir="2700000" algn="tl" rotWithShape="0">
                <a:srgbClr val="333333">
                  <a:alpha val="65000"/>
                </a:srgbClr>
              </a:outerShdw>
            </a:effectLst>
          </p:spPr>
        </p:pic>
        <p:sp>
          <p:nvSpPr>
            <p:cNvPr id="11" name="Rectangle 3">
              <a:extLst>
                <a:ext uri="{FF2B5EF4-FFF2-40B4-BE49-F238E27FC236}">
                  <a16:creationId xmlns:a16="http://schemas.microsoft.com/office/drawing/2014/main" id="{57F1503C-9AE6-67E6-4C57-E185B76CD5C1}"/>
                </a:ext>
              </a:extLst>
            </p:cNvPr>
            <p:cNvSpPr>
              <a:spLocks noChangeArrowheads="1"/>
            </p:cNvSpPr>
            <p:nvPr/>
          </p:nvSpPr>
          <p:spPr bwMode="auto">
            <a:xfrm>
              <a:off x="1054100" y="1358900"/>
              <a:ext cx="161925" cy="2159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AutoShape 2">
              <a:extLst>
                <a:ext uri="{FF2B5EF4-FFF2-40B4-BE49-F238E27FC236}">
                  <a16:creationId xmlns:a16="http://schemas.microsoft.com/office/drawing/2014/main" id="{2D51D76C-AB64-DC79-00DF-545683692AA5}"/>
                </a:ext>
              </a:extLst>
            </p:cNvPr>
            <p:cNvSpPr>
              <a:spLocks noChangeArrowheads="1"/>
            </p:cNvSpPr>
            <p:nvPr/>
          </p:nvSpPr>
          <p:spPr bwMode="auto">
            <a:xfrm rot="-923308">
              <a:off x="892175" y="1546225"/>
              <a:ext cx="250825" cy="287338"/>
            </a:xfrm>
            <a:prstGeom prst="curvedRightArrow">
              <a:avLst>
                <a:gd name="adj1" fmla="val 22911"/>
                <a:gd name="adj2" fmla="val 45823"/>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Rectangle 5">
              <a:extLst>
                <a:ext uri="{FF2B5EF4-FFF2-40B4-BE49-F238E27FC236}">
                  <a16:creationId xmlns:a16="http://schemas.microsoft.com/office/drawing/2014/main" id="{35E688A5-EA79-BD12-FDF2-07D75F6AF69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6">
              <a:extLst>
                <a:ext uri="{FF2B5EF4-FFF2-40B4-BE49-F238E27FC236}">
                  <a16:creationId xmlns:a16="http://schemas.microsoft.com/office/drawing/2014/main" id="{C0E8963C-F70D-C75E-EA17-62280E825D9B}"/>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695218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C13FD5-5EA9-094F-0EB1-BD7D4E3ADBBE}"/>
              </a:ext>
            </a:extLst>
          </p:cNvPr>
          <p:cNvSpPr txBox="1"/>
          <p:nvPr/>
        </p:nvSpPr>
        <p:spPr>
          <a:xfrm>
            <a:off x="2972451" y="170588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2" name="Text Box 6">
            <a:extLst>
              <a:ext uri="{FF2B5EF4-FFF2-40B4-BE49-F238E27FC236}">
                <a16:creationId xmlns:a16="http://schemas.microsoft.com/office/drawing/2014/main" id="{64347769-1046-4EE1-BA85-D11BEFAEFE0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5976699-C6CE-C13D-8BC3-F7536493A39F}"/>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Sales Group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pic>
        <p:nvPicPr>
          <p:cNvPr id="9" name="Picture 8">
            <a:extLst>
              <a:ext uri="{FF2B5EF4-FFF2-40B4-BE49-F238E27FC236}">
                <a16:creationId xmlns:a16="http://schemas.microsoft.com/office/drawing/2014/main" id="{5BDBDA69-B905-9B05-1086-B3FAE72D6501}"/>
              </a:ext>
            </a:extLst>
          </p:cNvPr>
          <p:cNvPicPr>
            <a:picLocks noChangeAspect="1"/>
          </p:cNvPicPr>
          <p:nvPr/>
        </p:nvPicPr>
        <p:blipFill>
          <a:blip r:embed="rId2"/>
          <a:stretch>
            <a:fillRect/>
          </a:stretch>
        </p:blipFill>
        <p:spPr>
          <a:xfrm>
            <a:off x="2846626" y="2257351"/>
            <a:ext cx="6678528" cy="849753"/>
          </a:xfrm>
          <a:prstGeom prst="rect">
            <a:avLst/>
          </a:prstGeom>
        </p:spPr>
      </p:pic>
    </p:spTree>
    <p:extLst>
      <p:ext uri="{BB962C8B-B14F-4D97-AF65-F5344CB8AC3E}">
        <p14:creationId xmlns:p14="http://schemas.microsoft.com/office/powerpoint/2010/main" val="280820614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358</Words>
  <Application>Microsoft Office PowerPoint</Application>
  <PresentationFormat>Widescreen</PresentationFormat>
  <Paragraphs>55</Paragraphs>
  <Slides>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Animosa Extra Bold</vt:lpstr>
      <vt:lpstr>Arial</vt:lpstr>
      <vt:lpstr>Bahnschrift Condensed</vt:lpstr>
      <vt:lpstr>Bodoni MT Condensed</vt:lpstr>
      <vt:lpstr>Calibri</vt:lpstr>
      <vt:lpstr>Calibri Light</vt:lpstr>
      <vt:lpstr>Century Gothic</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3</cp:revision>
  <dcterms:created xsi:type="dcterms:W3CDTF">2023-01-10T06:57:48Z</dcterms:created>
  <dcterms:modified xsi:type="dcterms:W3CDTF">2023-01-10T06:58:33Z</dcterms:modified>
</cp:coreProperties>
</file>