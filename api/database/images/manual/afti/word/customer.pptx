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9" r:id="rId2"/>
    <p:sldId id="263" r:id="rId3"/>
    <p:sldId id="291" r:id="rId4"/>
    <p:sldId id="274" r:id="rId5"/>
    <p:sldId id="292" r:id="rId6"/>
    <p:sldId id="276" r:id="rId7"/>
    <p:sldId id="277" r:id="rId8"/>
    <p:sldId id="34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AFE25-79CF-4AFE-96E2-FC26882D40FD}" type="datetimeFigureOut">
              <a:rPr lang="en-PH" smtClean="0"/>
              <a:t>01/09/2023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A37F0-6376-4FEB-9D7F-671D1EE6BC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353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2F21F4-0DD8-4E57-96CC-71F82AA39A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6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0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1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5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8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0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1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1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7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327374" y="1790241"/>
            <a:ext cx="8128592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MS Gothic" panose="020B0609070205080204" pitchFamily="49" charset="-128"/>
                <a:cs typeface="+mn-cs"/>
              </a:rPr>
              <a:t>Customer Ledger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MS Gothic" panose="020B0609070205080204" pitchFamily="49" charset="-128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Customer Ledger is a list of customers of the company.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It is where all transactions in inventory, receivables and payments made by the customer are all display.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9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Customer Ledger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Customer module under Masterfile, customer list will display in the customer ledger main window.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305287" y="43960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3AC979-6F02-F220-CC6C-81ED0BDD1737}"/>
              </a:ext>
            </a:extLst>
          </p:cNvPr>
          <p:cNvGrpSpPr/>
          <p:nvPr/>
        </p:nvGrpSpPr>
        <p:grpSpPr>
          <a:xfrm>
            <a:off x="5367090" y="1831950"/>
            <a:ext cx="6019800" cy="2548255"/>
            <a:chOff x="5106907" y="1561525"/>
            <a:chExt cx="6019800" cy="25482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21B408F-2D25-D2C4-E06A-C0A4E925CD5B}"/>
                </a:ext>
              </a:extLst>
            </p:cNvPr>
            <p:cNvGrpSpPr/>
            <p:nvPr/>
          </p:nvGrpSpPr>
          <p:grpSpPr>
            <a:xfrm>
              <a:off x="5106907" y="1561525"/>
              <a:ext cx="6019800" cy="2548255"/>
              <a:chOff x="190500" y="0"/>
              <a:chExt cx="6019800" cy="254825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C3362EA-1138-702E-4748-717808B5A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500" y="0"/>
                <a:ext cx="6019800" cy="235013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66D915E-5814-F95C-7C98-D23E144EEA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2" t="4250"/>
              <a:stretch/>
            </p:blipFill>
            <p:spPr>
              <a:xfrm>
                <a:off x="200025" y="2333625"/>
                <a:ext cx="5989320" cy="214630"/>
              </a:xfrm>
              <a:prstGeom prst="rect">
                <a:avLst/>
              </a:prstGeom>
            </p:spPr>
          </p:pic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912945-E0C1-904A-6AE2-06E9D18C3971}"/>
                </a:ext>
              </a:extLst>
            </p:cNvPr>
            <p:cNvSpPr/>
            <p:nvPr/>
          </p:nvSpPr>
          <p:spPr>
            <a:xfrm>
              <a:off x="5202157" y="2460050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B10776-CC5B-34CD-B033-ED2F6412E1F1}"/>
                </a:ext>
              </a:extLst>
            </p:cNvPr>
            <p:cNvSpPr/>
            <p:nvPr/>
          </p:nvSpPr>
          <p:spPr>
            <a:xfrm>
              <a:off x="6421357" y="2345750"/>
              <a:ext cx="4171950" cy="1533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753E08-B929-72C1-3CA1-DD200D97DAAE}"/>
                </a:ext>
              </a:extLst>
            </p:cNvPr>
            <p:cNvCxnSpPr/>
            <p:nvPr/>
          </p:nvCxnSpPr>
          <p:spPr>
            <a:xfrm>
              <a:off x="6183232" y="2545775"/>
              <a:ext cx="257175" cy="19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5F96E4AE-0F17-4B13-DD8D-4AAF86D3706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1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New Customer?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367344" y="1981040"/>
            <a:ext cx="4588921" cy="391143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Window, you will notice a create button in the upper left of the window. Click the create button and you will be redirect in customer ledger – main form.</a:t>
            </a: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click the create button in the customer ledger – main window, you will be redirected in customer ledger – main form where you will encode the customer other information.</a:t>
            </a: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1C298D9-0928-F4E6-3B11-16106D6ABE2E}"/>
              </a:ext>
            </a:extLst>
          </p:cNvPr>
          <p:cNvGrpSpPr/>
          <p:nvPr/>
        </p:nvGrpSpPr>
        <p:grpSpPr>
          <a:xfrm>
            <a:off x="5462067" y="965527"/>
            <a:ext cx="6189345" cy="1238885"/>
            <a:chOff x="3001327" y="2809558"/>
            <a:chExt cx="6189345" cy="123888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0C46E2B-EBBD-3F16-A765-D76EFB684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1327" y="2809558"/>
              <a:ext cx="6189345" cy="1238885"/>
            </a:xfrm>
            <a:prstGeom prst="rect">
              <a:avLst/>
            </a:prstGeom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D7BCDB9-8037-8ACC-06BB-CB98700D241E}"/>
                </a:ext>
              </a:extLst>
            </p:cNvPr>
            <p:cNvCxnSpPr/>
            <p:nvPr/>
          </p:nvCxnSpPr>
          <p:spPr>
            <a:xfrm>
              <a:off x="3912584" y="3216488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22">
              <a:extLst>
                <a:ext uri="{FF2B5EF4-FFF2-40B4-BE49-F238E27FC236}">
                  <a16:creationId xmlns:a16="http://schemas.microsoft.com/office/drawing/2014/main" id="{600B11A2-E210-0144-C619-3F6D39D6C7F1}"/>
                </a:ext>
              </a:extLst>
            </p:cNvPr>
            <p:cNvSpPr txBox="1"/>
            <p:nvPr/>
          </p:nvSpPr>
          <p:spPr>
            <a:xfrm>
              <a:off x="4116234" y="3101288"/>
              <a:ext cx="2000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60AC56F-8698-7C1A-3953-C3455432800C}"/>
                </a:ext>
              </a:extLst>
            </p:cNvPr>
            <p:cNvSpPr/>
            <p:nvPr/>
          </p:nvSpPr>
          <p:spPr>
            <a:xfrm>
              <a:off x="3112484" y="3083138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140C82F-E0CA-9E84-DDDE-D16648C9B0E5}"/>
              </a:ext>
            </a:extLst>
          </p:cNvPr>
          <p:cNvGrpSpPr/>
          <p:nvPr/>
        </p:nvGrpSpPr>
        <p:grpSpPr>
          <a:xfrm>
            <a:off x="5462067" y="2591144"/>
            <a:ext cx="6467475" cy="4020820"/>
            <a:chOff x="0" y="0"/>
            <a:chExt cx="6467475" cy="402082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30F95CE-203E-28A7-3E6F-ABC640E32F0C}"/>
                </a:ext>
              </a:extLst>
            </p:cNvPr>
            <p:cNvGrpSpPr/>
            <p:nvPr/>
          </p:nvGrpSpPr>
          <p:grpSpPr>
            <a:xfrm>
              <a:off x="0" y="0"/>
              <a:ext cx="6189345" cy="4020820"/>
              <a:chOff x="0" y="0"/>
              <a:chExt cx="6189345" cy="4020820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B69DD843-7605-9810-2A92-8155309DF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50" y="3381375"/>
                <a:ext cx="1647825" cy="639445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89549959-3A62-5092-2F32-E3FEEE29F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189345" cy="3479165"/>
              </a:xfrm>
              <a:prstGeom prst="rect">
                <a:avLst/>
              </a:prstGeom>
            </p:spPr>
          </p:pic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2AA704A-F264-37C8-4F82-3944BCDA81E4}"/>
                </a:ext>
              </a:extLst>
            </p:cNvPr>
            <p:cNvSpPr/>
            <p:nvPr/>
          </p:nvSpPr>
          <p:spPr>
            <a:xfrm>
              <a:off x="57150" y="885825"/>
              <a:ext cx="5981700" cy="2971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D39E60F-3C3D-BA00-F31B-93EB5CA9ED74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16">
              <a:extLst>
                <a:ext uri="{FF2B5EF4-FFF2-40B4-BE49-F238E27FC236}">
                  <a16:creationId xmlns:a16="http://schemas.microsoft.com/office/drawing/2014/main" id="{91FC79B0-D199-2009-7370-1174152405BD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736B56C-3006-94B8-FD08-CB26E6A6C86F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C198146-8276-8372-F150-D94C9FE98430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204F2F3-7E38-DC6F-9DFC-A84A1F6AA186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 Box 31">
                <a:extLst>
                  <a:ext uri="{FF2B5EF4-FFF2-40B4-BE49-F238E27FC236}">
                    <a16:creationId xmlns:a16="http://schemas.microsoft.com/office/drawing/2014/main" id="{7A0A366C-E346-1595-CA8A-1A4A6C131927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92FE724-2EDC-5BB7-B8E8-4C19A44ADF63}"/>
              </a:ext>
            </a:extLst>
          </p:cNvPr>
          <p:cNvSpPr txBox="1"/>
          <p:nvPr/>
        </p:nvSpPr>
        <p:spPr>
          <a:xfrm>
            <a:off x="7605688" y="605516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79B6D-A12C-ED84-FCCC-2FD128356FED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Customer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C0A9E6C-8749-D7EF-4EC8-210A00D6833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41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Customer Ledger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Customer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3C955D35-908F-C41B-A58E-309112EE5A39}"/>
              </a:ext>
            </a:extLst>
          </p:cNvPr>
          <p:cNvSpPr txBox="1"/>
          <p:nvPr/>
        </p:nvSpPr>
        <p:spPr>
          <a:xfrm>
            <a:off x="805109" y="1802434"/>
            <a:ext cx="3852820" cy="2084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customer ledger – main window, search the customer you wish to edit its information in the search bar. Or,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form, click the lookup button and select the customer you wish to edit its information by typing its customer name in the search bar.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14687C-52A3-56C7-BB62-1861435F0424}"/>
              </a:ext>
            </a:extLst>
          </p:cNvPr>
          <p:cNvSpPr txBox="1"/>
          <p:nvPr/>
        </p:nvSpPr>
        <p:spPr>
          <a:xfrm>
            <a:off x="7256349" y="60493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58C296-63A5-1455-F8AB-54834279C957}"/>
              </a:ext>
            </a:extLst>
          </p:cNvPr>
          <p:cNvSpPr txBox="1"/>
          <p:nvPr/>
        </p:nvSpPr>
        <p:spPr>
          <a:xfrm>
            <a:off x="7256349" y="285741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45EBA796-8D0D-7A62-3DFD-D0EFF016851E}"/>
              </a:ext>
            </a:extLst>
          </p:cNvPr>
          <p:cNvSpPr txBox="1"/>
          <p:nvPr/>
        </p:nvSpPr>
        <p:spPr>
          <a:xfrm>
            <a:off x="805109" y="3787404"/>
            <a:ext cx="3852820" cy="151265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customer, click edit button in the upper right side of customer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8292238-7EB6-D84F-92A7-0EDDA01DC9A4}"/>
              </a:ext>
            </a:extLst>
          </p:cNvPr>
          <p:cNvGrpSpPr/>
          <p:nvPr/>
        </p:nvGrpSpPr>
        <p:grpSpPr>
          <a:xfrm>
            <a:off x="5197546" y="1037506"/>
            <a:ext cx="6189345" cy="1819910"/>
            <a:chOff x="5197546" y="1609090"/>
            <a:chExt cx="6189345" cy="181991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C2BDCF2-B782-AB38-D747-562C63752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7546" y="1609090"/>
              <a:ext cx="6189345" cy="1819910"/>
            </a:xfrm>
            <a:prstGeom prst="rect">
              <a:avLst/>
            </a:prstGeom>
          </p:spPr>
        </p:pic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04F62CD-8962-29C6-766F-14BAB0B2C2AA}"/>
                </a:ext>
              </a:extLst>
            </p:cNvPr>
            <p:cNvGrpSpPr/>
            <p:nvPr/>
          </p:nvGrpSpPr>
          <p:grpSpPr>
            <a:xfrm>
              <a:off x="5246919" y="2218167"/>
              <a:ext cx="1475739" cy="333375"/>
              <a:chOff x="5358130" y="3262312"/>
              <a:chExt cx="1475739" cy="333375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3AEBD53-92D3-F696-96E4-26D568500746}"/>
                  </a:ext>
                </a:extLst>
              </p:cNvPr>
              <p:cNvSpPr/>
              <p:nvPr/>
            </p:nvSpPr>
            <p:spPr>
              <a:xfrm>
                <a:off x="5358130" y="3262312"/>
                <a:ext cx="799756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48CC673-7142-F7E7-8040-2E24135B7BE0}"/>
                  </a:ext>
                </a:extLst>
              </p:cNvPr>
              <p:cNvCxnSpPr/>
              <p:nvPr/>
            </p:nvCxnSpPr>
            <p:spPr>
              <a:xfrm>
                <a:off x="6157886" y="3395662"/>
                <a:ext cx="199939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Text Box 39">
                <a:extLst>
                  <a:ext uri="{FF2B5EF4-FFF2-40B4-BE49-F238E27FC236}">
                    <a16:creationId xmlns:a16="http://schemas.microsoft.com/office/drawing/2014/main" id="{E88F12A3-A77D-AD07-BC3F-FAC54B0C445D}"/>
                  </a:ext>
                </a:extLst>
              </p:cNvPr>
              <p:cNvSpPr txBox="1"/>
              <p:nvPr/>
            </p:nvSpPr>
            <p:spPr>
              <a:xfrm>
                <a:off x="6367345" y="3290887"/>
                <a:ext cx="466524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pic>
        <p:nvPicPr>
          <p:cNvPr id="75" name="Picture 74">
            <a:extLst>
              <a:ext uri="{FF2B5EF4-FFF2-40B4-BE49-F238E27FC236}">
                <a16:creationId xmlns:a16="http://schemas.microsoft.com/office/drawing/2014/main" id="{ABD37553-5B68-7C8D-3725-30EF3C9F3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545" y="3543533"/>
            <a:ext cx="6189345" cy="2267585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AFE500BD-76B0-16CF-7FDE-10E25D7ECA97}"/>
              </a:ext>
            </a:extLst>
          </p:cNvPr>
          <p:cNvGrpSpPr/>
          <p:nvPr/>
        </p:nvGrpSpPr>
        <p:grpSpPr>
          <a:xfrm>
            <a:off x="6422362" y="4168859"/>
            <a:ext cx="4715510" cy="1651635"/>
            <a:chOff x="6413483" y="4145232"/>
            <a:chExt cx="4715510" cy="165163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0941612-B454-7552-7820-6B3D110F7DAD}"/>
                </a:ext>
              </a:extLst>
            </p:cNvPr>
            <p:cNvSpPr/>
            <p:nvPr/>
          </p:nvSpPr>
          <p:spPr>
            <a:xfrm>
              <a:off x="6468093" y="4526232"/>
              <a:ext cx="275590" cy="304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5B57C65-1271-E33A-F7EA-DDEF4D84F7C2}"/>
                </a:ext>
              </a:extLst>
            </p:cNvPr>
            <p:cNvCxnSpPr/>
            <p:nvPr/>
          </p:nvCxnSpPr>
          <p:spPr>
            <a:xfrm>
              <a:off x="6744318" y="4631007"/>
              <a:ext cx="200025" cy="88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 Box 44">
              <a:extLst>
                <a:ext uri="{FF2B5EF4-FFF2-40B4-BE49-F238E27FC236}">
                  <a16:creationId xmlns:a16="http://schemas.microsoft.com/office/drawing/2014/main" id="{63A0BBBA-F2BB-D498-E658-9F6FD3E10058}"/>
                </a:ext>
              </a:extLst>
            </p:cNvPr>
            <p:cNvSpPr txBox="1"/>
            <p:nvPr/>
          </p:nvSpPr>
          <p:spPr>
            <a:xfrm>
              <a:off x="6953868" y="4526232"/>
              <a:ext cx="466725" cy="2470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1.2.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4A41F8A-2F21-8944-F861-2CEED4CDCCB5}"/>
                </a:ext>
              </a:extLst>
            </p:cNvPr>
            <p:cNvSpPr/>
            <p:nvPr/>
          </p:nvSpPr>
          <p:spPr>
            <a:xfrm>
              <a:off x="10147918" y="4145232"/>
              <a:ext cx="466090" cy="304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CDCFD9F-ADBC-5570-6300-3E7A2DD394CF}"/>
                </a:ext>
              </a:extLst>
            </p:cNvPr>
            <p:cNvCxnSpPr/>
            <p:nvPr/>
          </p:nvCxnSpPr>
          <p:spPr>
            <a:xfrm>
              <a:off x="10614643" y="4250007"/>
              <a:ext cx="200025" cy="88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85019864-97D6-AC18-C51E-C72CADC4C5C4}"/>
                </a:ext>
              </a:extLst>
            </p:cNvPr>
            <p:cNvSpPr txBox="1"/>
            <p:nvPr/>
          </p:nvSpPr>
          <p:spPr>
            <a:xfrm>
              <a:off x="10824193" y="4145232"/>
              <a:ext cx="304800" cy="2470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2.</a:t>
              </a:r>
            </a:p>
          </p:txBody>
        </p:sp>
        <p:sp>
          <p:nvSpPr>
            <p:cNvPr id="84" name="Text Box 241">
              <a:extLst>
                <a:ext uri="{FF2B5EF4-FFF2-40B4-BE49-F238E27FC236}">
                  <a16:creationId xmlns:a16="http://schemas.microsoft.com/office/drawing/2014/main" id="{089EDAE2-73E6-3423-D4FD-6B370F1FC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483" y="4918026"/>
              <a:ext cx="2483382" cy="8788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2733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customer name in the search bar.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 algn="l" defTabSz="914400" rtl="0" eaLnBrk="1" fontAlgn="auto" latinLnBrk="0" hangingPunct="1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kumimoji="0" lang="en-US" sz="8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customer code to select the customer.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1F051E3A-65A8-7E22-8C8A-24EDAC2261E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0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Customer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1254088" y="628135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Customer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3C955D35-908F-C41B-A58E-309112EE5A39}"/>
              </a:ext>
            </a:extLst>
          </p:cNvPr>
          <p:cNvSpPr txBox="1"/>
          <p:nvPr/>
        </p:nvSpPr>
        <p:spPr>
          <a:xfrm>
            <a:off x="805109" y="2315239"/>
            <a:ext cx="3852820" cy="11137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336887-F8DF-8C74-1414-CEF744A2BC8F}"/>
              </a:ext>
            </a:extLst>
          </p:cNvPr>
          <p:cNvGrpSpPr/>
          <p:nvPr/>
        </p:nvGrpSpPr>
        <p:grpSpPr>
          <a:xfrm>
            <a:off x="5287327" y="2396775"/>
            <a:ext cx="6189345" cy="937834"/>
            <a:chOff x="5287327" y="1883970"/>
            <a:chExt cx="6189345" cy="9378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2C1C625-4494-74B6-51F6-7826FC4522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044"/>
            <a:stretch/>
          </p:blipFill>
          <p:spPr>
            <a:xfrm>
              <a:off x="5287327" y="1883970"/>
              <a:ext cx="6189345" cy="937834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202932-390B-BA20-781A-279969C4F35D}"/>
                </a:ext>
              </a:extLst>
            </p:cNvPr>
            <p:cNvGrpSpPr/>
            <p:nvPr/>
          </p:nvGrpSpPr>
          <p:grpSpPr>
            <a:xfrm>
              <a:off x="10090243" y="2285220"/>
              <a:ext cx="1057275" cy="447675"/>
              <a:chOff x="10059352" y="1383177"/>
              <a:chExt cx="1057275" cy="44767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B390B3-AAA6-CB8A-2FB7-2DB7E3AC7CAE}"/>
                  </a:ext>
                </a:extLst>
              </p:cNvPr>
              <p:cNvSpPr/>
              <p:nvPr/>
            </p:nvSpPr>
            <p:spPr>
              <a:xfrm>
                <a:off x="10059352" y="1545102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B43C5D0A-97DB-43AE-AB17-53215100AE03}"/>
                  </a:ext>
                </a:extLst>
              </p:cNvPr>
              <p:cNvCxnSpPr/>
              <p:nvPr/>
            </p:nvCxnSpPr>
            <p:spPr>
              <a:xfrm>
                <a:off x="10707052" y="1554627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Text Box 62">
                <a:extLst>
                  <a:ext uri="{FF2B5EF4-FFF2-40B4-BE49-F238E27FC236}">
                    <a16:creationId xmlns:a16="http://schemas.microsoft.com/office/drawing/2014/main" id="{A4F7C839-870C-257D-65AE-46E2CE665ADC}"/>
                  </a:ext>
                </a:extLst>
              </p:cNvPr>
              <p:cNvSpPr txBox="1"/>
              <p:nvPr/>
            </p:nvSpPr>
            <p:spPr>
              <a:xfrm>
                <a:off x="10916602" y="1383177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B3FD30A-8AB3-02A0-43BA-431A0431AE1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08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42797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Customer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B14687C-52A3-56C7-BB62-1861435F0424}"/>
              </a:ext>
            </a:extLst>
          </p:cNvPr>
          <p:cNvSpPr txBox="1"/>
          <p:nvPr/>
        </p:nvSpPr>
        <p:spPr>
          <a:xfrm>
            <a:off x="7256349" y="5815358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Box 854">
            <a:extLst>
              <a:ext uri="{FF2B5EF4-FFF2-40B4-BE49-F238E27FC236}">
                <a16:creationId xmlns:a16="http://schemas.microsoft.com/office/drawing/2014/main" id="{9845929A-47AB-7953-E946-C7A4D2E1538F}"/>
              </a:ext>
            </a:extLst>
          </p:cNvPr>
          <p:cNvSpPr txBox="1"/>
          <p:nvPr/>
        </p:nvSpPr>
        <p:spPr>
          <a:xfrm>
            <a:off x="805109" y="3429000"/>
            <a:ext cx="3852819" cy="40763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893AC7-359D-C22C-2311-9CD3A72D6B8F}"/>
              </a:ext>
            </a:extLst>
          </p:cNvPr>
          <p:cNvSpPr txBox="1"/>
          <p:nvPr/>
        </p:nvSpPr>
        <p:spPr>
          <a:xfrm>
            <a:off x="7273648" y="299092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8DA03-424D-142E-BB8A-D8491412C4DA}"/>
              </a:ext>
            </a:extLst>
          </p:cNvPr>
          <p:cNvSpPr txBox="1"/>
          <p:nvPr/>
        </p:nvSpPr>
        <p:spPr>
          <a:xfrm>
            <a:off x="805110" y="112232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Delete a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Customer Ledger?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1E9EB7A6-9663-FDE2-5365-91A0C0AA96C8}"/>
              </a:ext>
            </a:extLst>
          </p:cNvPr>
          <p:cNvSpPr txBox="1"/>
          <p:nvPr/>
        </p:nvSpPr>
        <p:spPr>
          <a:xfrm>
            <a:off x="805110" y="1699032"/>
            <a:ext cx="3746666" cy="123609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customer ledger – main window, search the customer you want to delete.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form, click the lookup button and select the customer you want to delete.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DD7BAF-D95A-F7F4-6617-A82E395C6F34}"/>
              </a:ext>
            </a:extLst>
          </p:cNvPr>
          <p:cNvGrpSpPr/>
          <p:nvPr/>
        </p:nvGrpSpPr>
        <p:grpSpPr>
          <a:xfrm>
            <a:off x="5233086" y="1115213"/>
            <a:ext cx="6189345" cy="1819910"/>
            <a:chOff x="4359563" y="1833128"/>
            <a:chExt cx="6189345" cy="181991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5DDAF03-A24F-32D4-9877-346D50172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563" y="1833128"/>
              <a:ext cx="6189345" cy="1819910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0CDD148-14A6-5B3A-6A43-A3CDE1B63CD9}"/>
                </a:ext>
              </a:extLst>
            </p:cNvPr>
            <p:cNvGrpSpPr/>
            <p:nvPr/>
          </p:nvGrpSpPr>
          <p:grpSpPr>
            <a:xfrm>
              <a:off x="4449289" y="2420928"/>
              <a:ext cx="1475739" cy="333375"/>
              <a:chOff x="0" y="0"/>
              <a:chExt cx="1476374" cy="3333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8CA325F-1BF9-2563-7DCA-FC4746AA9EBA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D6D44AB-94C1-275F-BECF-26D995D3764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 Box 70">
                <a:extLst>
                  <a:ext uri="{FF2B5EF4-FFF2-40B4-BE49-F238E27FC236}">
                    <a16:creationId xmlns:a16="http://schemas.microsoft.com/office/drawing/2014/main" id="{8563867A-7A92-4F6A-99AE-2FF35F57FB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8050088A-6AD4-8357-6DC3-926D9B78C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086" y="3457260"/>
            <a:ext cx="6189345" cy="226758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DF16E5D-F6FA-65AD-15F5-B11EDE2F5039}"/>
              </a:ext>
            </a:extLst>
          </p:cNvPr>
          <p:cNvGrpSpPr>
            <a:grpSpLocks/>
          </p:cNvGrpSpPr>
          <p:nvPr/>
        </p:nvGrpSpPr>
        <p:grpSpPr bwMode="auto">
          <a:xfrm>
            <a:off x="6490257" y="4832545"/>
            <a:ext cx="2301875" cy="879475"/>
            <a:chOff x="6116" y="177"/>
            <a:chExt cx="3625" cy="1385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BA222A2-B422-5E9C-D4F5-E4CA0F0369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" y="177"/>
              <a:ext cx="3625" cy="1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 Box 241">
              <a:extLst>
                <a:ext uri="{FF2B5EF4-FFF2-40B4-BE49-F238E27FC236}">
                  <a16:creationId xmlns:a16="http://schemas.microsoft.com/office/drawing/2014/main" id="{D01A00CF-604E-AA85-7A51-05D6444C5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6" y="177"/>
              <a:ext cx="3625" cy="13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lvl="0" indent="-22860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2733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customer name or customer</a:t>
              </a:r>
              <a:r>
                <a:rPr kumimoji="0" lang="en-PH" sz="8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code.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lvl="0" indent="-228600" algn="l" defTabSz="914400" rtl="0" eaLnBrk="1" fontAlgn="auto" latinLnBrk="0" hangingPunct="1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kumimoji="0" lang="en-PH" sz="8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lvl="0" indent="-2286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customer code to select the customer.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02565" marR="0" lvl="0" indent="-1016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3FAC53-19F5-91F3-29D3-4457E9CCB297}"/>
              </a:ext>
            </a:extLst>
          </p:cNvPr>
          <p:cNvGrpSpPr/>
          <p:nvPr/>
        </p:nvGrpSpPr>
        <p:grpSpPr>
          <a:xfrm>
            <a:off x="6502322" y="4062925"/>
            <a:ext cx="2930525" cy="723900"/>
            <a:chOff x="0" y="0"/>
            <a:chExt cx="2930978" cy="7239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19CDB6A-63B8-D89E-CA10-9377887D6766}"/>
                </a:ext>
              </a:extLst>
            </p:cNvPr>
            <p:cNvGrpSpPr/>
            <p:nvPr/>
          </p:nvGrpSpPr>
          <p:grpSpPr>
            <a:xfrm>
              <a:off x="0" y="419100"/>
              <a:ext cx="952500" cy="304800"/>
              <a:chOff x="523874" y="28575"/>
              <a:chExt cx="952500" cy="304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962304C-03FD-2611-404D-39CC9F74F264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89779ED-E9E8-8A7F-6A1F-A8FC04288750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 Box 75">
                <a:extLst>
                  <a:ext uri="{FF2B5EF4-FFF2-40B4-BE49-F238E27FC236}">
                    <a16:creationId xmlns:a16="http://schemas.microsoft.com/office/drawing/2014/main" id="{4ED5D758-7EBF-E3BA-556C-C1F9CA900BD8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67E916A-09EB-81CD-A07E-3D06B5EFA6B5}"/>
                </a:ext>
              </a:extLst>
            </p:cNvPr>
            <p:cNvGrpSpPr/>
            <p:nvPr/>
          </p:nvGrpSpPr>
          <p:grpSpPr>
            <a:xfrm>
              <a:off x="1845128" y="0"/>
              <a:ext cx="1085850" cy="304800"/>
              <a:chOff x="228600" y="28575"/>
              <a:chExt cx="1085850" cy="3048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AC530D6-304F-EEAE-0C6E-126192627630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9986EB3-3A5A-BDAC-CEAB-252BAC485371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 Box 79">
                <a:extLst>
                  <a:ext uri="{FF2B5EF4-FFF2-40B4-BE49-F238E27FC236}">
                    <a16:creationId xmlns:a16="http://schemas.microsoft.com/office/drawing/2014/main" id="{68D37402-129C-B75A-9CBB-30B2D414547E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F976B5EF-FB5B-9C5C-CB95-74975C77D05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21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Customer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Information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customer ledger – main form will minimize and the other information will be displayed as shown in the photo below.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53D96-2360-B19A-7E8F-9C43CD7DF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34" y="1053547"/>
            <a:ext cx="6189345" cy="2063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213EB-3EFE-7C97-417F-9C7C642DE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909" y="3676021"/>
            <a:ext cx="6280794" cy="2494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3079431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B9AE3E47-9B90-9572-9EF2-725D5EDFCD3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79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4241F-0E6A-3338-86F9-057907F61A36}"/>
              </a:ext>
            </a:extLst>
          </p:cNvPr>
          <p:cNvSpPr txBox="1"/>
          <p:nvPr/>
        </p:nvSpPr>
        <p:spPr>
          <a:xfrm>
            <a:off x="2275288" y="2336393"/>
            <a:ext cx="7725011" cy="1569660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END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8515088-D406-35D1-47FA-AE6438CC3FFE}"/>
              </a:ext>
            </a:extLst>
          </p:cNvPr>
          <p:cNvSpPr/>
          <p:nvPr/>
        </p:nvSpPr>
        <p:spPr>
          <a:xfrm>
            <a:off x="-612744" y="2417975"/>
            <a:ext cx="11495989" cy="1611983"/>
          </a:xfrm>
          <a:prstGeom prst="parallelogram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94230A-B1D4-0672-032F-086121F527DB}"/>
              </a:ext>
            </a:extLst>
          </p:cNvPr>
          <p:cNvGrpSpPr/>
          <p:nvPr/>
        </p:nvGrpSpPr>
        <p:grpSpPr>
          <a:xfrm rot="16200000">
            <a:off x="5545394" y="4880712"/>
            <a:ext cx="1393060" cy="2369552"/>
            <a:chOff x="0" y="1017895"/>
            <a:chExt cx="2010382" cy="4412142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D02810F-89AA-1F0E-B028-27B2736E6595}"/>
                </a:ext>
              </a:extLst>
            </p:cNvPr>
            <p:cNvSpPr/>
            <p:nvPr/>
          </p:nvSpPr>
          <p:spPr>
            <a:xfrm rot="5400000">
              <a:off x="-1200880" y="2218775"/>
              <a:ext cx="4412142" cy="20103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2BE81DB1-E6F0-19B9-8204-3E518ECEED33}"/>
                </a:ext>
              </a:extLst>
            </p:cNvPr>
            <p:cNvSpPr/>
            <p:nvPr/>
          </p:nvSpPr>
          <p:spPr>
            <a:xfrm rot="5400000">
              <a:off x="-753225" y="2633871"/>
              <a:ext cx="2686639" cy="1180188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63847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Widescreen</PresentationFormat>
  <Paragraphs>89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2023-01-09T09:06:55Z</dcterms:created>
  <dcterms:modified xsi:type="dcterms:W3CDTF">2023-01-09T09:07:42Z</dcterms:modified>
</cp:coreProperties>
</file>