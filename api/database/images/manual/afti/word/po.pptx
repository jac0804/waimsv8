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63" r:id="rId3"/>
    <p:sldId id="291" r:id="rId4"/>
    <p:sldId id="349" r:id="rId5"/>
    <p:sldId id="353" r:id="rId6"/>
    <p:sldId id="355" r:id="rId7"/>
    <p:sldId id="356" r:id="rId8"/>
    <p:sldId id="357" r:id="rId9"/>
    <p:sldId id="29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A7985202-DB80-4E38-981B-9E768F0128DE}" type="datetime1">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a:xfrm>
            <a:off x="118742" y="6356349"/>
            <a:ext cx="52451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69134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8E3B57FB-8EBA-4CEB-8400-0FBF754C4A89}" type="datetime1">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69771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75301EDC-2D95-4B99-9AF2-4D5893ABC0BC}" type="datetime1">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020114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1F14362F-197C-4249-AA84-4617F13E7F48}" type="datetime1">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995958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E19BA5C4-CF54-4D30-9180-178021B5E650}" type="datetime1">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397769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CB2F7353-7CB2-4606-8D3C-3E4241F2083B}" type="datetime1">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516052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96488557-CF54-4DD4-8822-DADB10651CD6}" type="datetime1">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69649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BC2894F6-7FC7-4D68-BFB5-665E8B311222}" type="datetime1">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058162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F28AA045-5CA4-4FBE-9355-66D1568E2751}" type="datetime1">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812197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1CC824F3-A0BB-4870-8991-5445373F853A}" type="datetime1">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596133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A5AC562B-2C25-42AD-B919-544C8495CFC2}" type="datetime1">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13788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185160-1BEE-4BE9-B9A7-5775EC054AE2}" type="datetime1">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19998676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algn="ctr"/>
            <a:r>
              <a:rPr lang="en-US" sz="8000" b="1" dirty="0">
                <a:solidFill>
                  <a:srgbClr val="00B050"/>
                </a:solidFill>
                <a:latin typeface="Bodoni MT Condensed" panose="02070606080606020203" pitchFamily="18" charset="0"/>
              </a:rPr>
              <a:t>Purchase Order</a:t>
            </a:r>
            <a:endParaRPr lang="en-US" sz="8000" dirty="0">
              <a:solidFill>
                <a:srgbClr val="00B050"/>
              </a:solidFill>
              <a:latin typeface="Bodoni MT Condensed" panose="02070606080606020203" pitchFamily="18" charset="0"/>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spcBef>
                <a:spcPts val="0"/>
              </a:spcBef>
            </a:pPr>
            <a:endParaRPr lang="en-US" sz="1400" dirty="0">
              <a:solidFill>
                <a:schemeClr val="bg1"/>
              </a:solidFill>
              <a:ea typeface="Open Sans" panose="020B0606030504020204" pitchFamily="34" charset="0"/>
              <a:cs typeface="Times New Roman" panose="02020603050405020304" pitchFamily="18" charset="0"/>
            </a:endParaRPr>
          </a:p>
          <a:p>
            <a:pPr marL="0" marR="0" algn="ctr">
              <a:spcBef>
                <a:spcPts val="0"/>
              </a:spcBef>
            </a:pPr>
            <a:r>
              <a:rPr lang="en-US" sz="1400" dirty="0">
                <a:solidFill>
                  <a:schemeClr val="bg1"/>
                </a:solidFill>
                <a:ea typeface="Open Sans" panose="020B0606030504020204" pitchFamily="34" charset="0"/>
                <a:cs typeface="Times New Roman" panose="02020603050405020304" pitchFamily="18" charset="0"/>
              </a:rPr>
              <a:t>It is where orders to suppliers are encoded.</a:t>
            </a: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4E49D579-2A8C-5770-6043-7725396675E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357699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mj-lt"/>
              </a:rPr>
              <a:t>Purchase </a:t>
            </a:r>
            <a:r>
              <a:rPr lang="en-US" sz="2000" dirty="0">
                <a:solidFill>
                  <a:schemeClr val="accent6">
                    <a:lumMod val="20000"/>
                    <a:lumOff val="80000"/>
                  </a:schemeClr>
                </a:solidFill>
                <a:latin typeface="+mj-lt"/>
              </a:rPr>
              <a:t>/ Purchase Order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algn="ctr"/>
            <a:r>
              <a:rPr lang="en-US" sz="1600" dirty="0">
                <a:solidFill>
                  <a:schemeClr val="bg1"/>
                </a:solidFill>
              </a:rPr>
              <a:t>Main Window</a:t>
            </a:r>
            <a:endParaRPr lang="en-US" sz="2000" dirty="0">
              <a:solidFill>
                <a:srgbClr val="007434"/>
              </a:solidFill>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a:lnSpc>
                <a:spcPct val="107000"/>
              </a:lnSpc>
              <a:spcBef>
                <a:spcPts val="190"/>
              </a:spcBef>
              <a:spcAft>
                <a:spcPts val="80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When you click the Purchase Order module under Purchases, Purchase Order transactions list will display based on filtered date and status in the purchase order main </a:t>
            </a:r>
          </a:p>
          <a:p>
            <a:pPr marL="0" lvl="2">
              <a:lnSpc>
                <a:spcPct val="107000"/>
              </a:lnSpc>
            </a:pPr>
            <a:r>
              <a:rPr lang="en-PH" sz="1000" dirty="0">
                <a:effectLst/>
                <a:latin typeface="Chivo Light" panose="020B0303030202020804" pitchFamily="34" charset="0"/>
                <a:ea typeface="Times New Roman" panose="02020603050405020304" pitchFamily="18"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lvl="2">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lvl="2">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284343" y="4005530"/>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Purchase Order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grpSp>
        <p:nvGrpSpPr>
          <p:cNvPr id="8" name="Group 7">
            <a:extLst>
              <a:ext uri="{FF2B5EF4-FFF2-40B4-BE49-F238E27FC236}">
                <a16:creationId xmlns:a16="http://schemas.microsoft.com/office/drawing/2014/main" id="{D70565DB-544D-91D6-0934-613FB37B7025}"/>
              </a:ext>
            </a:extLst>
          </p:cNvPr>
          <p:cNvGrpSpPr/>
          <p:nvPr/>
        </p:nvGrpSpPr>
        <p:grpSpPr>
          <a:xfrm>
            <a:off x="5402650" y="2375033"/>
            <a:ext cx="5984240" cy="1597660"/>
            <a:chOff x="3103880" y="2630170"/>
            <a:chExt cx="5984240" cy="1597660"/>
          </a:xfrm>
        </p:grpSpPr>
        <p:pic>
          <p:nvPicPr>
            <p:cNvPr id="2" name="Picture 1">
              <a:extLst>
                <a:ext uri="{FF2B5EF4-FFF2-40B4-BE49-F238E27FC236}">
                  <a16:creationId xmlns:a16="http://schemas.microsoft.com/office/drawing/2014/main" id="{620288C9-04A7-58B2-90F8-623F2BD5C0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3880" y="2630170"/>
              <a:ext cx="5984240" cy="1597660"/>
            </a:xfrm>
            <a:prstGeom prst="rect">
              <a:avLst/>
            </a:prstGeom>
          </p:spPr>
        </p:pic>
        <p:sp>
          <p:nvSpPr>
            <p:cNvPr id="3" name="Rectangle 2">
              <a:extLst>
                <a:ext uri="{FF2B5EF4-FFF2-40B4-BE49-F238E27FC236}">
                  <a16:creationId xmlns:a16="http://schemas.microsoft.com/office/drawing/2014/main" id="{0A3832EC-D3F0-4CD8-D828-AC9F2424D9E5}"/>
                </a:ext>
              </a:extLst>
            </p:cNvPr>
            <p:cNvSpPr/>
            <p:nvPr/>
          </p:nvSpPr>
          <p:spPr>
            <a:xfrm>
              <a:off x="3128010" y="3669030"/>
              <a:ext cx="847725"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 name="Rectangle 4">
              <a:extLst>
                <a:ext uri="{FF2B5EF4-FFF2-40B4-BE49-F238E27FC236}">
                  <a16:creationId xmlns:a16="http://schemas.microsoft.com/office/drawing/2014/main" id="{54C8DC56-3299-8C21-4C6D-B4ECA451DBB6}"/>
                </a:ext>
              </a:extLst>
            </p:cNvPr>
            <p:cNvSpPr/>
            <p:nvPr/>
          </p:nvSpPr>
          <p:spPr>
            <a:xfrm>
              <a:off x="4149090" y="3050540"/>
              <a:ext cx="4905375" cy="11042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7" name="Straight Arrow Connector 6">
              <a:extLst>
                <a:ext uri="{FF2B5EF4-FFF2-40B4-BE49-F238E27FC236}">
                  <a16:creationId xmlns:a16="http://schemas.microsoft.com/office/drawing/2014/main" id="{021CAD9B-050B-ABA7-55BE-83D3C74F8792}"/>
                </a:ext>
              </a:extLst>
            </p:cNvPr>
            <p:cNvCxnSpPr/>
            <p:nvPr/>
          </p:nvCxnSpPr>
          <p:spPr>
            <a:xfrm flipV="1">
              <a:off x="3971290" y="3773805"/>
              <a:ext cx="177800" cy="469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0" name="Slide Number Placeholder 9">
            <a:extLst>
              <a:ext uri="{FF2B5EF4-FFF2-40B4-BE49-F238E27FC236}">
                <a16:creationId xmlns:a16="http://schemas.microsoft.com/office/drawing/2014/main" id="{5F96E4AE-0F17-4B13-DD8D-4AAF86D3706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357125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Purchase Order Transaction?</a:t>
            </a:r>
            <a:endParaRPr lang="en-US" sz="2000" dirty="0">
              <a:solidFill>
                <a:srgbClr val="007434"/>
              </a:solidFill>
              <a:latin typeface="+mj-lt"/>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189124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In Purchase Order – Main Window, you will notice a create button in the upper left of the window. Click the create button and you will be redirect in purchase order – main form.</a:t>
            </a:r>
          </a:p>
          <a:p>
            <a:pPr marL="228600" marR="0">
              <a:lnSpc>
                <a:spcPct val="115000"/>
              </a:lnSpc>
              <a:spcBef>
                <a:spcPts val="0"/>
              </a:spcBef>
              <a:spcAft>
                <a:spcPts val="0"/>
              </a:spcAft>
            </a:pPr>
            <a:endPar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 </a:t>
            </a:r>
            <a:r>
              <a:rPr lang="en-US" sz="11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supplier. Search and select a supplier.</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2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9" name="Text Box 27">
            <a:extLst>
              <a:ext uri="{FF2B5EF4-FFF2-40B4-BE49-F238E27FC236}">
                <a16:creationId xmlns:a16="http://schemas.microsoft.com/office/drawing/2014/main" id="{C0041F90-1A0F-8769-2E1A-BA60672B2ED3}"/>
              </a:ext>
            </a:extLst>
          </p:cNvPr>
          <p:cNvSpPr txBox="1"/>
          <p:nvPr/>
        </p:nvSpPr>
        <p:spPr>
          <a:xfrm>
            <a:off x="678873" y="3612724"/>
            <a:ext cx="3902776" cy="166562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3.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a supplier, you will be redirected in purchase order – main form where you will encode the other necessary information of the transaction and record the items’ ordered.</a:t>
            </a: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mj-lt"/>
              </a:rPr>
              <a:t>Purchase </a:t>
            </a:r>
            <a:r>
              <a:rPr lang="en-US" sz="2000" dirty="0">
                <a:solidFill>
                  <a:schemeClr val="accent6">
                    <a:lumMod val="20000"/>
                    <a:lumOff val="80000"/>
                  </a:schemeClr>
                </a:solidFill>
                <a:latin typeface="+mj-lt"/>
              </a:rPr>
              <a:t>/ Purchase Order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grpSp>
        <p:nvGrpSpPr>
          <p:cNvPr id="21" name="Group 20">
            <a:extLst>
              <a:ext uri="{FF2B5EF4-FFF2-40B4-BE49-F238E27FC236}">
                <a16:creationId xmlns:a16="http://schemas.microsoft.com/office/drawing/2014/main" id="{8AE09388-7DA7-876F-E6CF-9BAF6032E63C}"/>
              </a:ext>
            </a:extLst>
          </p:cNvPr>
          <p:cNvGrpSpPr/>
          <p:nvPr/>
        </p:nvGrpSpPr>
        <p:grpSpPr>
          <a:xfrm>
            <a:off x="5197545" y="953949"/>
            <a:ext cx="6189345" cy="873125"/>
            <a:chOff x="5197545" y="953949"/>
            <a:chExt cx="6189345" cy="873125"/>
          </a:xfrm>
        </p:grpSpPr>
        <p:pic>
          <p:nvPicPr>
            <p:cNvPr id="16" name="Picture 15">
              <a:extLst>
                <a:ext uri="{FF2B5EF4-FFF2-40B4-BE49-F238E27FC236}">
                  <a16:creationId xmlns:a16="http://schemas.microsoft.com/office/drawing/2014/main" id="{DD050FE8-FB53-564B-BDC0-41E5BE14E8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7545" y="953949"/>
              <a:ext cx="6189345" cy="873125"/>
            </a:xfrm>
            <a:prstGeom prst="rect">
              <a:avLst/>
            </a:prstGeom>
          </p:spPr>
        </p:pic>
        <p:grpSp>
          <p:nvGrpSpPr>
            <p:cNvPr id="5" name="Group 4">
              <a:extLst>
                <a:ext uri="{FF2B5EF4-FFF2-40B4-BE49-F238E27FC236}">
                  <a16:creationId xmlns:a16="http://schemas.microsoft.com/office/drawing/2014/main" id="{F87B9112-025A-B078-7C04-515533DD512A}"/>
                </a:ext>
              </a:extLst>
            </p:cNvPr>
            <p:cNvGrpSpPr/>
            <p:nvPr/>
          </p:nvGrpSpPr>
          <p:grpSpPr>
            <a:xfrm>
              <a:off x="5284540" y="1197789"/>
              <a:ext cx="1209675" cy="276225"/>
              <a:chOff x="0" y="0"/>
              <a:chExt cx="1209675" cy="276225"/>
            </a:xfrm>
          </p:grpSpPr>
          <p:sp>
            <p:nvSpPr>
              <p:cNvPr id="17" name="Rectangle 16">
                <a:extLst>
                  <a:ext uri="{FF2B5EF4-FFF2-40B4-BE49-F238E27FC236}">
                    <a16:creationId xmlns:a16="http://schemas.microsoft.com/office/drawing/2014/main" id="{9DA685AF-C52A-B2B4-19A0-532C143B8EE4}"/>
                  </a:ext>
                </a:extLst>
              </p:cNvPr>
              <p:cNvSpPr/>
              <p:nvPr/>
            </p:nvSpPr>
            <p:spPr>
              <a:xfrm>
                <a:off x="0" y="0"/>
                <a:ext cx="800100" cy="2256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8" name="Straight Arrow Connector 17">
                <a:extLst>
                  <a:ext uri="{FF2B5EF4-FFF2-40B4-BE49-F238E27FC236}">
                    <a16:creationId xmlns:a16="http://schemas.microsoft.com/office/drawing/2014/main" id="{845EFC0F-43C9-77D2-0646-08169B8256D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22">
                <a:extLst>
                  <a:ext uri="{FF2B5EF4-FFF2-40B4-BE49-F238E27FC236}">
                    <a16:creationId xmlns:a16="http://schemas.microsoft.com/office/drawing/2014/main" id="{F1C6BAA9-A1E9-8390-9944-A049B1D4F40A}"/>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a:t>
                </a:r>
              </a:p>
            </p:txBody>
          </p:sp>
        </p:grpSp>
      </p:grpSp>
      <p:grpSp>
        <p:nvGrpSpPr>
          <p:cNvPr id="22" name="Group 21">
            <a:extLst>
              <a:ext uri="{FF2B5EF4-FFF2-40B4-BE49-F238E27FC236}">
                <a16:creationId xmlns:a16="http://schemas.microsoft.com/office/drawing/2014/main" id="{625CEC69-C95D-833C-0B09-1DC15390A8EA}"/>
              </a:ext>
            </a:extLst>
          </p:cNvPr>
          <p:cNvGrpSpPr/>
          <p:nvPr/>
        </p:nvGrpSpPr>
        <p:grpSpPr>
          <a:xfrm>
            <a:off x="5374888" y="2491880"/>
            <a:ext cx="5982970" cy="2613025"/>
            <a:chOff x="88710" y="17624"/>
            <a:chExt cx="6189345" cy="3034485"/>
          </a:xfrm>
        </p:grpSpPr>
        <p:pic>
          <p:nvPicPr>
            <p:cNvPr id="24" name="Picture 23">
              <a:extLst>
                <a:ext uri="{FF2B5EF4-FFF2-40B4-BE49-F238E27FC236}">
                  <a16:creationId xmlns:a16="http://schemas.microsoft.com/office/drawing/2014/main" id="{7E457E0B-C265-8443-E3E1-0C766BBD6B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10" y="17624"/>
              <a:ext cx="6189345" cy="3034485"/>
            </a:xfrm>
            <a:prstGeom prst="rect">
              <a:avLst/>
            </a:prstGeom>
          </p:spPr>
        </p:pic>
        <p:grpSp>
          <p:nvGrpSpPr>
            <p:cNvPr id="25" name="Group 24">
              <a:extLst>
                <a:ext uri="{FF2B5EF4-FFF2-40B4-BE49-F238E27FC236}">
                  <a16:creationId xmlns:a16="http://schemas.microsoft.com/office/drawing/2014/main" id="{E12B8E5E-23AA-A9CE-E808-3FE7F53A70A7}"/>
                </a:ext>
              </a:extLst>
            </p:cNvPr>
            <p:cNvGrpSpPr/>
            <p:nvPr/>
          </p:nvGrpSpPr>
          <p:grpSpPr>
            <a:xfrm>
              <a:off x="597173" y="678711"/>
              <a:ext cx="5604479" cy="566324"/>
              <a:chOff x="-4022452" y="183411"/>
              <a:chExt cx="5604479" cy="566324"/>
            </a:xfrm>
          </p:grpSpPr>
          <p:sp>
            <p:nvSpPr>
              <p:cNvPr id="26" name="Rectangle 25">
                <a:extLst>
                  <a:ext uri="{FF2B5EF4-FFF2-40B4-BE49-F238E27FC236}">
                    <a16:creationId xmlns:a16="http://schemas.microsoft.com/office/drawing/2014/main" id="{86015986-FC03-0126-EB50-1626EF672FB2}"/>
                  </a:ext>
                </a:extLst>
              </p:cNvPr>
              <p:cNvSpPr/>
              <p:nvPr/>
            </p:nvSpPr>
            <p:spPr>
              <a:xfrm>
                <a:off x="-4022452" y="384092"/>
                <a:ext cx="5145632" cy="3656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7" name="Straight Arrow Connector 26">
                <a:extLst>
                  <a:ext uri="{FF2B5EF4-FFF2-40B4-BE49-F238E27FC236}">
                    <a16:creationId xmlns:a16="http://schemas.microsoft.com/office/drawing/2014/main" id="{F3C0564F-020E-9895-5014-7ED3423CD925}"/>
                  </a:ext>
                </a:extLst>
              </p:cNvPr>
              <p:cNvCxnSpPr/>
              <p:nvPr/>
            </p:nvCxnSpPr>
            <p:spPr>
              <a:xfrm>
                <a:off x="1135465" y="32328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 Box 31">
                <a:extLst>
                  <a:ext uri="{FF2B5EF4-FFF2-40B4-BE49-F238E27FC236}">
                    <a16:creationId xmlns:a16="http://schemas.microsoft.com/office/drawing/2014/main" id="{62956CA3-4475-EF73-4DBF-396E94CF1D63}"/>
                  </a:ext>
                </a:extLst>
              </p:cNvPr>
              <p:cNvSpPr txBox="1"/>
              <p:nvPr/>
            </p:nvSpPr>
            <p:spPr>
              <a:xfrm>
                <a:off x="1343657" y="183411"/>
                <a:ext cx="238370" cy="33398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2</a:t>
                </a:r>
              </a:p>
            </p:txBody>
          </p:sp>
        </p:grpSp>
      </p:grpSp>
      <p:sp>
        <p:nvSpPr>
          <p:cNvPr id="6" name="Slide Number Placeholder 5">
            <a:extLst>
              <a:ext uri="{FF2B5EF4-FFF2-40B4-BE49-F238E27FC236}">
                <a16:creationId xmlns:a16="http://schemas.microsoft.com/office/drawing/2014/main" id="{4C71E95C-62EA-FE7B-70A4-6AE442CF61B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2878416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847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Purchase Order Transaction?</a:t>
            </a:r>
            <a:endParaRPr lang="en-US" sz="2000" dirty="0">
              <a:solidFill>
                <a:srgbClr val="007434"/>
              </a:solidFill>
              <a:latin typeface="+mj-lt"/>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mj-lt"/>
              </a:rPr>
              <a:t>Purchase </a:t>
            </a:r>
            <a:r>
              <a:rPr lang="en-US" sz="2000" dirty="0">
                <a:solidFill>
                  <a:schemeClr val="accent6">
                    <a:lumMod val="20000"/>
                    <a:lumOff val="80000"/>
                  </a:schemeClr>
                </a:solidFill>
                <a:latin typeface="+mj-lt"/>
              </a:rPr>
              <a:t>/ Purchase Order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98199" y="1379386"/>
            <a:ext cx="4179346" cy="510871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4.1</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In header, add the necessary information if necessary.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Calibri" panose="020F0502020204030204" pitchFamily="34" charset="0"/>
                <a:cs typeface="Times New Roman" panose="02020603050405020304" pitchFamily="18" charset="0"/>
              </a:rPr>
              <a:t>5.  </a:t>
            </a:r>
            <a:r>
              <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rPr>
              <a:t>After saving the header, you may now add the ordered items. </a:t>
            </a:r>
          </a:p>
          <a:p>
            <a:pPr marL="355600" lvl="1">
              <a:lnSpc>
                <a:spcPct val="115000"/>
              </a:lnSpc>
            </a:pPr>
            <a:r>
              <a:rPr lang="en-US" sz="1200" b="1"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rPr>
              <a:t>OS items</a:t>
            </a:r>
            <a:r>
              <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rPr>
              <a:t>: If ordered items are from outsource items, click OS button to select items from outsource.</a:t>
            </a:r>
          </a:p>
          <a:p>
            <a:pPr marL="355600" lvl="1">
              <a:lnSpc>
                <a:spcPct val="115000"/>
              </a:lnSpc>
            </a:pPr>
            <a:r>
              <a:rPr lang="en-US" sz="1200" b="1"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rPr>
              <a:t>PR</a:t>
            </a:r>
            <a:r>
              <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rPr>
              <a:t>: If ordered items are from purchase requisition, click PR to select transactions made in purchase requisition module.</a:t>
            </a:r>
          </a:p>
          <a:p>
            <a:pPr marL="355600" lvl="1">
              <a:lnSpc>
                <a:spcPct val="115000"/>
              </a:lnSpc>
            </a:pPr>
            <a:r>
              <a:rPr lang="en-US" sz="1200" b="1"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rPr>
              <a:t>SO</a:t>
            </a:r>
            <a:r>
              <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rPr>
              <a:t>: If ordered items are from Sales Order, click SO button to select transaction from sales order module.</a:t>
            </a:r>
          </a:p>
          <a:p>
            <a:pPr marL="355600" lvl="1">
              <a:lnSpc>
                <a:spcPct val="115000"/>
              </a:lnSpc>
            </a:pPr>
            <a:r>
              <a:rPr lang="en-US" sz="1200" b="1"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rPr>
              <a:t>Add item</a:t>
            </a:r>
            <a:r>
              <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rPr>
              <a:t>: If ordered items don’t have any reference, manually add the item by clicking the add item button.</a:t>
            </a: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31" name="Group 30">
            <a:extLst>
              <a:ext uri="{FF2B5EF4-FFF2-40B4-BE49-F238E27FC236}">
                <a16:creationId xmlns:a16="http://schemas.microsoft.com/office/drawing/2014/main" id="{070BBE32-C565-4704-6A93-0EB574644804}"/>
              </a:ext>
            </a:extLst>
          </p:cNvPr>
          <p:cNvGrpSpPr/>
          <p:nvPr/>
        </p:nvGrpSpPr>
        <p:grpSpPr>
          <a:xfrm>
            <a:off x="5019951" y="1157362"/>
            <a:ext cx="6673850" cy="3028065"/>
            <a:chOff x="5019951" y="1440592"/>
            <a:chExt cx="6673850" cy="3028065"/>
          </a:xfrm>
        </p:grpSpPr>
        <p:pic>
          <p:nvPicPr>
            <p:cNvPr id="6" name="Picture 5">
              <a:extLst>
                <a:ext uri="{FF2B5EF4-FFF2-40B4-BE49-F238E27FC236}">
                  <a16:creationId xmlns:a16="http://schemas.microsoft.com/office/drawing/2014/main" id="{4E2729EF-024C-460A-331B-382911EA16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2746" y="1440592"/>
              <a:ext cx="5901055" cy="2862580"/>
            </a:xfrm>
            <a:prstGeom prst="rect">
              <a:avLst/>
            </a:prstGeom>
          </p:spPr>
        </p:pic>
        <p:grpSp>
          <p:nvGrpSpPr>
            <p:cNvPr id="7" name="Group 6">
              <a:extLst>
                <a:ext uri="{FF2B5EF4-FFF2-40B4-BE49-F238E27FC236}">
                  <a16:creationId xmlns:a16="http://schemas.microsoft.com/office/drawing/2014/main" id="{179DA32F-0FD3-2E2A-B3E0-9F7F01A3C21B}"/>
                </a:ext>
              </a:extLst>
            </p:cNvPr>
            <p:cNvGrpSpPr/>
            <p:nvPr/>
          </p:nvGrpSpPr>
          <p:grpSpPr>
            <a:xfrm>
              <a:off x="5019951" y="1808007"/>
              <a:ext cx="6673850" cy="2660650"/>
              <a:chOff x="0" y="0"/>
              <a:chExt cx="6673850" cy="2660650"/>
            </a:xfrm>
          </p:grpSpPr>
          <p:sp>
            <p:nvSpPr>
              <p:cNvPr id="8" name="Rectangle 7">
                <a:extLst>
                  <a:ext uri="{FF2B5EF4-FFF2-40B4-BE49-F238E27FC236}">
                    <a16:creationId xmlns:a16="http://schemas.microsoft.com/office/drawing/2014/main" id="{D2FA50F5-F91E-6466-77D5-75BF8E6C5FA6}"/>
                  </a:ext>
                </a:extLst>
              </p:cNvPr>
              <p:cNvSpPr/>
              <p:nvPr/>
            </p:nvSpPr>
            <p:spPr>
              <a:xfrm>
                <a:off x="787400" y="368300"/>
                <a:ext cx="5822950" cy="76002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Rectangle 8">
                <a:extLst>
                  <a:ext uri="{FF2B5EF4-FFF2-40B4-BE49-F238E27FC236}">
                    <a16:creationId xmlns:a16="http://schemas.microsoft.com/office/drawing/2014/main" id="{F2AE684C-E214-8751-1D5F-00C020BE18EE}"/>
                  </a:ext>
                </a:extLst>
              </p:cNvPr>
              <p:cNvSpPr/>
              <p:nvPr/>
            </p:nvSpPr>
            <p:spPr>
              <a:xfrm>
                <a:off x="850900" y="1670050"/>
                <a:ext cx="5822950" cy="9906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Text Box 465">
                <a:extLst>
                  <a:ext uri="{FF2B5EF4-FFF2-40B4-BE49-F238E27FC236}">
                    <a16:creationId xmlns:a16="http://schemas.microsoft.com/office/drawing/2014/main" id="{94C679E0-B882-8A7E-A21F-A4A45FA9790B}"/>
                  </a:ext>
                </a:extLst>
              </p:cNvPr>
              <p:cNvSpPr txBox="1"/>
              <p:nvPr/>
            </p:nvSpPr>
            <p:spPr>
              <a:xfrm>
                <a:off x="0" y="2146300"/>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Stock</a:t>
                </a:r>
              </a:p>
            </p:txBody>
          </p:sp>
          <p:sp>
            <p:nvSpPr>
              <p:cNvPr id="11" name="Text Box 9">
                <a:extLst>
                  <a:ext uri="{FF2B5EF4-FFF2-40B4-BE49-F238E27FC236}">
                    <a16:creationId xmlns:a16="http://schemas.microsoft.com/office/drawing/2014/main" id="{52628AD8-27C7-8AC8-FBE8-27838024D4CE}"/>
                  </a:ext>
                </a:extLst>
              </p:cNvPr>
              <p:cNvSpPr txBox="1"/>
              <p:nvPr/>
            </p:nvSpPr>
            <p:spPr>
              <a:xfrm>
                <a:off x="5397500" y="698500"/>
                <a:ext cx="96139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4.1</a:t>
                </a:r>
              </a:p>
            </p:txBody>
          </p:sp>
          <p:sp>
            <p:nvSpPr>
              <p:cNvPr id="13" name="Rectangle 12">
                <a:extLst>
                  <a:ext uri="{FF2B5EF4-FFF2-40B4-BE49-F238E27FC236}">
                    <a16:creationId xmlns:a16="http://schemas.microsoft.com/office/drawing/2014/main" id="{3498C355-88B2-6BF0-0FF1-38A9F393CD39}"/>
                  </a:ext>
                </a:extLst>
              </p:cNvPr>
              <p:cNvSpPr/>
              <p:nvPr/>
            </p:nvSpPr>
            <p:spPr>
              <a:xfrm>
                <a:off x="5232400" y="114300"/>
                <a:ext cx="413748" cy="16699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4" name="Straight Arrow Connector 13">
                <a:extLst>
                  <a:ext uri="{FF2B5EF4-FFF2-40B4-BE49-F238E27FC236}">
                    <a16:creationId xmlns:a16="http://schemas.microsoft.com/office/drawing/2014/main" id="{A53AD5E4-071F-EA63-51EC-4CB841EA795A}"/>
                  </a:ext>
                </a:extLst>
              </p:cNvPr>
              <p:cNvCxnSpPr/>
              <p:nvPr/>
            </p:nvCxnSpPr>
            <p:spPr>
              <a:xfrm>
                <a:off x="5619750" y="11430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 Box 16">
                <a:extLst>
                  <a:ext uri="{FF2B5EF4-FFF2-40B4-BE49-F238E27FC236}">
                    <a16:creationId xmlns:a16="http://schemas.microsoft.com/office/drawing/2014/main" id="{BEAC18B8-1A7E-A9CF-ABFE-28E6F8CD82AB}"/>
                  </a:ext>
                </a:extLst>
              </p:cNvPr>
              <p:cNvSpPr txBox="1"/>
              <p:nvPr/>
            </p:nvSpPr>
            <p:spPr>
              <a:xfrm>
                <a:off x="5822950"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4.2</a:t>
                </a:r>
              </a:p>
            </p:txBody>
          </p:sp>
        </p:grpSp>
      </p:grpSp>
      <p:sp>
        <p:nvSpPr>
          <p:cNvPr id="12" name="Slide Number Placeholder 11">
            <a:extLst>
              <a:ext uri="{FF2B5EF4-FFF2-40B4-BE49-F238E27FC236}">
                <a16:creationId xmlns:a16="http://schemas.microsoft.com/office/drawing/2014/main" id="{E1AFCE2B-C0D7-99D2-948E-A193F72772A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pic>
        <p:nvPicPr>
          <p:cNvPr id="18" name="Picture 17">
            <a:extLst>
              <a:ext uri="{FF2B5EF4-FFF2-40B4-BE49-F238E27FC236}">
                <a16:creationId xmlns:a16="http://schemas.microsoft.com/office/drawing/2014/main" id="{06EB8FCF-C8D6-9E69-BD72-29DAC3D9FFE9}"/>
              </a:ext>
            </a:extLst>
          </p:cNvPr>
          <p:cNvPicPr>
            <a:picLocks noChangeAspect="1"/>
          </p:cNvPicPr>
          <p:nvPr/>
        </p:nvPicPr>
        <p:blipFill>
          <a:blip r:embed="rId3"/>
          <a:stretch>
            <a:fillRect/>
          </a:stretch>
        </p:blipFill>
        <p:spPr>
          <a:xfrm>
            <a:off x="7920313" y="2692505"/>
            <a:ext cx="3709988" cy="171450"/>
          </a:xfrm>
          <a:prstGeom prst="rect">
            <a:avLst/>
          </a:prstGeom>
        </p:spPr>
      </p:pic>
      <p:sp>
        <p:nvSpPr>
          <p:cNvPr id="24" name="Rectangle 8">
            <a:extLst>
              <a:ext uri="{FF2B5EF4-FFF2-40B4-BE49-F238E27FC236}">
                <a16:creationId xmlns:a16="http://schemas.microsoft.com/office/drawing/2014/main" id="{ED8305AF-211F-646E-FCFB-72276EFF1A3C}"/>
              </a:ext>
            </a:extLst>
          </p:cNvPr>
          <p:cNvSpPr>
            <a:spLocks noChangeArrowheads="1"/>
          </p:cNvSpPr>
          <p:nvPr/>
        </p:nvSpPr>
        <p:spPr bwMode="auto">
          <a:xfrm>
            <a:off x="8403687" y="2664608"/>
            <a:ext cx="1848664" cy="19934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cxnSp>
        <p:nvCxnSpPr>
          <p:cNvPr id="1033" name="AutoShape 9">
            <a:extLst>
              <a:ext uri="{FF2B5EF4-FFF2-40B4-BE49-F238E27FC236}">
                <a16:creationId xmlns:a16="http://schemas.microsoft.com/office/drawing/2014/main" id="{6D5F177C-6CF9-A65F-7766-5B85136F0361}"/>
              </a:ext>
            </a:extLst>
          </p:cNvPr>
          <p:cNvCxnSpPr>
            <a:cxnSpLocks noChangeShapeType="1"/>
          </p:cNvCxnSpPr>
          <p:nvPr/>
        </p:nvCxnSpPr>
        <p:spPr bwMode="auto">
          <a:xfrm>
            <a:off x="9112312" y="2899275"/>
            <a:ext cx="80858" cy="10278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sp>
        <p:nvSpPr>
          <p:cNvPr id="44" name="Text Box 545">
            <a:extLst>
              <a:ext uri="{FF2B5EF4-FFF2-40B4-BE49-F238E27FC236}">
                <a16:creationId xmlns:a16="http://schemas.microsoft.com/office/drawing/2014/main" id="{96182A9F-B938-E1D9-3D42-2C4351823E4D}"/>
              </a:ext>
            </a:extLst>
          </p:cNvPr>
          <p:cNvSpPr txBox="1"/>
          <p:nvPr/>
        </p:nvSpPr>
        <p:spPr>
          <a:xfrm>
            <a:off x="8963120" y="3029136"/>
            <a:ext cx="460100" cy="26140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5</a:t>
            </a:r>
          </a:p>
        </p:txBody>
      </p:sp>
    </p:spTree>
    <p:extLst>
      <p:ext uri="{BB962C8B-B14F-4D97-AF65-F5344CB8AC3E}">
        <p14:creationId xmlns:p14="http://schemas.microsoft.com/office/powerpoint/2010/main" val="1125384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847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Purchase Order Transaction?</a:t>
            </a:r>
            <a:endParaRPr lang="en-US" sz="2000" dirty="0">
              <a:solidFill>
                <a:srgbClr val="007434"/>
              </a:solidFill>
              <a:latin typeface="+mj-lt"/>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mj-lt"/>
              </a:rPr>
              <a:t>Purchase </a:t>
            </a:r>
            <a:r>
              <a:rPr lang="en-US" sz="2000" dirty="0">
                <a:solidFill>
                  <a:schemeClr val="accent6">
                    <a:lumMod val="20000"/>
                    <a:lumOff val="80000"/>
                  </a:schemeClr>
                </a:solidFill>
                <a:latin typeface="+mj-lt"/>
              </a:rPr>
              <a:t>/ Purchase Order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623446" y="1986140"/>
            <a:ext cx="4179346" cy="431171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6.</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finalize the transaction by click the arrow button to maximize the main form header.</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7.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header, click post button.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21" name="Group 20">
            <a:extLst>
              <a:ext uri="{FF2B5EF4-FFF2-40B4-BE49-F238E27FC236}">
                <a16:creationId xmlns:a16="http://schemas.microsoft.com/office/drawing/2014/main" id="{5A94F3A7-F83C-7A00-BBBB-D2A396B65D8B}"/>
              </a:ext>
            </a:extLst>
          </p:cNvPr>
          <p:cNvGrpSpPr/>
          <p:nvPr/>
        </p:nvGrpSpPr>
        <p:grpSpPr>
          <a:xfrm>
            <a:off x="5404884" y="1986140"/>
            <a:ext cx="6293537" cy="3303465"/>
            <a:chOff x="5404884" y="3778393"/>
            <a:chExt cx="6293537" cy="3303465"/>
          </a:xfrm>
        </p:grpSpPr>
        <p:pic>
          <p:nvPicPr>
            <p:cNvPr id="11" name="Picture 10">
              <a:extLst>
                <a:ext uri="{FF2B5EF4-FFF2-40B4-BE49-F238E27FC236}">
                  <a16:creationId xmlns:a16="http://schemas.microsoft.com/office/drawing/2014/main" id="{9EEFB522-670F-8E24-BDF0-48C844FAB8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4884" y="3778393"/>
              <a:ext cx="6189345" cy="2105660"/>
            </a:xfrm>
            <a:prstGeom prst="rect">
              <a:avLst/>
            </a:prstGeom>
          </p:spPr>
        </p:pic>
        <p:grpSp>
          <p:nvGrpSpPr>
            <p:cNvPr id="20" name="Group 19">
              <a:extLst>
                <a:ext uri="{FF2B5EF4-FFF2-40B4-BE49-F238E27FC236}">
                  <a16:creationId xmlns:a16="http://schemas.microsoft.com/office/drawing/2014/main" id="{1768B22F-34A3-1827-F3EC-4E033636A859}"/>
                </a:ext>
              </a:extLst>
            </p:cNvPr>
            <p:cNvGrpSpPr/>
            <p:nvPr/>
          </p:nvGrpSpPr>
          <p:grpSpPr>
            <a:xfrm>
              <a:off x="5894521" y="4160858"/>
              <a:ext cx="5803900" cy="2921000"/>
              <a:chOff x="3194050" y="1968500"/>
              <a:chExt cx="5803900" cy="2921000"/>
            </a:xfrm>
          </p:grpSpPr>
          <p:sp>
            <p:nvSpPr>
              <p:cNvPr id="12" name="Rectangle 11">
                <a:extLst>
                  <a:ext uri="{FF2B5EF4-FFF2-40B4-BE49-F238E27FC236}">
                    <a16:creationId xmlns:a16="http://schemas.microsoft.com/office/drawing/2014/main" id="{920E42C4-EE5E-01B1-D1CA-D2845C7BEA96}"/>
                  </a:ext>
                </a:extLst>
              </p:cNvPr>
              <p:cNvSpPr/>
              <p:nvPr/>
            </p:nvSpPr>
            <p:spPr>
              <a:xfrm>
                <a:off x="8098790" y="2025015"/>
                <a:ext cx="268605"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3" name="Straight Arrow Connector 12">
                <a:extLst>
                  <a:ext uri="{FF2B5EF4-FFF2-40B4-BE49-F238E27FC236}">
                    <a16:creationId xmlns:a16="http://schemas.microsoft.com/office/drawing/2014/main" id="{85701D95-C5A8-EBFE-63C8-C4B1FC6889F5}"/>
                  </a:ext>
                </a:extLst>
              </p:cNvPr>
              <p:cNvCxnSpPr/>
              <p:nvPr/>
            </p:nvCxnSpPr>
            <p:spPr>
              <a:xfrm flipV="1">
                <a:off x="8397240" y="2101850"/>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 Box 689">
                <a:extLst>
                  <a:ext uri="{FF2B5EF4-FFF2-40B4-BE49-F238E27FC236}">
                    <a16:creationId xmlns:a16="http://schemas.microsoft.com/office/drawing/2014/main" id="{994F786E-D910-FDBB-CF63-79CD131629D6}"/>
                  </a:ext>
                </a:extLst>
              </p:cNvPr>
              <p:cNvSpPr txBox="1"/>
              <p:nvPr/>
            </p:nvSpPr>
            <p:spPr>
              <a:xfrm>
                <a:off x="8522970" y="196850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6</a:t>
                </a:r>
              </a:p>
            </p:txBody>
          </p:sp>
          <p:pic>
            <p:nvPicPr>
              <p:cNvPr id="15" name="Picture 14">
                <a:extLst>
                  <a:ext uri="{FF2B5EF4-FFF2-40B4-BE49-F238E27FC236}">
                    <a16:creationId xmlns:a16="http://schemas.microsoft.com/office/drawing/2014/main" id="{C920501B-7808-B707-2A93-C3E7A9C3A1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94050" y="2708910"/>
                <a:ext cx="4690745" cy="2180590"/>
              </a:xfrm>
              <a:prstGeom prst="rect">
                <a:avLst/>
              </a:prstGeom>
              <a:ln>
                <a:noFill/>
              </a:ln>
              <a:effectLst>
                <a:outerShdw blurRad="292100" dist="139700" dir="2700000" algn="tl" rotWithShape="0">
                  <a:srgbClr val="333333">
                    <a:alpha val="65000"/>
                  </a:srgbClr>
                </a:outerShdw>
              </a:effectLst>
            </p:spPr>
          </p:pic>
          <p:sp>
            <p:nvSpPr>
              <p:cNvPr id="16" name="Curved Right Arrow 691">
                <a:extLst>
                  <a:ext uri="{FF2B5EF4-FFF2-40B4-BE49-F238E27FC236}">
                    <a16:creationId xmlns:a16="http://schemas.microsoft.com/office/drawing/2014/main" id="{BCDBE0F2-56B5-A734-AC79-E5EBEDAAB41F}"/>
                  </a:ext>
                </a:extLst>
              </p:cNvPr>
              <p:cNvSpPr/>
              <p:nvPr/>
            </p:nvSpPr>
            <p:spPr>
              <a:xfrm>
                <a:off x="7421880" y="2250440"/>
                <a:ext cx="438785" cy="450850"/>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Rectangle 16">
                <a:extLst>
                  <a:ext uri="{FF2B5EF4-FFF2-40B4-BE49-F238E27FC236}">
                    <a16:creationId xmlns:a16="http://schemas.microsoft.com/office/drawing/2014/main" id="{08A870EF-8910-3B6D-D9FA-ECB753D235FD}"/>
                  </a:ext>
                </a:extLst>
              </p:cNvPr>
              <p:cNvSpPr/>
              <p:nvPr/>
            </p:nvSpPr>
            <p:spPr>
              <a:xfrm>
                <a:off x="5799085" y="3007360"/>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8" name="Straight Arrow Connector 17">
                <a:extLst>
                  <a:ext uri="{FF2B5EF4-FFF2-40B4-BE49-F238E27FC236}">
                    <a16:creationId xmlns:a16="http://schemas.microsoft.com/office/drawing/2014/main" id="{A9FDCE75-782D-E179-D2DE-904205337A83}"/>
                  </a:ext>
                </a:extLst>
              </p:cNvPr>
              <p:cNvCxnSpPr/>
              <p:nvPr/>
            </p:nvCxnSpPr>
            <p:spPr>
              <a:xfrm flipV="1">
                <a:off x="6158554" y="3056871"/>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694">
                <a:extLst>
                  <a:ext uri="{FF2B5EF4-FFF2-40B4-BE49-F238E27FC236}">
                    <a16:creationId xmlns:a16="http://schemas.microsoft.com/office/drawing/2014/main" id="{B9E8CD27-BA5B-B162-8821-67C85F9631E2}"/>
                  </a:ext>
                </a:extLst>
              </p:cNvPr>
              <p:cNvSpPr txBox="1"/>
              <p:nvPr/>
            </p:nvSpPr>
            <p:spPr>
              <a:xfrm>
                <a:off x="6310630" y="300736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7</a:t>
                </a:r>
              </a:p>
            </p:txBody>
          </p:sp>
        </p:grpSp>
      </p:grpSp>
      <p:sp>
        <p:nvSpPr>
          <p:cNvPr id="5" name="Slide Number Placeholder 4">
            <a:extLst>
              <a:ext uri="{FF2B5EF4-FFF2-40B4-BE49-F238E27FC236}">
                <a16:creationId xmlns:a16="http://schemas.microsoft.com/office/drawing/2014/main" id="{7DD49734-D56B-16D1-1D98-55D6D342156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615913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Edit Purchase Order Transaction?</a:t>
            </a:r>
            <a:endParaRPr lang="en-US" sz="2000" dirty="0">
              <a:solidFill>
                <a:srgbClr val="007434"/>
              </a:solidFill>
              <a:latin typeface="+mj-lt"/>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the purchase order – main window, search the purchase order transaction you wish to edit its information in the search bar. Or,</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purchase order – main form, click the lookup button and select the transaction you wish to edit its information by typing its transaction number in the search bar.</a:t>
            </a: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the PO transaction, if you wish to edit the header of the transaction click edit button. </a:t>
            </a:r>
            <a:r>
              <a:rPr lang="en-PH" sz="12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1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3</a:t>
            </a:r>
            <a:r>
              <a:rPr lang="en-US" sz="11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are done editing the purchase order header, click save button in the upper side of the header.</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mj-lt"/>
              </a:rPr>
              <a:t>Purchase </a:t>
            </a:r>
            <a:r>
              <a:rPr lang="en-US" sz="2000" dirty="0">
                <a:solidFill>
                  <a:schemeClr val="accent6">
                    <a:lumMod val="20000"/>
                    <a:lumOff val="80000"/>
                  </a:schemeClr>
                </a:solidFill>
                <a:latin typeface="+mj-lt"/>
              </a:rPr>
              <a:t>/ Purchase Order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4" name="TextBox 3">
            <a:extLst>
              <a:ext uri="{FF2B5EF4-FFF2-40B4-BE49-F238E27FC236}">
                <a16:creationId xmlns:a16="http://schemas.microsoft.com/office/drawing/2014/main" id="{C19D066B-BBF8-150B-5669-F47D37196623}"/>
              </a:ext>
            </a:extLst>
          </p:cNvPr>
          <p:cNvSpPr txBox="1"/>
          <p:nvPr/>
        </p:nvSpPr>
        <p:spPr>
          <a:xfrm>
            <a:off x="7203326" y="2745788"/>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Purchase Order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grpSp>
        <p:nvGrpSpPr>
          <p:cNvPr id="39" name="Group 38">
            <a:extLst>
              <a:ext uri="{FF2B5EF4-FFF2-40B4-BE49-F238E27FC236}">
                <a16:creationId xmlns:a16="http://schemas.microsoft.com/office/drawing/2014/main" id="{9DE16C47-F8F5-2AF2-3765-F3CB0215D51D}"/>
              </a:ext>
            </a:extLst>
          </p:cNvPr>
          <p:cNvGrpSpPr/>
          <p:nvPr/>
        </p:nvGrpSpPr>
        <p:grpSpPr>
          <a:xfrm>
            <a:off x="5374888" y="965527"/>
            <a:ext cx="6078855" cy="1729105"/>
            <a:chOff x="5374888" y="965527"/>
            <a:chExt cx="6078855" cy="1729105"/>
          </a:xfrm>
        </p:grpSpPr>
        <p:pic>
          <p:nvPicPr>
            <p:cNvPr id="6" name="Picture 5">
              <a:extLst>
                <a:ext uri="{FF2B5EF4-FFF2-40B4-BE49-F238E27FC236}">
                  <a16:creationId xmlns:a16="http://schemas.microsoft.com/office/drawing/2014/main" id="{54164E01-0220-9EF2-5673-D52346159A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4888" y="965527"/>
              <a:ext cx="6078855" cy="1729105"/>
            </a:xfrm>
            <a:prstGeom prst="rect">
              <a:avLst/>
            </a:prstGeom>
          </p:spPr>
        </p:pic>
        <p:grpSp>
          <p:nvGrpSpPr>
            <p:cNvPr id="9" name="Group 8">
              <a:extLst>
                <a:ext uri="{FF2B5EF4-FFF2-40B4-BE49-F238E27FC236}">
                  <a16:creationId xmlns:a16="http://schemas.microsoft.com/office/drawing/2014/main" id="{C98B56F7-0BEA-9354-914F-9B554C6673D1}"/>
                </a:ext>
              </a:extLst>
            </p:cNvPr>
            <p:cNvGrpSpPr/>
            <p:nvPr/>
          </p:nvGrpSpPr>
          <p:grpSpPr>
            <a:xfrm>
              <a:off x="5379135" y="1817723"/>
              <a:ext cx="1476375" cy="333375"/>
              <a:chOff x="0" y="0"/>
              <a:chExt cx="1476375" cy="333375"/>
            </a:xfrm>
          </p:grpSpPr>
          <p:sp>
            <p:nvSpPr>
              <p:cNvPr id="10" name="Rectangle 9">
                <a:extLst>
                  <a:ext uri="{FF2B5EF4-FFF2-40B4-BE49-F238E27FC236}">
                    <a16:creationId xmlns:a16="http://schemas.microsoft.com/office/drawing/2014/main" id="{C270DACA-1F2A-F872-53B1-2B8AA50848D0}"/>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1" name="Straight Arrow Connector 10">
                <a:extLst>
                  <a:ext uri="{FF2B5EF4-FFF2-40B4-BE49-F238E27FC236}">
                    <a16:creationId xmlns:a16="http://schemas.microsoft.com/office/drawing/2014/main" id="{55CFF7C1-FFA7-6973-A784-73B8CA9F28EB}"/>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39">
                <a:extLst>
                  <a:ext uri="{FF2B5EF4-FFF2-40B4-BE49-F238E27FC236}">
                    <a16:creationId xmlns:a16="http://schemas.microsoft.com/office/drawing/2014/main" id="{CCFF3E7B-6A70-D691-F090-1FEFB539760D}"/>
                  </a:ext>
                </a:extLst>
              </p:cNvPr>
              <p:cNvSpPr txBox="1"/>
              <p:nvPr/>
            </p:nvSpPr>
            <p:spPr>
              <a:xfrm>
                <a:off x="1009650" y="25400"/>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1.1.</a:t>
                </a:r>
              </a:p>
            </p:txBody>
          </p:sp>
        </p:grpSp>
      </p:grpSp>
      <p:grpSp>
        <p:nvGrpSpPr>
          <p:cNvPr id="38" name="Group 37">
            <a:extLst>
              <a:ext uri="{FF2B5EF4-FFF2-40B4-BE49-F238E27FC236}">
                <a16:creationId xmlns:a16="http://schemas.microsoft.com/office/drawing/2014/main" id="{4E1768C5-38BF-C695-582B-11D1B7DB5AD0}"/>
              </a:ext>
            </a:extLst>
          </p:cNvPr>
          <p:cNvGrpSpPr/>
          <p:nvPr/>
        </p:nvGrpSpPr>
        <p:grpSpPr>
          <a:xfrm>
            <a:off x="4657929" y="3590348"/>
            <a:ext cx="6795814" cy="1558925"/>
            <a:chOff x="4657929" y="3136644"/>
            <a:chExt cx="6795814" cy="1558925"/>
          </a:xfrm>
        </p:grpSpPr>
        <p:pic>
          <p:nvPicPr>
            <p:cNvPr id="14" name="Picture 13">
              <a:extLst>
                <a:ext uri="{FF2B5EF4-FFF2-40B4-BE49-F238E27FC236}">
                  <a16:creationId xmlns:a16="http://schemas.microsoft.com/office/drawing/2014/main" id="{D84C179C-AEAD-932B-8130-165876D939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4398" y="3136644"/>
              <a:ext cx="6189345" cy="1558925"/>
            </a:xfrm>
            <a:prstGeom prst="rect">
              <a:avLst/>
            </a:prstGeom>
          </p:spPr>
        </p:pic>
        <p:grpSp>
          <p:nvGrpSpPr>
            <p:cNvPr id="36" name="Group 35">
              <a:extLst>
                <a:ext uri="{FF2B5EF4-FFF2-40B4-BE49-F238E27FC236}">
                  <a16:creationId xmlns:a16="http://schemas.microsoft.com/office/drawing/2014/main" id="{9FF2F1A1-8DD3-4CCA-F696-1C7285B1AAA4}"/>
                </a:ext>
              </a:extLst>
            </p:cNvPr>
            <p:cNvGrpSpPr/>
            <p:nvPr/>
          </p:nvGrpSpPr>
          <p:grpSpPr>
            <a:xfrm>
              <a:off x="4657929" y="3359951"/>
              <a:ext cx="6318251" cy="758825"/>
              <a:chOff x="2936875" y="3049588"/>
              <a:chExt cx="6318251" cy="758825"/>
            </a:xfrm>
          </p:grpSpPr>
          <p:grpSp>
            <p:nvGrpSpPr>
              <p:cNvPr id="15" name="Group 14">
                <a:extLst>
                  <a:ext uri="{FF2B5EF4-FFF2-40B4-BE49-F238E27FC236}">
                    <a16:creationId xmlns:a16="http://schemas.microsoft.com/office/drawing/2014/main" id="{9D13EF71-8C9A-0E99-5288-FD8D3855B025}"/>
                  </a:ext>
                </a:extLst>
              </p:cNvPr>
              <p:cNvGrpSpPr/>
              <p:nvPr/>
            </p:nvGrpSpPr>
            <p:grpSpPr>
              <a:xfrm>
                <a:off x="4763135" y="3503613"/>
                <a:ext cx="952500" cy="304800"/>
                <a:chOff x="523874" y="28575"/>
                <a:chExt cx="952500" cy="304800"/>
              </a:xfrm>
            </p:grpSpPr>
            <p:sp>
              <p:nvSpPr>
                <p:cNvPr id="33" name="Rectangle 32">
                  <a:extLst>
                    <a:ext uri="{FF2B5EF4-FFF2-40B4-BE49-F238E27FC236}">
                      <a16:creationId xmlns:a16="http://schemas.microsoft.com/office/drawing/2014/main" id="{B1CB76C0-A3B5-9049-40F7-1740F92EB181}"/>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4" name="Straight Arrow Connector 33">
                  <a:extLst>
                    <a:ext uri="{FF2B5EF4-FFF2-40B4-BE49-F238E27FC236}">
                      <a16:creationId xmlns:a16="http://schemas.microsoft.com/office/drawing/2014/main" id="{BF439294-AB93-5AD8-A175-BC5E0FC45225}"/>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 Box 44">
                  <a:extLst>
                    <a:ext uri="{FF2B5EF4-FFF2-40B4-BE49-F238E27FC236}">
                      <a16:creationId xmlns:a16="http://schemas.microsoft.com/office/drawing/2014/main" id="{0DBDD8AF-F62D-A343-A830-9565DB8E32C4}"/>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1.2.</a:t>
                  </a:r>
                </a:p>
              </p:txBody>
            </p:sp>
          </p:grpSp>
          <p:grpSp>
            <p:nvGrpSpPr>
              <p:cNvPr id="20" name="Group 19">
                <a:extLst>
                  <a:ext uri="{FF2B5EF4-FFF2-40B4-BE49-F238E27FC236}">
                    <a16:creationId xmlns:a16="http://schemas.microsoft.com/office/drawing/2014/main" id="{33AA384B-2B37-743F-75C5-46EFCE17BF0F}"/>
                  </a:ext>
                </a:extLst>
              </p:cNvPr>
              <p:cNvGrpSpPr/>
              <p:nvPr/>
            </p:nvGrpSpPr>
            <p:grpSpPr>
              <a:xfrm>
                <a:off x="8274050" y="3231833"/>
                <a:ext cx="981076" cy="304800"/>
                <a:chOff x="333374" y="28575"/>
                <a:chExt cx="981076" cy="304800"/>
              </a:xfrm>
            </p:grpSpPr>
            <p:sp>
              <p:nvSpPr>
                <p:cNvPr id="30" name="Rectangle 29">
                  <a:extLst>
                    <a:ext uri="{FF2B5EF4-FFF2-40B4-BE49-F238E27FC236}">
                      <a16:creationId xmlns:a16="http://schemas.microsoft.com/office/drawing/2014/main" id="{38EAA199-DCFF-F322-99A6-4F895902A971}"/>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1" name="Straight Arrow Connector 30">
                  <a:extLst>
                    <a:ext uri="{FF2B5EF4-FFF2-40B4-BE49-F238E27FC236}">
                      <a16:creationId xmlns:a16="http://schemas.microsoft.com/office/drawing/2014/main" id="{6B0AADFF-6AA5-5C49-80C6-EE0784A934A5}"/>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Text Box 49">
                  <a:extLst>
                    <a:ext uri="{FF2B5EF4-FFF2-40B4-BE49-F238E27FC236}">
                      <a16:creationId xmlns:a16="http://schemas.microsoft.com/office/drawing/2014/main" id="{F985F43A-2530-1F20-B78A-0B6BB9D79195}"/>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2.</a:t>
                  </a:r>
                </a:p>
              </p:txBody>
            </p:sp>
          </p:grpSp>
          <p:sp>
            <p:nvSpPr>
              <p:cNvPr id="29" name="Text Box 8">
                <a:extLst>
                  <a:ext uri="{FF2B5EF4-FFF2-40B4-BE49-F238E27FC236}">
                    <a16:creationId xmlns:a16="http://schemas.microsoft.com/office/drawing/2014/main" id="{BD7941B2-9AC6-0FD6-3D61-727D75A45A58}"/>
                  </a:ext>
                </a:extLst>
              </p:cNvPr>
              <p:cNvSpPr txBox="1"/>
              <p:nvPr/>
            </p:nvSpPr>
            <p:spPr>
              <a:xfrm>
                <a:off x="2936875" y="3049588"/>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HEADER</a:t>
                </a:r>
              </a:p>
            </p:txBody>
          </p:sp>
        </p:grpSp>
      </p:grpSp>
      <p:sp>
        <p:nvSpPr>
          <p:cNvPr id="37" name="TextBox 36">
            <a:extLst>
              <a:ext uri="{FF2B5EF4-FFF2-40B4-BE49-F238E27FC236}">
                <a16:creationId xmlns:a16="http://schemas.microsoft.com/office/drawing/2014/main" id="{A090F235-38EC-7A54-3DFA-7F192B7367B8}"/>
              </a:ext>
            </a:extLst>
          </p:cNvPr>
          <p:cNvSpPr txBox="1"/>
          <p:nvPr/>
        </p:nvSpPr>
        <p:spPr>
          <a:xfrm>
            <a:off x="7418207" y="5057766"/>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Purchase Order – Main 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7" name="Slide Number Placeholder 6">
            <a:extLst>
              <a:ext uri="{FF2B5EF4-FFF2-40B4-BE49-F238E27FC236}">
                <a16:creationId xmlns:a16="http://schemas.microsoft.com/office/drawing/2014/main" id="{4E1AD9B0-A2D4-343C-41E7-EB8928E4D15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1249831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5251"/>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Edit Purchase Order Transaction?</a:t>
            </a:r>
            <a:endParaRPr lang="en-US" sz="2000" dirty="0">
              <a:solidFill>
                <a:srgbClr val="007434"/>
              </a:solidFill>
              <a:latin typeface="+mj-lt"/>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2396" y="1903929"/>
            <a:ext cx="4179346" cy="300215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want to edit the items in purchase order stock, edit right away the details you want to change and you will notice that after you change the details, the item you edited will be highlighted into blue.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you’re done editing, click save item button to save the changes you made in the items.</a:t>
            </a: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6</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delete all items in the stock, click delete item button.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7</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delete a specific item on the table, click the delete icon next to the item to delete it.</a:t>
            </a: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mj-lt"/>
              </a:rPr>
              <a:t>Purchase </a:t>
            </a:r>
            <a:r>
              <a:rPr lang="en-US" sz="2000" dirty="0">
                <a:solidFill>
                  <a:schemeClr val="accent6">
                    <a:lumMod val="20000"/>
                    <a:lumOff val="80000"/>
                  </a:schemeClr>
                </a:solidFill>
                <a:latin typeface="+mj-lt"/>
              </a:rPr>
              <a:t>/ Purchase Order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6" name="Slide Number Placeholder 5">
            <a:extLst>
              <a:ext uri="{FF2B5EF4-FFF2-40B4-BE49-F238E27FC236}">
                <a16:creationId xmlns:a16="http://schemas.microsoft.com/office/drawing/2014/main" id="{1AC53669-3003-0DB1-19FA-74DA485D1C8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4" name="Group 3">
            <a:extLst>
              <a:ext uri="{FF2B5EF4-FFF2-40B4-BE49-F238E27FC236}">
                <a16:creationId xmlns:a16="http://schemas.microsoft.com/office/drawing/2014/main" id="{0B9CC765-265D-4826-2195-8D2A80CCC6AE}"/>
              </a:ext>
            </a:extLst>
          </p:cNvPr>
          <p:cNvGrpSpPr/>
          <p:nvPr/>
        </p:nvGrpSpPr>
        <p:grpSpPr>
          <a:xfrm>
            <a:off x="5191125" y="1951786"/>
            <a:ext cx="6440200" cy="2332990"/>
            <a:chOff x="5171495" y="2046996"/>
            <a:chExt cx="6440200" cy="2332990"/>
          </a:xfrm>
        </p:grpSpPr>
        <p:grpSp>
          <p:nvGrpSpPr>
            <p:cNvPr id="9" name="Group 8">
              <a:extLst>
                <a:ext uri="{FF2B5EF4-FFF2-40B4-BE49-F238E27FC236}">
                  <a16:creationId xmlns:a16="http://schemas.microsoft.com/office/drawing/2014/main" id="{60D9C362-6980-0073-CAE6-D6D9281FEBAF}"/>
                </a:ext>
              </a:extLst>
            </p:cNvPr>
            <p:cNvGrpSpPr/>
            <p:nvPr/>
          </p:nvGrpSpPr>
          <p:grpSpPr>
            <a:xfrm>
              <a:off x="5171495" y="2046996"/>
              <a:ext cx="6440200" cy="2332990"/>
              <a:chOff x="5171495" y="941067"/>
              <a:chExt cx="6440200" cy="2332990"/>
            </a:xfrm>
          </p:grpSpPr>
          <p:grpSp>
            <p:nvGrpSpPr>
              <p:cNvPr id="29" name="Group 28">
                <a:extLst>
                  <a:ext uri="{FF2B5EF4-FFF2-40B4-BE49-F238E27FC236}">
                    <a16:creationId xmlns:a16="http://schemas.microsoft.com/office/drawing/2014/main" id="{A937B003-B050-AB0A-04A9-5552B4B070BC}"/>
                  </a:ext>
                </a:extLst>
              </p:cNvPr>
              <p:cNvGrpSpPr/>
              <p:nvPr/>
            </p:nvGrpSpPr>
            <p:grpSpPr>
              <a:xfrm>
                <a:off x="5365200" y="970444"/>
                <a:ext cx="6246495" cy="1658617"/>
                <a:chOff x="31914" y="203778"/>
                <a:chExt cx="6246768" cy="1659243"/>
              </a:xfrm>
            </p:grpSpPr>
            <p:pic>
              <p:nvPicPr>
                <p:cNvPr id="35" name="Picture 34">
                  <a:extLst>
                    <a:ext uri="{FF2B5EF4-FFF2-40B4-BE49-F238E27FC236}">
                      <a16:creationId xmlns:a16="http://schemas.microsoft.com/office/drawing/2014/main" id="{03DF8321-448E-59A7-7DDC-CC39151ECF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14" y="226272"/>
                  <a:ext cx="6246768" cy="1636749"/>
                </a:xfrm>
                <a:prstGeom prst="rect">
                  <a:avLst/>
                </a:prstGeom>
              </p:spPr>
            </p:pic>
            <p:sp>
              <p:nvSpPr>
                <p:cNvPr id="36" name="Rectangle 35">
                  <a:extLst>
                    <a:ext uri="{FF2B5EF4-FFF2-40B4-BE49-F238E27FC236}">
                      <a16:creationId xmlns:a16="http://schemas.microsoft.com/office/drawing/2014/main" id="{21A8FBD7-EF2B-6887-BCF6-7BF952174000}"/>
                    </a:ext>
                  </a:extLst>
                </p:cNvPr>
                <p:cNvSpPr/>
                <p:nvPr/>
              </p:nvSpPr>
              <p:spPr>
                <a:xfrm>
                  <a:off x="510637" y="1116963"/>
                  <a:ext cx="2157714" cy="72470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a:p>
              </p:txBody>
            </p:sp>
            <p:grpSp>
              <p:nvGrpSpPr>
                <p:cNvPr id="37" name="Group 36">
                  <a:extLst>
                    <a:ext uri="{FF2B5EF4-FFF2-40B4-BE49-F238E27FC236}">
                      <a16:creationId xmlns:a16="http://schemas.microsoft.com/office/drawing/2014/main" id="{AD75EA1E-1D1D-ED9C-D9CF-65A91CB5060D}"/>
                    </a:ext>
                  </a:extLst>
                </p:cNvPr>
                <p:cNvGrpSpPr/>
                <p:nvPr/>
              </p:nvGrpSpPr>
              <p:grpSpPr>
                <a:xfrm>
                  <a:off x="4926412" y="203778"/>
                  <a:ext cx="647700" cy="796655"/>
                  <a:chOff x="306787" y="-291522"/>
                  <a:chExt cx="647700" cy="796655"/>
                </a:xfrm>
              </p:grpSpPr>
              <p:sp>
                <p:nvSpPr>
                  <p:cNvPr id="38" name="Rectangle 37">
                    <a:extLst>
                      <a:ext uri="{FF2B5EF4-FFF2-40B4-BE49-F238E27FC236}">
                        <a16:creationId xmlns:a16="http://schemas.microsoft.com/office/drawing/2014/main" id="{011509CD-AFCA-718C-1224-2CF819659662}"/>
                      </a:ext>
                    </a:extLst>
                  </p:cNvPr>
                  <p:cNvSpPr/>
                  <p:nvPr/>
                </p:nvSpPr>
                <p:spPr>
                  <a:xfrm>
                    <a:off x="306787" y="-291522"/>
                    <a:ext cx="647700" cy="2857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a:p>
                </p:txBody>
              </p:sp>
              <p:cxnSp>
                <p:nvCxnSpPr>
                  <p:cNvPr id="39" name="Straight Arrow Connector 38">
                    <a:extLst>
                      <a:ext uri="{FF2B5EF4-FFF2-40B4-BE49-F238E27FC236}">
                        <a16:creationId xmlns:a16="http://schemas.microsoft.com/office/drawing/2014/main" id="{CEF9F0E0-A578-212D-25D8-A342CD8231AB}"/>
                      </a:ext>
                    </a:extLst>
                  </p:cNvPr>
                  <p:cNvCxnSpPr>
                    <a:cxnSpLocks/>
                  </p:cNvCxnSpPr>
                  <p:nvPr/>
                </p:nvCxnSpPr>
                <p:spPr>
                  <a:xfrm>
                    <a:off x="630637" y="-5772"/>
                    <a:ext cx="0" cy="2476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Text Box 756">
                    <a:extLst>
                      <a:ext uri="{FF2B5EF4-FFF2-40B4-BE49-F238E27FC236}">
                        <a16:creationId xmlns:a16="http://schemas.microsoft.com/office/drawing/2014/main" id="{F8659720-AFDD-25C2-9593-F7D264C0051F}"/>
                      </a:ext>
                    </a:extLst>
                  </p:cNvPr>
                  <p:cNvSpPr txBox="1"/>
                  <p:nvPr/>
                </p:nvSpPr>
                <p:spPr>
                  <a:xfrm>
                    <a:off x="530625" y="257483"/>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5</a:t>
                    </a:r>
                  </a:p>
                </p:txBody>
              </p:sp>
            </p:grpSp>
          </p:grpSp>
          <p:grpSp>
            <p:nvGrpSpPr>
              <p:cNvPr id="30" name="Group 29">
                <a:extLst>
                  <a:ext uri="{FF2B5EF4-FFF2-40B4-BE49-F238E27FC236}">
                    <a16:creationId xmlns:a16="http://schemas.microsoft.com/office/drawing/2014/main" id="{BD6F3E58-729F-5FC6-F9F2-0D187199F4BE}"/>
                  </a:ext>
                </a:extLst>
              </p:cNvPr>
              <p:cNvGrpSpPr/>
              <p:nvPr/>
            </p:nvGrpSpPr>
            <p:grpSpPr>
              <a:xfrm>
                <a:off x="5171495" y="941067"/>
                <a:ext cx="3176904" cy="2332990"/>
                <a:chOff x="0" y="0"/>
                <a:chExt cx="3177391" cy="2332990"/>
              </a:xfrm>
            </p:grpSpPr>
            <p:sp>
              <p:nvSpPr>
                <p:cNvPr id="31" name="Text Box 749">
                  <a:extLst>
                    <a:ext uri="{FF2B5EF4-FFF2-40B4-BE49-F238E27FC236}">
                      <a16:creationId xmlns:a16="http://schemas.microsoft.com/office/drawing/2014/main" id="{D73E620D-F1A5-DB78-9D63-8C21D7EAEF57}"/>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STOCK</a:t>
                  </a:r>
                </a:p>
              </p:txBody>
            </p:sp>
            <p:pic>
              <p:nvPicPr>
                <p:cNvPr id="32" name="Picture 31">
                  <a:extLst>
                    <a:ext uri="{FF2B5EF4-FFF2-40B4-BE49-F238E27FC236}">
                      <a16:creationId xmlns:a16="http://schemas.microsoft.com/office/drawing/2014/main" id="{114B3DFE-B7A1-C175-A618-7A349228F4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829" y="1714500"/>
                  <a:ext cx="2893060" cy="618490"/>
                </a:xfrm>
                <a:prstGeom prst="rect">
                  <a:avLst/>
                </a:prstGeom>
                <a:ln>
                  <a:noFill/>
                </a:ln>
                <a:effectLst>
                  <a:outerShdw blurRad="292100" dist="139700" dir="2700000" algn="tl" rotWithShape="0">
                    <a:srgbClr val="333333">
                      <a:alpha val="65000"/>
                    </a:srgbClr>
                  </a:outerShdw>
                </a:effectLst>
              </p:spPr>
            </p:pic>
            <p:sp>
              <p:nvSpPr>
                <p:cNvPr id="33" name="Curved Left Arrow 758">
                  <a:extLst>
                    <a:ext uri="{FF2B5EF4-FFF2-40B4-BE49-F238E27FC236}">
                      <a16:creationId xmlns:a16="http://schemas.microsoft.com/office/drawing/2014/main" id="{B4D95B53-29B2-CDE1-38A3-FFF0D8E272FD}"/>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a:p>
              </p:txBody>
            </p:sp>
            <p:sp>
              <p:nvSpPr>
                <p:cNvPr id="34" name="Text Box 757">
                  <a:extLst>
                    <a:ext uri="{FF2B5EF4-FFF2-40B4-BE49-F238E27FC236}">
                      <a16:creationId xmlns:a16="http://schemas.microsoft.com/office/drawing/2014/main" id="{92069ECC-D81F-9EC9-A7ED-6D6A8EB4BDFA}"/>
                    </a:ext>
                  </a:extLst>
                </p:cNvPr>
                <p:cNvSpPr txBox="1"/>
                <p:nvPr/>
              </p:nvSpPr>
              <p:spPr>
                <a:xfrm>
                  <a:off x="0" y="1594757"/>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4</a:t>
                  </a:r>
                </a:p>
              </p:txBody>
            </p:sp>
          </p:grpSp>
        </p:grpSp>
        <p:sp>
          <p:nvSpPr>
            <p:cNvPr id="10" name="Rectangle 9">
              <a:extLst>
                <a:ext uri="{FF2B5EF4-FFF2-40B4-BE49-F238E27FC236}">
                  <a16:creationId xmlns:a16="http://schemas.microsoft.com/office/drawing/2014/main" id="{D9A9F0DF-6E53-AAB6-3F49-C94488215576}"/>
                </a:ext>
              </a:extLst>
            </p:cNvPr>
            <p:cNvSpPr/>
            <p:nvPr/>
          </p:nvSpPr>
          <p:spPr>
            <a:xfrm>
              <a:off x="10935589" y="2076150"/>
              <a:ext cx="647672" cy="2856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a:p>
          </p:txBody>
        </p:sp>
        <p:cxnSp>
          <p:nvCxnSpPr>
            <p:cNvPr id="11" name="Straight Arrow Connector 10">
              <a:extLst>
                <a:ext uri="{FF2B5EF4-FFF2-40B4-BE49-F238E27FC236}">
                  <a16:creationId xmlns:a16="http://schemas.microsoft.com/office/drawing/2014/main" id="{5581F63A-FC27-8D65-C9C5-BCCC6EBD7277}"/>
                </a:ext>
              </a:extLst>
            </p:cNvPr>
            <p:cNvCxnSpPr>
              <a:cxnSpLocks/>
            </p:cNvCxnSpPr>
            <p:nvPr/>
          </p:nvCxnSpPr>
          <p:spPr>
            <a:xfrm>
              <a:off x="11259425" y="2361792"/>
              <a:ext cx="0" cy="2475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756">
              <a:extLst>
                <a:ext uri="{FF2B5EF4-FFF2-40B4-BE49-F238E27FC236}">
                  <a16:creationId xmlns:a16="http://schemas.microsoft.com/office/drawing/2014/main" id="{1564E1BB-F185-22EA-B717-F1CA715BB226}"/>
                </a:ext>
              </a:extLst>
            </p:cNvPr>
            <p:cNvSpPr txBox="1"/>
            <p:nvPr/>
          </p:nvSpPr>
          <p:spPr>
            <a:xfrm>
              <a:off x="11159417" y="2624948"/>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6</a:t>
              </a:r>
            </a:p>
          </p:txBody>
        </p:sp>
        <p:sp>
          <p:nvSpPr>
            <p:cNvPr id="14" name="Rectangle 13">
              <a:extLst>
                <a:ext uri="{FF2B5EF4-FFF2-40B4-BE49-F238E27FC236}">
                  <a16:creationId xmlns:a16="http://schemas.microsoft.com/office/drawing/2014/main" id="{E9AE5738-D11D-8F9F-2E8F-296A4C267FBD}"/>
                </a:ext>
              </a:extLst>
            </p:cNvPr>
            <p:cNvSpPr/>
            <p:nvPr/>
          </p:nvSpPr>
          <p:spPr>
            <a:xfrm>
              <a:off x="5559297" y="2937872"/>
              <a:ext cx="200016" cy="2475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a:p>
          </p:txBody>
        </p:sp>
        <p:cxnSp>
          <p:nvCxnSpPr>
            <p:cNvPr id="15" name="Straight Arrow Connector 14">
              <a:extLst>
                <a:ext uri="{FF2B5EF4-FFF2-40B4-BE49-F238E27FC236}">
                  <a16:creationId xmlns:a16="http://schemas.microsoft.com/office/drawing/2014/main" id="{9BD40EDF-8661-92A1-D144-47AA42B14F0C}"/>
                </a:ext>
              </a:extLst>
            </p:cNvPr>
            <p:cNvCxnSpPr>
              <a:cxnSpLocks/>
            </p:cNvCxnSpPr>
            <p:nvPr/>
          </p:nvCxnSpPr>
          <p:spPr>
            <a:xfrm>
              <a:off x="5652313" y="3181444"/>
              <a:ext cx="0" cy="1654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756">
              <a:extLst>
                <a:ext uri="{FF2B5EF4-FFF2-40B4-BE49-F238E27FC236}">
                  <a16:creationId xmlns:a16="http://schemas.microsoft.com/office/drawing/2014/main" id="{2035F3F4-6B9B-72AF-2FD9-A51DEED5607F}"/>
                </a:ext>
              </a:extLst>
            </p:cNvPr>
            <p:cNvSpPr txBox="1"/>
            <p:nvPr/>
          </p:nvSpPr>
          <p:spPr>
            <a:xfrm>
              <a:off x="5559297" y="3376441"/>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2822113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Delete Purchase Order Transaction?</a:t>
            </a:r>
            <a:endParaRPr lang="en-US" sz="2000" dirty="0">
              <a:solidFill>
                <a:srgbClr val="007434"/>
              </a:solidFill>
              <a:latin typeface="+mj-lt"/>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2232993"/>
            <a:ext cx="4179346" cy="28638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the purchase order – main window, search the transaction you want to delete.</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purchase order – main form, click the lookup button and select the transaction you want to delete.</a:t>
            </a: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  If done, click delete button.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mj-lt"/>
              </a:rPr>
              <a:t>Purchase </a:t>
            </a:r>
            <a:r>
              <a:rPr lang="en-US" sz="2000" dirty="0">
                <a:solidFill>
                  <a:schemeClr val="accent6">
                    <a:lumMod val="20000"/>
                    <a:lumOff val="80000"/>
                  </a:schemeClr>
                </a:solidFill>
                <a:latin typeface="+mj-lt"/>
              </a:rPr>
              <a:t>/ Purchase Order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4" name="TextBox 3">
            <a:extLst>
              <a:ext uri="{FF2B5EF4-FFF2-40B4-BE49-F238E27FC236}">
                <a16:creationId xmlns:a16="http://schemas.microsoft.com/office/drawing/2014/main" id="{C19D066B-BBF8-150B-5669-F47D37196623}"/>
              </a:ext>
            </a:extLst>
          </p:cNvPr>
          <p:cNvSpPr txBox="1"/>
          <p:nvPr/>
        </p:nvSpPr>
        <p:spPr>
          <a:xfrm>
            <a:off x="7228736" y="3096163"/>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Purchase Order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A090F235-38EC-7A54-3DFA-7F192B7367B8}"/>
              </a:ext>
            </a:extLst>
          </p:cNvPr>
          <p:cNvSpPr txBox="1"/>
          <p:nvPr/>
        </p:nvSpPr>
        <p:spPr>
          <a:xfrm>
            <a:off x="7436689" y="5652471"/>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Purchase Order – Main 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FA788B5D-B590-01CB-A868-31DE6AC0DF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8035" y="1367058"/>
            <a:ext cx="6078855" cy="1729105"/>
          </a:xfrm>
          <a:prstGeom prst="rect">
            <a:avLst/>
          </a:prstGeom>
        </p:spPr>
      </p:pic>
      <p:grpSp>
        <p:nvGrpSpPr>
          <p:cNvPr id="7" name="Group 6">
            <a:extLst>
              <a:ext uri="{FF2B5EF4-FFF2-40B4-BE49-F238E27FC236}">
                <a16:creationId xmlns:a16="http://schemas.microsoft.com/office/drawing/2014/main" id="{9F6468B0-1193-7DD7-6DC6-170A0A093105}"/>
              </a:ext>
            </a:extLst>
          </p:cNvPr>
          <p:cNvGrpSpPr/>
          <p:nvPr/>
        </p:nvGrpSpPr>
        <p:grpSpPr>
          <a:xfrm>
            <a:off x="5236465" y="1830079"/>
            <a:ext cx="1475739" cy="333375"/>
            <a:chOff x="0" y="0"/>
            <a:chExt cx="1476374" cy="333375"/>
          </a:xfrm>
        </p:grpSpPr>
        <p:sp>
          <p:nvSpPr>
            <p:cNvPr id="8" name="Rectangle 7">
              <a:extLst>
                <a:ext uri="{FF2B5EF4-FFF2-40B4-BE49-F238E27FC236}">
                  <a16:creationId xmlns:a16="http://schemas.microsoft.com/office/drawing/2014/main" id="{8AF81949-A89A-90BD-58F8-77A71794E489}"/>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6" name="Straight Arrow Connector 15">
              <a:extLst>
                <a:ext uri="{FF2B5EF4-FFF2-40B4-BE49-F238E27FC236}">
                  <a16:creationId xmlns:a16="http://schemas.microsoft.com/office/drawing/2014/main" id="{B9AEB4FB-3430-F4C7-AEF2-4704F51173FB}"/>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 Box 695">
              <a:extLst>
                <a:ext uri="{FF2B5EF4-FFF2-40B4-BE49-F238E27FC236}">
                  <a16:creationId xmlns:a16="http://schemas.microsoft.com/office/drawing/2014/main" id="{EEA0783B-7494-BE89-67D1-6D03EC455B69}"/>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1.1.</a:t>
              </a:r>
            </a:p>
          </p:txBody>
        </p:sp>
      </p:grpSp>
      <p:pic>
        <p:nvPicPr>
          <p:cNvPr id="18" name="Picture 17">
            <a:extLst>
              <a:ext uri="{FF2B5EF4-FFF2-40B4-BE49-F238E27FC236}">
                <a16:creationId xmlns:a16="http://schemas.microsoft.com/office/drawing/2014/main" id="{070F9A9D-6194-2966-BA7A-852D54F059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1125" y="3835409"/>
            <a:ext cx="6189345" cy="1558925"/>
          </a:xfrm>
          <a:prstGeom prst="rect">
            <a:avLst/>
          </a:prstGeom>
        </p:spPr>
      </p:pic>
      <p:grpSp>
        <p:nvGrpSpPr>
          <p:cNvPr id="19" name="Group 18">
            <a:extLst>
              <a:ext uri="{FF2B5EF4-FFF2-40B4-BE49-F238E27FC236}">
                <a16:creationId xmlns:a16="http://schemas.microsoft.com/office/drawing/2014/main" id="{BFA96F24-E47B-D49D-598B-19F0AAE56F7F}"/>
              </a:ext>
            </a:extLst>
          </p:cNvPr>
          <p:cNvGrpSpPr/>
          <p:nvPr/>
        </p:nvGrpSpPr>
        <p:grpSpPr>
          <a:xfrm>
            <a:off x="6484189" y="4525346"/>
            <a:ext cx="952500" cy="304800"/>
            <a:chOff x="523874" y="28575"/>
            <a:chExt cx="952500" cy="304800"/>
          </a:xfrm>
        </p:grpSpPr>
        <p:sp>
          <p:nvSpPr>
            <p:cNvPr id="27" name="Rectangle 26">
              <a:extLst>
                <a:ext uri="{FF2B5EF4-FFF2-40B4-BE49-F238E27FC236}">
                  <a16:creationId xmlns:a16="http://schemas.microsoft.com/office/drawing/2014/main" id="{93589951-1B53-C8A6-A2A7-4E61E2897859}"/>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8" name="Straight Arrow Connector 27">
              <a:extLst>
                <a:ext uri="{FF2B5EF4-FFF2-40B4-BE49-F238E27FC236}">
                  <a16:creationId xmlns:a16="http://schemas.microsoft.com/office/drawing/2014/main" id="{AABA0523-D598-ECBA-9461-EE5F1563E09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Text Box 112">
              <a:extLst>
                <a:ext uri="{FF2B5EF4-FFF2-40B4-BE49-F238E27FC236}">
                  <a16:creationId xmlns:a16="http://schemas.microsoft.com/office/drawing/2014/main" id="{522E9CD2-4CE7-C549-3299-EC2E745E8962}"/>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1.2.</a:t>
              </a:r>
            </a:p>
          </p:txBody>
        </p:sp>
      </p:grpSp>
      <p:grpSp>
        <p:nvGrpSpPr>
          <p:cNvPr id="21" name="Group 20">
            <a:extLst>
              <a:ext uri="{FF2B5EF4-FFF2-40B4-BE49-F238E27FC236}">
                <a16:creationId xmlns:a16="http://schemas.microsoft.com/office/drawing/2014/main" id="{61126B7F-6707-81B2-B70B-16D44BC49A7F}"/>
              </a:ext>
            </a:extLst>
          </p:cNvPr>
          <p:cNvGrpSpPr/>
          <p:nvPr/>
        </p:nvGrpSpPr>
        <p:grpSpPr>
          <a:xfrm>
            <a:off x="7691221" y="4253566"/>
            <a:ext cx="981076" cy="304800"/>
            <a:chOff x="333374" y="28575"/>
            <a:chExt cx="981076" cy="304800"/>
          </a:xfrm>
        </p:grpSpPr>
        <p:sp>
          <p:nvSpPr>
            <p:cNvPr id="24" name="Rectangle 23">
              <a:extLst>
                <a:ext uri="{FF2B5EF4-FFF2-40B4-BE49-F238E27FC236}">
                  <a16:creationId xmlns:a16="http://schemas.microsoft.com/office/drawing/2014/main" id="{C59555F2-BB75-4754-3F28-CB2CF2FA4738}"/>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5" name="Straight Arrow Connector 24">
              <a:extLst>
                <a:ext uri="{FF2B5EF4-FFF2-40B4-BE49-F238E27FC236}">
                  <a16:creationId xmlns:a16="http://schemas.microsoft.com/office/drawing/2014/main" id="{2876AD94-EC01-69D6-12B8-B9386F79C99F}"/>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 Box 116">
              <a:extLst>
                <a:ext uri="{FF2B5EF4-FFF2-40B4-BE49-F238E27FC236}">
                  <a16:creationId xmlns:a16="http://schemas.microsoft.com/office/drawing/2014/main" id="{C07B14F9-7664-A3C7-F9DE-EF16CEEA103C}"/>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2.</a:t>
              </a:r>
            </a:p>
          </p:txBody>
        </p:sp>
      </p:grpSp>
      <p:sp>
        <p:nvSpPr>
          <p:cNvPr id="22" name="Text Box 117">
            <a:extLst>
              <a:ext uri="{FF2B5EF4-FFF2-40B4-BE49-F238E27FC236}">
                <a16:creationId xmlns:a16="http://schemas.microsoft.com/office/drawing/2014/main" id="{D4D428CB-2569-7A22-C8E2-01C50C2BC019}"/>
              </a:ext>
            </a:extLst>
          </p:cNvPr>
          <p:cNvSpPr txBox="1"/>
          <p:nvPr/>
        </p:nvSpPr>
        <p:spPr>
          <a:xfrm>
            <a:off x="4657929" y="4071321"/>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HEADER</a:t>
            </a:r>
          </a:p>
        </p:txBody>
      </p:sp>
      <p:sp>
        <p:nvSpPr>
          <p:cNvPr id="51" name="Text Box 241">
            <a:extLst>
              <a:ext uri="{FF2B5EF4-FFF2-40B4-BE49-F238E27FC236}">
                <a16:creationId xmlns:a16="http://schemas.microsoft.com/office/drawing/2014/main" id="{BA03A9D1-47C4-AAAE-0FC0-B025E7EE9EA1}"/>
              </a:ext>
            </a:extLst>
          </p:cNvPr>
          <p:cNvSpPr txBox="1">
            <a:spLocks noChangeArrowheads="1"/>
          </p:cNvSpPr>
          <p:nvPr/>
        </p:nvSpPr>
        <p:spPr bwMode="auto">
          <a:xfrm>
            <a:off x="7479561" y="4677746"/>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a:lnSpc>
                <a:spcPct val="107000"/>
              </a:lnSpc>
              <a:spcBef>
                <a:spcPts val="440"/>
              </a:spcBef>
              <a:spcAft>
                <a:spcPts val="80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PO transaction?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ct val="115000"/>
              </a:lnSpc>
              <a:spcBef>
                <a:spcPts val="0"/>
              </a:spcBef>
              <a:spcAft>
                <a:spcPts val="0"/>
              </a:spcAft>
              <a:buFont typeface="+mj-lt"/>
              <a:buAutoNum type="arabicPeriod"/>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ts val="975"/>
              </a:lnSpc>
              <a:spcBef>
                <a:spcPts val="5"/>
              </a:spcBef>
              <a:spcAft>
                <a:spcPts val="0"/>
              </a:spcAft>
              <a:buFont typeface="+mj-lt"/>
              <a:buAutoNum type="arabicPeriod"/>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Click ‘enter’ in the keyboard to</a:t>
            </a:r>
            <a:r>
              <a:rPr lang="en-US" sz="8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search.</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29565" marR="0" indent="-228600">
              <a:lnSpc>
                <a:spcPts val="975"/>
              </a:lnSpc>
              <a:spcBef>
                <a:spcPts val="0"/>
              </a:spcBef>
              <a:spcAft>
                <a:spcPts val="0"/>
              </a:spcAft>
              <a:buFont typeface="+mj-lt"/>
              <a:buAutoNum type="arabicPeriod"/>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E3B3D29B-E16A-10D1-1A6F-9338BE91A3F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792858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BE13CC3-0EBB-4997-FCE7-B09A824D1CEB}"/>
              </a:ext>
            </a:extLst>
          </p:cNvPr>
          <p:cNvSpPr txBox="1"/>
          <p:nvPr/>
        </p:nvSpPr>
        <p:spPr>
          <a:xfrm>
            <a:off x="1152018" y="975018"/>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Other Information</a:t>
            </a:r>
            <a:endParaRPr lang="en-US" sz="2000" dirty="0">
              <a:solidFill>
                <a:srgbClr val="007434"/>
              </a:solidFill>
              <a:latin typeface="+mj-lt"/>
            </a:endParaRPr>
          </a:p>
        </p:txBody>
      </p:sp>
      <p:sp>
        <p:nvSpPr>
          <p:cNvPr id="65" name="TextBox 64">
            <a:extLst>
              <a:ext uri="{FF2B5EF4-FFF2-40B4-BE49-F238E27FC236}">
                <a16:creationId xmlns:a16="http://schemas.microsoft.com/office/drawing/2014/main" id="{E7777D04-D73F-74AB-C30B-7D3C9397264F}"/>
              </a:ext>
            </a:extLst>
          </p:cNvPr>
          <p:cNvSpPr txBox="1"/>
          <p:nvPr/>
        </p:nvSpPr>
        <p:spPr>
          <a:xfrm>
            <a:off x="7154411" y="988323"/>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Other Buttons</a:t>
            </a:r>
            <a:endParaRPr lang="en-US" sz="2000" dirty="0">
              <a:solidFill>
                <a:srgbClr val="007434"/>
              </a:solidFill>
              <a:latin typeface="+mj-lt"/>
            </a:endParaRPr>
          </a:p>
        </p:txBody>
      </p:sp>
      <p:sp>
        <p:nvSpPr>
          <p:cNvPr id="8" name="Text Box 102">
            <a:extLst>
              <a:ext uri="{FF2B5EF4-FFF2-40B4-BE49-F238E27FC236}">
                <a16:creationId xmlns:a16="http://schemas.microsoft.com/office/drawing/2014/main" id="{9C27B11D-33B2-DB7D-A894-E01425B3F550}"/>
              </a:ext>
            </a:extLst>
          </p:cNvPr>
          <p:cNvSpPr txBox="1"/>
          <p:nvPr/>
        </p:nvSpPr>
        <p:spPr>
          <a:xfrm>
            <a:off x="709026" y="1410574"/>
            <a:ext cx="4560837" cy="2967468"/>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a:lnSpc>
                <a:spcPct val="107000"/>
              </a:lnSpc>
              <a:spcBef>
                <a:spcPts val="19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purchase order – main form will be minimize and the other tab will be visible.</a:t>
            </a:r>
          </a:p>
          <a:p>
            <a:pPr marL="182563" marR="227330">
              <a:lnSpc>
                <a:spcPct val="107000"/>
              </a:lnSpc>
            </a:pPr>
            <a:r>
              <a:rPr lang="en-US" sz="1200" b="1" dirty="0">
                <a:effectLst/>
                <a:latin typeface="Calibri" panose="020F0502020204030204" pitchFamily="34" charset="0"/>
                <a:ea typeface="Calibri" panose="020F0502020204030204" pitchFamily="34" charset="0"/>
                <a:cs typeface="Times New Roman" panose="02020603050405020304" pitchFamily="18" charset="0"/>
              </a:rPr>
              <a:t>Attachment tab</a:t>
            </a:r>
          </a:p>
          <a:p>
            <a:pPr marL="182563" marR="227330">
              <a:lnSpc>
                <a:spcPct val="107000"/>
              </a:lnSpc>
            </a:pPr>
            <a:r>
              <a:rPr lang="en-US" sz="1200" dirty="0">
                <a:latin typeface="Calibri" panose="020F0502020204030204" pitchFamily="34" charset="0"/>
                <a:ea typeface="Calibri" panose="020F0502020204030204" pitchFamily="34" charset="0"/>
                <a:cs typeface="Times New Roman" panose="02020603050405020304" pitchFamily="18" charset="0"/>
              </a:rPr>
              <a:t>1. </a:t>
            </a:r>
            <a:r>
              <a:rPr lang="en-US" sz="1200" dirty="0">
                <a:effectLst/>
                <a:latin typeface="Calibri" panose="020F0502020204030204" pitchFamily="34" charset="0"/>
                <a:ea typeface="Calibri" panose="020F0502020204030204" pitchFamily="34" charset="0"/>
                <a:cs typeface="Times New Roman" panose="02020603050405020304" pitchFamily="18" charset="0"/>
              </a:rPr>
              <a:t>Click the arrow icon parallel to attachment tab</a:t>
            </a:r>
          </a:p>
          <a:p>
            <a:pPr marL="182563" marR="227330">
              <a:lnSpc>
                <a:spcPct val="107000"/>
              </a:lnSpc>
            </a:pPr>
            <a:r>
              <a:rPr lang="en-US" sz="1200" dirty="0">
                <a:effectLst/>
                <a:latin typeface="Calibri" panose="020F0502020204030204" pitchFamily="34" charset="0"/>
                <a:ea typeface="Calibri" panose="020F0502020204030204" pitchFamily="34" charset="0"/>
                <a:cs typeface="Times New Roman" panose="02020603050405020304" pitchFamily="18" charset="0"/>
              </a:rPr>
              <a:t>2. Click add document button</a:t>
            </a:r>
          </a:p>
          <a:p>
            <a:pPr marL="182563" marR="227330">
              <a:lnSpc>
                <a:spcPct val="107000"/>
              </a:lnSpc>
            </a:pPr>
            <a:r>
              <a:rPr lang="en-US" sz="1200" dirty="0">
                <a:effectLst/>
                <a:latin typeface="Calibri" panose="020F0502020204030204" pitchFamily="34" charset="0"/>
                <a:ea typeface="Calibri" panose="020F0502020204030204" pitchFamily="34" charset="0"/>
                <a:cs typeface="Times New Roman" panose="02020603050405020304" pitchFamily="18" charset="0"/>
              </a:rPr>
              <a:t>3. Once you click the add document button, a dialog box of upload documents will pop out.</a:t>
            </a:r>
          </a:p>
          <a:p>
            <a:pPr marL="182563" marR="227330">
              <a:lnSpc>
                <a:spcPct val="107000"/>
              </a:lnSpc>
            </a:pPr>
            <a:r>
              <a:rPr lang="en-US" sz="1200" dirty="0">
                <a:effectLst/>
                <a:latin typeface="Calibri" panose="020F0502020204030204" pitchFamily="34" charset="0"/>
                <a:ea typeface="Calibri" panose="020F0502020204030204" pitchFamily="34" charset="0"/>
                <a:cs typeface="Times New Roman" panose="02020603050405020304" pitchFamily="18" charset="0"/>
              </a:rPr>
              <a:t>4. To upload files, follow ‘how to upload document”</a:t>
            </a:r>
          </a:p>
          <a:p>
            <a:pPr marL="182563" marR="227330">
              <a:lnSpc>
                <a:spcPct val="107000"/>
              </a:lnSpc>
            </a:pP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182563" marR="227330">
              <a:lnSpc>
                <a:spcPct val="107000"/>
              </a:lnSpc>
            </a:pPr>
            <a:r>
              <a:rPr lang="en-US" sz="1200" b="1" dirty="0">
                <a:effectLst/>
                <a:latin typeface="Calibri" panose="020F0502020204030204" pitchFamily="34" charset="0"/>
                <a:ea typeface="Calibri" panose="020F0502020204030204" pitchFamily="34" charset="0"/>
                <a:cs typeface="Times New Roman" panose="02020603050405020304" pitchFamily="18" charset="0"/>
              </a:rPr>
              <a:t>Instruction, Shipping and Comments tab</a:t>
            </a:r>
          </a:p>
          <a:p>
            <a:pPr marL="182563" marR="227330">
              <a:lnSpc>
                <a:spcPct val="107000"/>
              </a:lnSpc>
            </a:pPr>
            <a:r>
              <a:rPr lang="en-US" sz="1200" dirty="0">
                <a:effectLst/>
                <a:latin typeface="Calibri" panose="020F0502020204030204" pitchFamily="34" charset="0"/>
                <a:ea typeface="Calibri" panose="020F0502020204030204" pitchFamily="34" charset="0"/>
                <a:cs typeface="Times New Roman" panose="02020603050405020304" pitchFamily="18" charset="0"/>
              </a:rPr>
              <a:t>1. Click the arrow icon parallel to instruction or Shipping/ billing address, or comments tab</a:t>
            </a:r>
          </a:p>
          <a:p>
            <a:pPr marL="182563" marR="227330">
              <a:lnSpc>
                <a:spcPct val="107000"/>
              </a:lnSpc>
            </a:pPr>
            <a:r>
              <a:rPr lang="en-US" sz="1200" dirty="0">
                <a:effectLst/>
                <a:latin typeface="Calibri" panose="020F0502020204030204" pitchFamily="34" charset="0"/>
                <a:ea typeface="Calibri" panose="020F0502020204030204" pitchFamily="34" charset="0"/>
                <a:cs typeface="Times New Roman" panose="02020603050405020304" pitchFamily="18" charset="0"/>
              </a:rPr>
              <a:t>2. You may view the instructions copied from Sales Order </a:t>
            </a:r>
          </a:p>
          <a:p>
            <a:pPr marL="182563" marR="227330">
              <a:lnSpc>
                <a:spcPct val="107000"/>
              </a:lnSpc>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227330">
              <a:lnSpc>
                <a:spcPct val="107000"/>
              </a:lnSpc>
              <a:spcBef>
                <a:spcPts val="190"/>
              </a:spcBef>
              <a:spcAft>
                <a:spcPts val="80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627EE1DE-089E-1CB1-F1DF-FDC0B0F70026}"/>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mj-lt"/>
              </a:rPr>
              <a:t>Purchase </a:t>
            </a:r>
            <a:r>
              <a:rPr lang="en-US" sz="2000" dirty="0">
                <a:solidFill>
                  <a:schemeClr val="accent6">
                    <a:lumMod val="20000"/>
                    <a:lumOff val="80000"/>
                  </a:schemeClr>
                </a:solidFill>
                <a:latin typeface="+mj-lt"/>
              </a:rPr>
              <a:t>/ Purchase Order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3" name="Slide Number Placeholder 2">
            <a:extLst>
              <a:ext uri="{FF2B5EF4-FFF2-40B4-BE49-F238E27FC236}">
                <a16:creationId xmlns:a16="http://schemas.microsoft.com/office/drawing/2014/main" id="{F701A0A4-379E-224D-4EEE-9094A207EAE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16" name="Group 15">
            <a:extLst>
              <a:ext uri="{FF2B5EF4-FFF2-40B4-BE49-F238E27FC236}">
                <a16:creationId xmlns:a16="http://schemas.microsoft.com/office/drawing/2014/main" id="{2429023A-C746-E81C-95F4-865DB3CDF548}"/>
              </a:ext>
            </a:extLst>
          </p:cNvPr>
          <p:cNvGrpSpPr/>
          <p:nvPr/>
        </p:nvGrpSpPr>
        <p:grpSpPr>
          <a:xfrm>
            <a:off x="651458" y="4606368"/>
            <a:ext cx="5332798" cy="1682115"/>
            <a:chOff x="5891614" y="735422"/>
            <a:chExt cx="5332798" cy="1682115"/>
          </a:xfrm>
        </p:grpSpPr>
        <p:pic>
          <p:nvPicPr>
            <p:cNvPr id="2" name="Picture 1">
              <a:extLst>
                <a:ext uri="{FF2B5EF4-FFF2-40B4-BE49-F238E27FC236}">
                  <a16:creationId xmlns:a16="http://schemas.microsoft.com/office/drawing/2014/main" id="{665ED94F-0096-6A68-237F-E1450C230A3F}"/>
                </a:ext>
              </a:extLst>
            </p:cNvPr>
            <p:cNvPicPr>
              <a:picLocks noChangeAspect="1"/>
            </p:cNvPicPr>
            <p:nvPr/>
          </p:nvPicPr>
          <p:blipFill>
            <a:blip r:embed="rId2"/>
            <a:srcRect/>
            <a:stretch>
              <a:fillRect/>
            </a:stretch>
          </p:blipFill>
          <p:spPr bwMode="auto">
            <a:xfrm>
              <a:off x="5891614" y="735422"/>
              <a:ext cx="4888865" cy="1357630"/>
            </a:xfrm>
            <a:prstGeom prst="rect">
              <a:avLst/>
            </a:prstGeom>
            <a:ln>
              <a:noFill/>
            </a:ln>
            <a:effectLst>
              <a:outerShdw blurRad="292100" dist="139700" dir="2700000" algn="tl" rotWithShape="0">
                <a:srgbClr val="333333">
                  <a:alpha val="65000"/>
                </a:srgbClr>
              </a:outerShdw>
            </a:effectLst>
          </p:spPr>
        </p:pic>
        <p:pic>
          <p:nvPicPr>
            <p:cNvPr id="4" name="Picture 3">
              <a:extLst>
                <a:ext uri="{FF2B5EF4-FFF2-40B4-BE49-F238E27FC236}">
                  <a16:creationId xmlns:a16="http://schemas.microsoft.com/office/drawing/2014/main" id="{40FF2D7F-EE72-58C8-BE45-A3E34E702DB0}"/>
                </a:ext>
              </a:extLst>
            </p:cNvPr>
            <p:cNvPicPr>
              <a:picLocks noChangeAspect="1"/>
            </p:cNvPicPr>
            <p:nvPr/>
          </p:nvPicPr>
          <p:blipFill>
            <a:blip r:embed="rId3"/>
            <a:srcRect/>
            <a:stretch>
              <a:fillRect/>
            </a:stretch>
          </p:blipFill>
          <p:spPr bwMode="auto">
            <a:xfrm>
              <a:off x="8318584" y="1162142"/>
              <a:ext cx="1795780" cy="1255395"/>
            </a:xfrm>
            <a:prstGeom prst="rect">
              <a:avLst/>
            </a:prstGeom>
            <a:noFill/>
            <a:ln w="9525">
              <a:noFill/>
              <a:miter lim="800000"/>
              <a:headEnd/>
              <a:tailEnd/>
            </a:ln>
          </p:spPr>
        </p:pic>
        <p:grpSp>
          <p:nvGrpSpPr>
            <p:cNvPr id="9" name="Group 2">
              <a:extLst>
                <a:ext uri="{FF2B5EF4-FFF2-40B4-BE49-F238E27FC236}">
                  <a16:creationId xmlns:a16="http://schemas.microsoft.com/office/drawing/2014/main" id="{3FB36258-F1DC-F92F-8D8C-5E218E5DB334}"/>
                </a:ext>
              </a:extLst>
            </p:cNvPr>
            <p:cNvGrpSpPr>
              <a:grpSpLocks/>
            </p:cNvGrpSpPr>
            <p:nvPr/>
          </p:nvGrpSpPr>
          <p:grpSpPr bwMode="auto">
            <a:xfrm>
              <a:off x="10019500" y="879237"/>
              <a:ext cx="1204912" cy="504825"/>
              <a:chOff x="8538" y="13287"/>
              <a:chExt cx="1898" cy="796"/>
            </a:xfrm>
          </p:grpSpPr>
          <p:sp>
            <p:nvSpPr>
              <p:cNvPr id="10" name="Rectangle 3">
                <a:extLst>
                  <a:ext uri="{FF2B5EF4-FFF2-40B4-BE49-F238E27FC236}">
                    <a16:creationId xmlns:a16="http://schemas.microsoft.com/office/drawing/2014/main" id="{BA00AD09-E142-C47D-A0D5-61FF812F3266}"/>
                  </a:ext>
                </a:extLst>
              </p:cNvPr>
              <p:cNvSpPr>
                <a:spLocks noChangeArrowheads="1"/>
              </p:cNvSpPr>
              <p:nvPr/>
            </p:nvSpPr>
            <p:spPr bwMode="auto">
              <a:xfrm>
                <a:off x="8678" y="13737"/>
                <a:ext cx="1022" cy="254"/>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sp>
            <p:nvSpPr>
              <p:cNvPr id="13" name="AutoShape 4">
                <a:extLst>
                  <a:ext uri="{FF2B5EF4-FFF2-40B4-BE49-F238E27FC236}">
                    <a16:creationId xmlns:a16="http://schemas.microsoft.com/office/drawing/2014/main" id="{ADB39E1E-78CA-B159-4608-B5644562C871}"/>
                  </a:ext>
                </a:extLst>
              </p:cNvPr>
              <p:cNvSpPr>
                <a:spLocks noChangeArrowheads="1"/>
              </p:cNvSpPr>
              <p:nvPr/>
            </p:nvSpPr>
            <p:spPr bwMode="auto">
              <a:xfrm rot="832617" flipH="1">
                <a:off x="8538" y="13937"/>
                <a:ext cx="366" cy="146"/>
              </a:xfrm>
              <a:prstGeom prst="curvedUpArrow">
                <a:avLst>
                  <a:gd name="adj1" fmla="val 29502"/>
                  <a:gd name="adj2" fmla="val 58981"/>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en-PH"/>
              </a:p>
            </p:txBody>
          </p:sp>
          <p:sp>
            <p:nvSpPr>
              <p:cNvPr id="14" name="Text Box 5">
                <a:extLst>
                  <a:ext uri="{FF2B5EF4-FFF2-40B4-BE49-F238E27FC236}">
                    <a16:creationId xmlns:a16="http://schemas.microsoft.com/office/drawing/2014/main" id="{C38C7C8A-8691-E113-7F26-762E004AAD1A}"/>
                  </a:ext>
                </a:extLst>
              </p:cNvPr>
              <p:cNvSpPr txBox="1">
                <a:spLocks noChangeArrowheads="1"/>
              </p:cNvSpPr>
              <p:nvPr/>
            </p:nvSpPr>
            <p:spPr bwMode="auto">
              <a:xfrm>
                <a:off x="9688" y="13287"/>
                <a:ext cx="748" cy="4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15" name="Text Box 6">
              <a:extLst>
                <a:ext uri="{FF2B5EF4-FFF2-40B4-BE49-F238E27FC236}">
                  <a16:creationId xmlns:a16="http://schemas.microsoft.com/office/drawing/2014/main" id="{9BCBD684-2B4D-7C00-82FE-4E3FA51CE028}"/>
                </a:ext>
              </a:extLst>
            </p:cNvPr>
            <p:cNvSpPr txBox="1">
              <a:spLocks noChangeArrowheads="1"/>
            </p:cNvSpPr>
            <p:nvPr/>
          </p:nvSpPr>
          <p:spPr bwMode="auto">
            <a:xfrm>
              <a:off x="5977873" y="1268397"/>
              <a:ext cx="2195513" cy="957567"/>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92075" marR="0" lvl="0" algn="l" defTabSz="914400" rtl="0" eaLnBrk="0" fontAlgn="base" latinLnBrk="0" hangingPunct="0">
                <a:lnSpc>
                  <a:spcPct val="100000"/>
                </a:lnSpc>
                <a:buClrTx/>
                <a:buSzTx/>
                <a:buFontTx/>
                <a:buNone/>
                <a:tabLst/>
              </a:pPr>
              <a:r>
                <a:rPr kumimoji="0" lang="en-PH" altLang="en-US" sz="1000" b="0" i="1" u="none" strike="noStrike" cap="none" normalizeH="0" baseline="0" dirty="0">
                  <a:ln>
                    <a:noFill/>
                  </a:ln>
                  <a:solidFill>
                    <a:srgbClr val="4F6128"/>
                  </a:solidFill>
                  <a:effectLst/>
                </a:rPr>
                <a:t>How to upload document?</a:t>
              </a:r>
            </a:p>
            <a:p>
              <a:pPr marL="228600" marR="0" lvl="0" indent="-136525" algn="l" defTabSz="914400" rtl="0" eaLnBrk="0" fontAlgn="base" latinLnBrk="0" hangingPunct="0">
                <a:lnSpc>
                  <a:spcPct val="100000"/>
                </a:lnSpc>
                <a:buClrTx/>
                <a:buSzTx/>
                <a:buFontTx/>
                <a:buAutoNum type="arabicPeriod"/>
                <a:tabLst/>
              </a:pPr>
              <a:r>
                <a:rPr kumimoji="0" lang="en-US" altLang="en-US" sz="800" b="0" i="0" u="none" strike="noStrike" cap="none" normalizeH="0" baseline="0" dirty="0">
                  <a:ln>
                    <a:noFill/>
                  </a:ln>
                  <a:solidFill>
                    <a:schemeClr val="tx1"/>
                  </a:solidFill>
                  <a:effectLst/>
                </a:rPr>
                <a:t>Type the title of the document.</a:t>
              </a:r>
              <a:endParaRPr lang="en-US" altLang="en-US" sz="1000" dirty="0"/>
            </a:p>
            <a:p>
              <a:pPr marL="228600" marR="0" lvl="0" indent="-136525" algn="l" defTabSz="914400" rtl="0" eaLnBrk="0" fontAlgn="base" latinLnBrk="0" hangingPunct="0">
                <a:lnSpc>
                  <a:spcPct val="100000"/>
                </a:lnSpc>
                <a:buClrTx/>
                <a:buSzTx/>
                <a:buFontTx/>
                <a:buAutoNum type="arabicPeriod"/>
                <a:tabLst/>
              </a:pPr>
              <a:r>
                <a:rPr kumimoji="0" lang="en-US" altLang="en-US" sz="800" b="0" i="0" u="none" strike="noStrike" cap="none" normalizeH="0" baseline="0" dirty="0">
                  <a:ln>
                    <a:noFill/>
                  </a:ln>
                  <a:solidFill>
                    <a:schemeClr val="tx1"/>
                  </a:solidFill>
                  <a:effectLst/>
                </a:rPr>
                <a:t>Click add button to add the document you want to upload.</a:t>
              </a:r>
            </a:p>
            <a:p>
              <a:pPr marL="228600" marR="0" lvl="0" indent="-136525" algn="l" defTabSz="914400" rtl="0" eaLnBrk="0" fontAlgn="base" latinLnBrk="0" hangingPunct="0">
                <a:lnSpc>
                  <a:spcPct val="100000"/>
                </a:lnSpc>
                <a:buClrTx/>
                <a:buSzTx/>
                <a:buFontTx/>
                <a:buAutoNum type="arabicPeriod"/>
                <a:tabLst/>
              </a:pPr>
              <a:r>
                <a:rPr kumimoji="0" lang="en-US" altLang="en-US" sz="800" b="0" i="0" u="none" strike="noStrike" cap="none" normalizeH="0" baseline="0" dirty="0">
                  <a:ln>
                    <a:noFill/>
                  </a:ln>
                  <a:solidFill>
                    <a:schemeClr val="tx1"/>
                  </a:solidFill>
                  <a:effectLst/>
                </a:rPr>
                <a:t>Then click upload button.</a:t>
              </a:r>
            </a:p>
            <a:p>
              <a:pPr marL="228600" marR="0" lvl="0" indent="-136525" algn="l" defTabSz="914400" rtl="0" eaLnBrk="0" fontAlgn="base" latinLnBrk="0" hangingPunct="0">
                <a:lnSpc>
                  <a:spcPct val="100000"/>
                </a:lnSpc>
                <a:buClrTx/>
                <a:buSzTx/>
                <a:buFontTx/>
                <a:buAutoNum type="arabicPeriod"/>
                <a:tabLst/>
              </a:pPr>
              <a:r>
                <a:rPr kumimoji="0" lang="en-US" altLang="en-US" sz="800" b="0" i="0" u="none" strike="noStrike" cap="none" normalizeH="0" baseline="0" dirty="0">
                  <a:ln>
                    <a:noFill/>
                  </a:ln>
                  <a:solidFill>
                    <a:schemeClr val="tx1"/>
                  </a:solidFill>
                  <a:effectLst/>
                </a:rPr>
                <a:t>If you want to add more document, click add document button and repeat steps 1 to #3</a:t>
              </a:r>
              <a:endParaRPr kumimoji="0" lang="en-US" altLang="en-US" sz="1800" b="0" i="0" u="none" strike="noStrike" cap="none" normalizeH="0" baseline="0" dirty="0">
                <a:ln>
                  <a:noFill/>
                </a:ln>
                <a:solidFill>
                  <a:schemeClr val="tx1"/>
                </a:solidFill>
                <a:effectLst/>
              </a:endParaRPr>
            </a:p>
          </p:txBody>
        </p:sp>
      </p:grpSp>
      <p:pic>
        <p:nvPicPr>
          <p:cNvPr id="12" name="Picture 11">
            <a:extLst>
              <a:ext uri="{FF2B5EF4-FFF2-40B4-BE49-F238E27FC236}">
                <a16:creationId xmlns:a16="http://schemas.microsoft.com/office/drawing/2014/main" id="{0F93B4E7-4C22-3EBB-6768-CD6ADF1F8D4B}"/>
              </a:ext>
            </a:extLst>
          </p:cNvPr>
          <p:cNvPicPr>
            <a:picLocks noChangeAspect="1"/>
          </p:cNvPicPr>
          <p:nvPr/>
        </p:nvPicPr>
        <p:blipFill>
          <a:blip r:embed="rId4"/>
          <a:stretch>
            <a:fillRect/>
          </a:stretch>
        </p:blipFill>
        <p:spPr>
          <a:xfrm>
            <a:off x="5540323" y="1469530"/>
            <a:ext cx="6408334" cy="2812353"/>
          </a:xfrm>
          <a:prstGeom prst="rect">
            <a:avLst/>
          </a:prstGeom>
        </p:spPr>
      </p:pic>
    </p:spTree>
    <p:extLst>
      <p:ext uri="{BB962C8B-B14F-4D97-AF65-F5344CB8AC3E}">
        <p14:creationId xmlns:p14="http://schemas.microsoft.com/office/powerpoint/2010/main" val="70222628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922</Words>
  <Application>Microsoft Office PowerPoint</Application>
  <PresentationFormat>Widescreen</PresentationFormat>
  <Paragraphs>138</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Animosa Extra Bold</vt:lpstr>
      <vt:lpstr>Arial</vt:lpstr>
      <vt:lpstr>Bodoni MT Condensed</vt:lpstr>
      <vt:lpstr>Calibri</vt:lpstr>
      <vt:lpstr>Calibri Light</vt:lpstr>
      <vt:lpstr>Chivo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2</cp:revision>
  <dcterms:created xsi:type="dcterms:W3CDTF">2023-01-10T04:10:17Z</dcterms:created>
  <dcterms:modified xsi:type="dcterms:W3CDTF">2023-01-10T04:11:41Z</dcterms:modified>
</cp:coreProperties>
</file>