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20" r:id="rId2"/>
    <p:sldId id="421" r:id="rId3"/>
    <p:sldId id="422" r:id="rId4"/>
    <p:sldId id="430" r:id="rId5"/>
    <p:sldId id="431" r:id="rId6"/>
    <p:sldId id="432" r:id="rId7"/>
    <p:sldId id="434" r:id="rId8"/>
    <p:sldId id="435" r:id="rId9"/>
    <p:sldId id="436" r:id="rId10"/>
    <p:sldId id="438" r:id="rId11"/>
    <p:sldId id="439" r:id="rId12"/>
    <p:sldId id="440" r:id="rId13"/>
    <p:sldId id="42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893234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6815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4632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79489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87673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66939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20865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7810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0439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05948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33109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6506437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Sales Activity</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S</a:t>
            </a: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Sales Activity is where initial order of customer is encoded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EB57B14-7614-4E70-88B7-2ADECFEBE0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8280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3"/>
            <a:ext cx="3887062" cy="171138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Sales Activity module under Sales, Sales Activity transactions .</a:t>
            </a:r>
          </a:p>
        </p:txBody>
      </p:sp>
      <p:sp>
        <p:nvSpPr>
          <p:cNvPr id="55" name="TextBox 54">
            <a:extLst>
              <a:ext uri="{FF2B5EF4-FFF2-40B4-BE49-F238E27FC236}">
                <a16:creationId xmlns:a16="http://schemas.microsoft.com/office/drawing/2014/main" id="{438989E4-F23C-F4AC-684B-2BE81114D33A}"/>
              </a:ext>
            </a:extLst>
          </p:cNvPr>
          <p:cNvSpPr txBox="1"/>
          <p:nvPr/>
        </p:nvSpPr>
        <p:spPr>
          <a:xfrm>
            <a:off x="7472068" y="411094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activity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0AFBE123-B3AE-AE6C-F2C0-CDF5DEE40E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D64F023D-AE37-AEE3-FFF9-8036B8CAE95C}"/>
              </a:ext>
            </a:extLst>
          </p:cNvPr>
          <p:cNvGrpSpPr/>
          <p:nvPr/>
        </p:nvGrpSpPr>
        <p:grpSpPr>
          <a:xfrm>
            <a:off x="5374888" y="1461407"/>
            <a:ext cx="12192000" cy="2652713"/>
            <a:chOff x="0" y="0"/>
            <a:chExt cx="12192000" cy="2652713"/>
          </a:xfrm>
        </p:grpSpPr>
        <p:pic>
          <p:nvPicPr>
            <p:cNvPr id="2049" name="Picture 416">
              <a:extLst>
                <a:ext uri="{FF2B5EF4-FFF2-40B4-BE49-F238E27FC236}">
                  <a16:creationId xmlns:a16="http://schemas.microsoft.com/office/drawing/2014/main" id="{71DB01BE-293B-961B-1292-CA1D1FD4C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82600"/>
              <a:ext cx="5984875" cy="21415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77">
              <a:extLst>
                <a:ext uri="{FF2B5EF4-FFF2-40B4-BE49-F238E27FC236}">
                  <a16:creationId xmlns:a16="http://schemas.microsoft.com/office/drawing/2014/main" id="{B92A06DE-2501-6F4F-E48C-08B060FC28B9}"/>
                </a:ext>
              </a:extLst>
            </p:cNvPr>
            <p:cNvSpPr>
              <a:spLocks noChangeArrowheads="1"/>
            </p:cNvSpPr>
            <p:nvPr/>
          </p:nvSpPr>
          <p:spPr bwMode="auto">
            <a:xfrm>
              <a:off x="90488" y="1357313"/>
              <a:ext cx="990600" cy="1714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959">
              <a:extLst>
                <a:ext uri="{FF2B5EF4-FFF2-40B4-BE49-F238E27FC236}">
                  <a16:creationId xmlns:a16="http://schemas.microsoft.com/office/drawing/2014/main" id="{A7CBF91F-446F-E2F8-685A-4CF37435CCED}"/>
                </a:ext>
              </a:extLst>
            </p:cNvPr>
            <p:cNvSpPr>
              <a:spLocks noChangeArrowheads="1"/>
            </p:cNvSpPr>
            <p:nvPr/>
          </p:nvSpPr>
          <p:spPr bwMode="auto">
            <a:xfrm>
              <a:off x="1219200" y="1577975"/>
              <a:ext cx="4551363" cy="107473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traight Arrow Connector 53">
              <a:extLst>
                <a:ext uri="{FF2B5EF4-FFF2-40B4-BE49-F238E27FC236}">
                  <a16:creationId xmlns:a16="http://schemas.microsoft.com/office/drawing/2014/main" id="{25C73663-D13A-AEB1-D732-B24726978954}"/>
                </a:ext>
              </a:extLst>
            </p:cNvPr>
            <p:cNvSpPr>
              <a:spLocks noChangeShapeType="1"/>
            </p:cNvSpPr>
            <p:nvPr/>
          </p:nvSpPr>
          <p:spPr bwMode="auto">
            <a:xfrm>
              <a:off x="1085850" y="1501775"/>
              <a:ext cx="123825" cy="24765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5">
              <a:extLst>
                <a:ext uri="{FF2B5EF4-FFF2-40B4-BE49-F238E27FC236}">
                  <a16:creationId xmlns:a16="http://schemas.microsoft.com/office/drawing/2014/main" id="{315C2DC2-DE33-E779-C18A-7AF7A8E6702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6">
              <a:extLst>
                <a:ext uri="{FF2B5EF4-FFF2-40B4-BE49-F238E27FC236}">
                  <a16:creationId xmlns:a16="http://schemas.microsoft.com/office/drawing/2014/main" id="{844A6B06-A3DD-7546-F6C9-80EE55B57EC3}"/>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384355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n Sales Activity – Main Window, you will notice a create button in the upper left of the window. Click the create button and you will be redirect in sales activity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customer is new and no record in customer ledger, fill in;</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Company Name</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Address</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Contact Name</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Contact Number</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Contact Person - Department</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Contact Person - Designation</a:t>
            </a:r>
          </a:p>
          <a:p>
            <a:pPr marL="228600" marR="0" lvl="0" indent="0" algn="l" defTabSz="365125"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Contact Person - Email Address</a:t>
            </a:r>
          </a:p>
          <a:p>
            <a:pPr marL="400050" marR="0" lvl="0" indent="-171450" algn="l" defTabSz="914400" rtl="0" eaLnBrk="1" fontAlgn="auto" latinLnBrk="0" hangingPunct="1">
              <a:lnSpc>
                <a:spcPct val="115000"/>
              </a:lnSpc>
              <a:spcBef>
                <a:spcPts val="0"/>
              </a:spcBef>
              <a:spcAft>
                <a:spcPts val="0"/>
              </a:spcAft>
              <a:buClrTx/>
              <a:buSzTx/>
              <a:buFontTx/>
              <a:buChar char="-"/>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Industry</a:t>
            </a:r>
          </a:p>
          <a:p>
            <a:pPr marL="400050" marR="0" lvl="0" indent="-171450" algn="l" defTabSz="914400" rtl="0" eaLnBrk="1" fontAlgn="auto" latinLnBrk="0" hangingPunct="1">
              <a:lnSpc>
                <a:spcPct val="115000"/>
              </a:lnSpc>
              <a:spcBef>
                <a:spcPts val="0"/>
              </a:spcBef>
              <a:spcAft>
                <a:spcPts val="0"/>
              </a:spcAft>
              <a:buClrTx/>
              <a:buSzTx/>
              <a:buFontTx/>
              <a:buChar char="-"/>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But if customer has already record in customer ledger module, click lookup button in customer field and select customer name.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3" name="Group 12">
            <a:extLst>
              <a:ext uri="{FF2B5EF4-FFF2-40B4-BE49-F238E27FC236}">
                <a16:creationId xmlns:a16="http://schemas.microsoft.com/office/drawing/2014/main" id="{2E3E1C53-A3C8-67F0-AFA2-B5E5321A81BE}"/>
              </a:ext>
            </a:extLst>
          </p:cNvPr>
          <p:cNvGrpSpPr/>
          <p:nvPr/>
        </p:nvGrpSpPr>
        <p:grpSpPr>
          <a:xfrm>
            <a:off x="5374888" y="-185286"/>
            <a:ext cx="12192000" cy="1844675"/>
            <a:chOff x="0" y="0"/>
            <a:chExt cx="12192000" cy="1844675"/>
          </a:xfrm>
        </p:grpSpPr>
        <p:pic>
          <p:nvPicPr>
            <p:cNvPr id="3077" name="Picture 417">
              <a:extLst>
                <a:ext uri="{FF2B5EF4-FFF2-40B4-BE49-F238E27FC236}">
                  <a16:creationId xmlns:a16="http://schemas.microsoft.com/office/drawing/2014/main" id="{FD279934-AFBE-51F3-4C0A-B1C82977BF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63550"/>
              <a:ext cx="5854700" cy="138112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08">
              <a:extLst>
                <a:ext uri="{FF2B5EF4-FFF2-40B4-BE49-F238E27FC236}">
                  <a16:creationId xmlns:a16="http://schemas.microsoft.com/office/drawing/2014/main" id="{27250D77-363B-93C8-AE48-D51259619D66}"/>
                </a:ext>
              </a:extLst>
            </p:cNvPr>
            <p:cNvGrpSpPr>
              <a:grpSpLocks/>
            </p:cNvGrpSpPr>
            <p:nvPr/>
          </p:nvGrpSpPr>
          <p:grpSpPr bwMode="auto">
            <a:xfrm>
              <a:off x="219075" y="757238"/>
              <a:ext cx="1209675" cy="333375"/>
              <a:chOff x="0" y="0"/>
              <a:chExt cx="12096" cy="3333"/>
            </a:xfrm>
          </p:grpSpPr>
          <p:sp>
            <p:nvSpPr>
              <p:cNvPr id="7" name="Rectangle 109">
                <a:extLst>
                  <a:ext uri="{FF2B5EF4-FFF2-40B4-BE49-F238E27FC236}">
                    <a16:creationId xmlns:a16="http://schemas.microsoft.com/office/drawing/2014/main" id="{82A3936F-A8BD-2D29-1E5A-AA477535DC9A}"/>
                  </a:ext>
                </a:extLst>
              </p:cNvPr>
              <p:cNvSpPr>
                <a:spLocks noChangeArrowheads="1"/>
              </p:cNvSpPr>
              <p:nvPr/>
            </p:nvSpPr>
            <p:spPr bwMode="auto">
              <a:xfrm>
                <a:off x="0" y="0"/>
                <a:ext cx="8001" cy="333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traight Arrow Connector 110">
                <a:extLst>
                  <a:ext uri="{FF2B5EF4-FFF2-40B4-BE49-F238E27FC236}">
                    <a16:creationId xmlns:a16="http://schemas.microsoft.com/office/drawing/2014/main" id="{75AD0646-1A2E-D1AF-EF1C-1966ACCE9BDB}"/>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Box 111">
                <a:extLst>
                  <a:ext uri="{FF2B5EF4-FFF2-40B4-BE49-F238E27FC236}">
                    <a16:creationId xmlns:a16="http://schemas.microsoft.com/office/drawing/2014/main" id="{F0E14DBF-0B26-0628-576B-A88B88725948}"/>
                  </a:ext>
                </a:extLst>
              </p:cNvPr>
              <p:cNvSpPr txBox="1">
                <a:spLocks noChangeArrowheads="1"/>
              </p:cNvSpPr>
              <p:nvPr/>
            </p:nvSpPr>
            <p:spPr bwMode="auto">
              <a:xfrm>
                <a:off x="10096" y="285"/>
                <a:ext cx="2000"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0" name="Rectangle 6">
              <a:extLst>
                <a:ext uri="{FF2B5EF4-FFF2-40B4-BE49-F238E27FC236}">
                  <a16:creationId xmlns:a16="http://schemas.microsoft.com/office/drawing/2014/main" id="{86F77658-9539-2CC0-C8E7-E4BD5263F1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8">
              <a:extLst>
                <a:ext uri="{FF2B5EF4-FFF2-40B4-BE49-F238E27FC236}">
                  <a16:creationId xmlns:a16="http://schemas.microsoft.com/office/drawing/2014/main" id="{8B4C9DF6-2CE3-30DD-0932-595E6EC5C59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 name="Group 26">
            <a:extLst>
              <a:ext uri="{FF2B5EF4-FFF2-40B4-BE49-F238E27FC236}">
                <a16:creationId xmlns:a16="http://schemas.microsoft.com/office/drawing/2014/main" id="{679660E4-8E47-D89B-5207-30B962C5646F}"/>
              </a:ext>
            </a:extLst>
          </p:cNvPr>
          <p:cNvGrpSpPr/>
          <p:nvPr/>
        </p:nvGrpSpPr>
        <p:grpSpPr>
          <a:xfrm>
            <a:off x="5188979" y="1200504"/>
            <a:ext cx="12192000" cy="2430463"/>
            <a:chOff x="0" y="0"/>
            <a:chExt cx="12192000" cy="2430463"/>
          </a:xfrm>
        </p:grpSpPr>
        <p:grpSp>
          <p:nvGrpSpPr>
            <p:cNvPr id="14" name="Group 476">
              <a:extLst>
                <a:ext uri="{FF2B5EF4-FFF2-40B4-BE49-F238E27FC236}">
                  <a16:creationId xmlns:a16="http://schemas.microsoft.com/office/drawing/2014/main" id="{D879FDC7-DB1A-38F9-2098-D545663E516B}"/>
                </a:ext>
              </a:extLst>
            </p:cNvPr>
            <p:cNvGrpSpPr>
              <a:grpSpLocks/>
            </p:cNvGrpSpPr>
            <p:nvPr/>
          </p:nvGrpSpPr>
          <p:grpSpPr bwMode="auto">
            <a:xfrm>
              <a:off x="357999" y="684525"/>
              <a:ext cx="5900738" cy="1695450"/>
              <a:chOff x="151" y="-108"/>
              <a:chExt cx="59010" cy="16954"/>
            </a:xfrm>
          </p:grpSpPr>
          <p:pic>
            <p:nvPicPr>
              <p:cNvPr id="467" name="Picture 467">
                <a:extLst>
                  <a:ext uri="{FF2B5EF4-FFF2-40B4-BE49-F238E27FC236}">
                    <a16:creationId xmlns:a16="http://schemas.microsoft.com/office/drawing/2014/main" id="{41350D1C-6682-4F3B-463E-3B0C0A4CC356}"/>
                  </a:ext>
                </a:extLst>
              </p:cNvPr>
              <p:cNvPicPr>
                <a:picLocks noChangeAspect="1"/>
              </p:cNvPicPr>
              <p:nvPr/>
            </p:nvPicPr>
            <p:blipFill>
              <a:blip r:embed="rId3">
                <a:extLst>
                  <a:ext uri="{28A0092B-C50C-407E-A947-70E740481C1C}">
                    <a14:useLocalDpi xmlns:a14="http://schemas.microsoft.com/office/drawing/2010/main" val="0"/>
                  </a:ext>
                </a:extLst>
              </a:blip>
              <a:srcRect b="42973"/>
              <a:stretch>
                <a:fillRect/>
              </a:stretch>
            </p:blipFill>
            <p:spPr bwMode="auto">
              <a:xfrm>
                <a:off x="151" y="-108"/>
                <a:ext cx="59010" cy="16954"/>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469">
                <a:extLst>
                  <a:ext uri="{FF2B5EF4-FFF2-40B4-BE49-F238E27FC236}">
                    <a16:creationId xmlns:a16="http://schemas.microsoft.com/office/drawing/2014/main" id="{E09633E8-EBAB-98DF-8048-0368BBCBB15F}"/>
                  </a:ext>
                </a:extLst>
              </p:cNvPr>
              <p:cNvSpPr>
                <a:spLocks noChangeArrowheads="1"/>
              </p:cNvSpPr>
              <p:nvPr/>
            </p:nvSpPr>
            <p:spPr bwMode="auto">
              <a:xfrm>
                <a:off x="14922" y="8382"/>
                <a:ext cx="14034" cy="1397"/>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470">
                <a:extLst>
                  <a:ext uri="{FF2B5EF4-FFF2-40B4-BE49-F238E27FC236}">
                    <a16:creationId xmlns:a16="http://schemas.microsoft.com/office/drawing/2014/main" id="{3976227D-81F9-ECB3-B249-9AE0D353EEB9}"/>
                  </a:ext>
                </a:extLst>
              </p:cNvPr>
              <p:cNvSpPr>
                <a:spLocks noChangeArrowheads="1"/>
              </p:cNvSpPr>
              <p:nvPr/>
            </p:nvSpPr>
            <p:spPr bwMode="auto">
              <a:xfrm>
                <a:off x="14986" y="10160"/>
                <a:ext cx="14033" cy="1397"/>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471">
                <a:extLst>
                  <a:ext uri="{FF2B5EF4-FFF2-40B4-BE49-F238E27FC236}">
                    <a16:creationId xmlns:a16="http://schemas.microsoft.com/office/drawing/2014/main" id="{98E62486-9971-CC4F-9DDC-FCA585A9C972}"/>
                  </a:ext>
                </a:extLst>
              </p:cNvPr>
              <p:cNvSpPr>
                <a:spLocks noChangeArrowheads="1"/>
              </p:cNvSpPr>
              <p:nvPr/>
            </p:nvSpPr>
            <p:spPr bwMode="auto">
              <a:xfrm>
                <a:off x="14922" y="11811"/>
                <a:ext cx="14034" cy="1397"/>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472">
                <a:extLst>
                  <a:ext uri="{FF2B5EF4-FFF2-40B4-BE49-F238E27FC236}">
                    <a16:creationId xmlns:a16="http://schemas.microsoft.com/office/drawing/2014/main" id="{105EBBDF-0613-4DD9-5A63-68F550608CE0}"/>
                  </a:ext>
                </a:extLst>
              </p:cNvPr>
              <p:cNvSpPr>
                <a:spLocks noChangeArrowheads="1"/>
              </p:cNvSpPr>
              <p:nvPr/>
            </p:nvSpPr>
            <p:spPr bwMode="auto">
              <a:xfrm>
                <a:off x="14922" y="13652"/>
                <a:ext cx="14034" cy="1397"/>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473">
                <a:extLst>
                  <a:ext uri="{FF2B5EF4-FFF2-40B4-BE49-F238E27FC236}">
                    <a16:creationId xmlns:a16="http://schemas.microsoft.com/office/drawing/2014/main" id="{FF4ABDDF-3D3C-DBEA-53B3-88F600FE8297}"/>
                  </a:ext>
                </a:extLst>
              </p:cNvPr>
              <p:cNvSpPr>
                <a:spLocks noChangeArrowheads="1"/>
              </p:cNvSpPr>
              <p:nvPr/>
            </p:nvSpPr>
            <p:spPr bwMode="auto">
              <a:xfrm>
                <a:off x="14986" y="15367"/>
                <a:ext cx="14033" cy="1397"/>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Rectangle 474">
                <a:extLst>
                  <a:ext uri="{FF2B5EF4-FFF2-40B4-BE49-F238E27FC236}">
                    <a16:creationId xmlns:a16="http://schemas.microsoft.com/office/drawing/2014/main" id="{AA1110D9-4D25-034B-29D4-C62A9C683806}"/>
                  </a:ext>
                </a:extLst>
              </p:cNvPr>
              <p:cNvSpPr>
                <a:spLocks noChangeArrowheads="1"/>
              </p:cNvSpPr>
              <p:nvPr/>
            </p:nvSpPr>
            <p:spPr bwMode="auto">
              <a:xfrm>
                <a:off x="317" y="10096"/>
                <a:ext cx="14034" cy="1397"/>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ctangle 475">
                <a:extLst>
                  <a:ext uri="{FF2B5EF4-FFF2-40B4-BE49-F238E27FC236}">
                    <a16:creationId xmlns:a16="http://schemas.microsoft.com/office/drawing/2014/main" id="{F38A8043-55A3-DD00-DEBA-E5943D72F74D}"/>
                  </a:ext>
                </a:extLst>
              </p:cNvPr>
              <p:cNvSpPr>
                <a:spLocks noChangeArrowheads="1"/>
              </p:cNvSpPr>
              <p:nvPr/>
            </p:nvSpPr>
            <p:spPr bwMode="auto">
              <a:xfrm>
                <a:off x="444" y="11874"/>
                <a:ext cx="14034" cy="495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 name="Rectangle 478">
              <a:extLst>
                <a:ext uri="{FF2B5EF4-FFF2-40B4-BE49-F238E27FC236}">
                  <a16:creationId xmlns:a16="http://schemas.microsoft.com/office/drawing/2014/main" id="{2B2028FF-B3EE-57B9-4359-94B78EE9629C}"/>
                </a:ext>
              </a:extLst>
            </p:cNvPr>
            <p:cNvSpPr>
              <a:spLocks noChangeArrowheads="1"/>
            </p:cNvSpPr>
            <p:nvPr/>
          </p:nvSpPr>
          <p:spPr bwMode="auto">
            <a:xfrm>
              <a:off x="3308350" y="2290763"/>
              <a:ext cx="1403350" cy="1397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19">
              <a:extLst>
                <a:ext uri="{FF2B5EF4-FFF2-40B4-BE49-F238E27FC236}">
                  <a16:creationId xmlns:a16="http://schemas.microsoft.com/office/drawing/2014/main" id="{754EB314-6B13-6BFF-8DF8-54BD6C07A7B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Rectangle 20">
              <a:extLst>
                <a:ext uri="{FF2B5EF4-FFF2-40B4-BE49-F238E27FC236}">
                  <a16:creationId xmlns:a16="http://schemas.microsoft.com/office/drawing/2014/main" id="{3E872DBC-8F36-6285-EDA7-3BAFB9D0891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 name="Group 58">
            <a:extLst>
              <a:ext uri="{FF2B5EF4-FFF2-40B4-BE49-F238E27FC236}">
                <a16:creationId xmlns:a16="http://schemas.microsoft.com/office/drawing/2014/main" id="{D9B128D4-2D29-F159-BE4E-A90659181900}"/>
              </a:ext>
            </a:extLst>
          </p:cNvPr>
          <p:cNvGrpSpPr/>
          <p:nvPr/>
        </p:nvGrpSpPr>
        <p:grpSpPr>
          <a:xfrm>
            <a:off x="5285988" y="3459592"/>
            <a:ext cx="12192000" cy="2998788"/>
            <a:chOff x="5285988" y="3362317"/>
            <a:chExt cx="12192000" cy="2998788"/>
          </a:xfrm>
        </p:grpSpPr>
        <p:grpSp>
          <p:nvGrpSpPr>
            <p:cNvPr id="39" name="Group 38">
              <a:extLst>
                <a:ext uri="{FF2B5EF4-FFF2-40B4-BE49-F238E27FC236}">
                  <a16:creationId xmlns:a16="http://schemas.microsoft.com/office/drawing/2014/main" id="{D441C5E4-DF5A-8C47-A9BA-F143F9FC6353}"/>
                </a:ext>
              </a:extLst>
            </p:cNvPr>
            <p:cNvGrpSpPr/>
            <p:nvPr/>
          </p:nvGrpSpPr>
          <p:grpSpPr>
            <a:xfrm>
              <a:off x="5285988" y="3362317"/>
              <a:ext cx="12192000" cy="2998788"/>
              <a:chOff x="152400" y="152400"/>
              <a:chExt cx="12192000" cy="2998788"/>
            </a:xfrm>
          </p:grpSpPr>
          <p:grpSp>
            <p:nvGrpSpPr>
              <p:cNvPr id="28" name="Group 458">
                <a:extLst>
                  <a:ext uri="{FF2B5EF4-FFF2-40B4-BE49-F238E27FC236}">
                    <a16:creationId xmlns:a16="http://schemas.microsoft.com/office/drawing/2014/main" id="{92CC35D5-F97E-6908-6045-18D6ADBE4560}"/>
                  </a:ext>
                </a:extLst>
              </p:cNvPr>
              <p:cNvGrpSpPr>
                <a:grpSpLocks/>
              </p:cNvGrpSpPr>
              <p:nvPr/>
            </p:nvGrpSpPr>
            <p:grpSpPr bwMode="auto">
              <a:xfrm>
                <a:off x="460375" y="619125"/>
                <a:ext cx="5983288" cy="2532063"/>
                <a:chOff x="-590" y="-1002"/>
                <a:chExt cx="61893" cy="29587"/>
              </a:xfrm>
            </p:grpSpPr>
            <p:pic>
              <p:nvPicPr>
                <p:cNvPr id="459" name="Picture 459">
                  <a:extLst>
                    <a:ext uri="{FF2B5EF4-FFF2-40B4-BE49-F238E27FC236}">
                      <a16:creationId xmlns:a16="http://schemas.microsoft.com/office/drawing/2014/main" id="{BE801073-5D07-88C7-2C93-A77D834C80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0" y="-1002"/>
                  <a:ext cx="61892" cy="295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460">
                  <a:extLst>
                    <a:ext uri="{FF2B5EF4-FFF2-40B4-BE49-F238E27FC236}">
                      <a16:creationId xmlns:a16="http://schemas.microsoft.com/office/drawing/2014/main" id="{2C76D932-349C-A3D9-86D3-592148815BA0}"/>
                    </a:ext>
                  </a:extLst>
                </p:cNvPr>
                <p:cNvGrpSpPr>
                  <a:grpSpLocks/>
                </p:cNvGrpSpPr>
                <p:nvPr/>
              </p:nvGrpSpPr>
              <p:grpSpPr bwMode="auto">
                <a:xfrm>
                  <a:off x="3843" y="7949"/>
                  <a:ext cx="57459" cy="3657"/>
                  <a:chOff x="-42353" y="2996"/>
                  <a:chExt cx="57459" cy="3656"/>
                </a:xfrm>
              </p:grpSpPr>
              <p:sp>
                <p:nvSpPr>
                  <p:cNvPr id="30" name="Rectangle 461">
                    <a:extLst>
                      <a:ext uri="{FF2B5EF4-FFF2-40B4-BE49-F238E27FC236}">
                        <a16:creationId xmlns:a16="http://schemas.microsoft.com/office/drawing/2014/main" id="{91E04E73-6771-41EA-7DCF-B639A1C8F4F5}"/>
                      </a:ext>
                    </a:extLst>
                  </p:cNvPr>
                  <p:cNvSpPr>
                    <a:spLocks noChangeArrowheads="1"/>
                  </p:cNvSpPr>
                  <p:nvPr/>
                </p:nvSpPr>
                <p:spPr bwMode="auto">
                  <a:xfrm>
                    <a:off x="-42353" y="2996"/>
                    <a:ext cx="52993" cy="365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traight Arrow Connector 462">
                    <a:extLst>
                      <a:ext uri="{FF2B5EF4-FFF2-40B4-BE49-F238E27FC236}">
                        <a16:creationId xmlns:a16="http://schemas.microsoft.com/office/drawing/2014/main" id="{C125FF3E-7DA2-5579-2454-F4788C054271}"/>
                      </a:ext>
                    </a:extLst>
                  </p:cNvPr>
                  <p:cNvSpPr>
                    <a:spLocks noChangeShapeType="1"/>
                  </p:cNvSpPr>
                  <p:nvPr/>
                </p:nvSpPr>
                <p:spPr bwMode="auto">
                  <a:xfrm flipV="1">
                    <a:off x="10580" y="4552"/>
                    <a:ext cx="2060" cy="46"/>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Box 463">
                    <a:extLst>
                      <a:ext uri="{FF2B5EF4-FFF2-40B4-BE49-F238E27FC236}">
                        <a16:creationId xmlns:a16="http://schemas.microsoft.com/office/drawing/2014/main" id="{3B603A60-E8F8-F696-2C96-A057D3E13D27}"/>
                      </a:ext>
                    </a:extLst>
                  </p:cNvPr>
                  <p:cNvSpPr txBox="1">
                    <a:spLocks noChangeArrowheads="1"/>
                  </p:cNvSpPr>
                  <p:nvPr/>
                </p:nvSpPr>
                <p:spPr bwMode="auto">
                  <a:xfrm>
                    <a:off x="12651" y="3058"/>
                    <a:ext cx="2455" cy="334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sp>
            <p:nvSpPr>
              <p:cNvPr id="34" name="Rectangle 28">
                <a:extLst>
                  <a:ext uri="{FF2B5EF4-FFF2-40B4-BE49-F238E27FC236}">
                    <a16:creationId xmlns:a16="http://schemas.microsoft.com/office/drawing/2014/main" id="{8D8C24C1-A6D1-1D64-6208-DCCD7AD67DC5}"/>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0">
                <a:extLst>
                  <a:ext uri="{FF2B5EF4-FFF2-40B4-BE49-F238E27FC236}">
                    <a16:creationId xmlns:a16="http://schemas.microsoft.com/office/drawing/2014/main" id="{491E63EC-9F1A-F724-E7AF-32E63C496187}"/>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676525" algn="l"/>
                  </a:tabLst>
                  <a:defRPr>
                    <a:solidFill>
                      <a:schemeClr val="tx1"/>
                    </a:solidFill>
                    <a:latin typeface="Arial" panose="020B0604020202020204" pitchFamily="34" charset="0"/>
                  </a:defRPr>
                </a:lvl1pPr>
                <a:lvl2pPr eaLnBrk="0" fontAlgn="base" hangingPunct="0">
                  <a:spcBef>
                    <a:spcPct val="0"/>
                  </a:spcBef>
                  <a:spcAft>
                    <a:spcPct val="0"/>
                  </a:spcAft>
                  <a:tabLst>
                    <a:tab pos="2676525" algn="l"/>
                  </a:tabLst>
                  <a:defRPr>
                    <a:solidFill>
                      <a:schemeClr val="tx1"/>
                    </a:solidFill>
                    <a:latin typeface="Arial" panose="020B0604020202020204" pitchFamily="34" charset="0"/>
                  </a:defRPr>
                </a:lvl2pPr>
                <a:lvl3pPr eaLnBrk="0" fontAlgn="base" hangingPunct="0">
                  <a:spcBef>
                    <a:spcPct val="0"/>
                  </a:spcBef>
                  <a:spcAft>
                    <a:spcPct val="0"/>
                  </a:spcAft>
                  <a:tabLst>
                    <a:tab pos="2676525" algn="l"/>
                  </a:tabLst>
                  <a:defRPr>
                    <a:solidFill>
                      <a:schemeClr val="tx1"/>
                    </a:solidFill>
                    <a:latin typeface="Arial" panose="020B0604020202020204" pitchFamily="34" charset="0"/>
                  </a:defRPr>
                </a:lvl3pPr>
                <a:lvl4pPr eaLnBrk="0" fontAlgn="base" hangingPunct="0">
                  <a:spcBef>
                    <a:spcPct val="0"/>
                  </a:spcBef>
                  <a:spcAft>
                    <a:spcPct val="0"/>
                  </a:spcAft>
                  <a:tabLst>
                    <a:tab pos="2676525" algn="l"/>
                  </a:tabLst>
                  <a:defRPr>
                    <a:solidFill>
                      <a:schemeClr val="tx1"/>
                    </a:solidFill>
                    <a:latin typeface="Arial" panose="020B0604020202020204" pitchFamily="34" charset="0"/>
                  </a:defRPr>
                </a:lvl4pPr>
                <a:lvl5pPr eaLnBrk="0" fontAlgn="base" hangingPunct="0">
                  <a:spcBef>
                    <a:spcPct val="0"/>
                  </a:spcBef>
                  <a:spcAft>
                    <a:spcPct val="0"/>
                  </a:spcAft>
                  <a:tabLst>
                    <a:tab pos="2676525" algn="l"/>
                  </a:tabLst>
                  <a:defRPr>
                    <a:solidFill>
                      <a:schemeClr val="tx1"/>
                    </a:solidFill>
                    <a:latin typeface="Arial" panose="020B0604020202020204" pitchFamily="34" charset="0"/>
                  </a:defRPr>
                </a:lvl5pPr>
                <a:lvl6pPr eaLnBrk="0" fontAlgn="base" hangingPunct="0">
                  <a:spcBef>
                    <a:spcPct val="0"/>
                  </a:spcBef>
                  <a:spcAft>
                    <a:spcPct val="0"/>
                  </a:spcAft>
                  <a:tabLst>
                    <a:tab pos="2676525" algn="l"/>
                  </a:tabLst>
                  <a:defRPr>
                    <a:solidFill>
                      <a:schemeClr val="tx1"/>
                    </a:solidFill>
                    <a:latin typeface="Arial" panose="020B0604020202020204" pitchFamily="34" charset="0"/>
                  </a:defRPr>
                </a:lvl6pPr>
                <a:lvl7pPr eaLnBrk="0" fontAlgn="base" hangingPunct="0">
                  <a:spcBef>
                    <a:spcPct val="0"/>
                  </a:spcBef>
                  <a:spcAft>
                    <a:spcPct val="0"/>
                  </a:spcAft>
                  <a:tabLst>
                    <a:tab pos="2676525" algn="l"/>
                  </a:tabLst>
                  <a:defRPr>
                    <a:solidFill>
                      <a:schemeClr val="tx1"/>
                    </a:solidFill>
                    <a:latin typeface="Arial" panose="020B0604020202020204" pitchFamily="34" charset="0"/>
                  </a:defRPr>
                </a:lvl7pPr>
                <a:lvl8pPr eaLnBrk="0" fontAlgn="base" hangingPunct="0">
                  <a:spcBef>
                    <a:spcPct val="0"/>
                  </a:spcBef>
                  <a:spcAft>
                    <a:spcPct val="0"/>
                  </a:spcAft>
                  <a:tabLst>
                    <a:tab pos="2676525" algn="l"/>
                  </a:tabLst>
                  <a:defRPr>
                    <a:solidFill>
                      <a:schemeClr val="tx1"/>
                    </a:solidFill>
                    <a:latin typeface="Arial" panose="020B0604020202020204" pitchFamily="34" charset="0"/>
                  </a:defRPr>
                </a:lvl8pPr>
                <a:lvl9pPr eaLnBrk="0" fontAlgn="base" hangingPunct="0">
                  <a:spcBef>
                    <a:spcPct val="0"/>
                  </a:spcBef>
                  <a:spcAft>
                    <a:spcPct val="0"/>
                  </a:spcAft>
                  <a:tabLst>
                    <a:tab pos="26765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676525" algn="l"/>
                  </a:tabLst>
                  <a:defRPr/>
                </a:pPr>
                <a:endParaRPr kumimoji="0" lang="en-US"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tab pos="2676525" algn="l"/>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tab pos="2676525" algn="l"/>
                  </a:tabLst>
                  <a:defRPr/>
                </a:pPr>
                <a:r>
                  <a:rPr kumimoji="0" lang="en-PH" altLang="en-US" sz="900" b="0" i="0" u="none" strike="noStrike" kern="1200" cap="none" spc="0" normalizeH="0" baseline="0" noProof="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	</a:t>
                </a:r>
                <a:endParaRPr kumimoji="0" lang="en-US"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tab pos="2676525" algn="l"/>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6" name="Rectangle 32">
                <a:extLst>
                  <a:ext uri="{FF2B5EF4-FFF2-40B4-BE49-F238E27FC236}">
                    <a16:creationId xmlns:a16="http://schemas.microsoft.com/office/drawing/2014/main" id="{65C0A810-119E-A304-FA5F-70309C885FB8}"/>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8" name="Text Box 241">
              <a:extLst>
                <a:ext uri="{FF2B5EF4-FFF2-40B4-BE49-F238E27FC236}">
                  <a16:creationId xmlns:a16="http://schemas.microsoft.com/office/drawing/2014/main" id="{F6C6D3AE-6630-09BD-A0F7-A5244AE868FD}"/>
                </a:ext>
              </a:extLst>
            </p:cNvPr>
            <p:cNvSpPr txBox="1">
              <a:spLocks noChangeArrowheads="1"/>
            </p:cNvSpPr>
            <p:nvPr/>
          </p:nvSpPr>
          <p:spPr bwMode="auto">
            <a:xfrm>
              <a:off x="6438038" y="5027491"/>
              <a:ext cx="2579577" cy="976313"/>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457200" marR="0" lvl="1" indent="0" algn="l" defTabSz="914400" rtl="0" eaLnBrk="0" fontAlgn="base" latinLnBrk="0" hangingPunct="0">
                <a:lnSpc>
                  <a:spcPct val="100000"/>
                </a:lnSpc>
                <a:spcBef>
                  <a:spcPts val="438"/>
                </a:spcBef>
                <a:spcAft>
                  <a:spcPts val="800"/>
                </a:spcAft>
                <a:buClrTx/>
                <a:buSzTx/>
                <a:buFontTx/>
                <a:buNone/>
                <a:tabLst/>
                <a:defRPr/>
              </a:pPr>
              <a:r>
                <a:rPr kumimoji="0" lang="en-US" altLang="en-US" sz="1000" b="0" i="1" u="none" strike="noStrike" kern="1200" cap="none" spc="0" normalizeH="0" baseline="0" noProof="0" dirty="0">
                  <a:ln>
                    <a:noFill/>
                  </a:ln>
                  <a:solidFill>
                    <a:srgbClr val="4F6128"/>
                  </a:solidFill>
                  <a:effectLst/>
                  <a:uLnTx/>
                  <a:uFillTx/>
                  <a:latin typeface="Calibri" panose="020F0502020204030204" pitchFamily="34" charset="0"/>
                  <a:ea typeface="+mn-ea"/>
                  <a:cs typeface="+mn-cs"/>
                </a:rPr>
                <a:t>How to search customer?</a:t>
              </a:r>
              <a:endParaRPr kumimoji="0" lang="en-US" altLang="en-US" sz="1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 typeface="Calibri" panose="020F0502020204030204" pitchFamily="34" charset="0"/>
                <a:buChar char="1"/>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 Type the customer name in the search bar.</a:t>
              </a:r>
              <a:endPar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 typeface="Calibri" panose="020F0502020204030204" pitchFamily="34" charset="0"/>
                <a:buChar char="2"/>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 And it will automatically sort out.</a:t>
              </a:r>
            </a:p>
            <a:p>
              <a:pPr marL="457200" marR="0" lvl="1" indent="0" algn="l" defTabSz="914400" rtl="0" eaLnBrk="0" fontAlgn="base" latinLnBrk="0" hangingPunct="0">
                <a:lnSpc>
                  <a:spcPct val="100000"/>
                </a:lnSpc>
                <a:spcBef>
                  <a:spcPct val="0"/>
                </a:spcBef>
                <a:spcAft>
                  <a:spcPct val="0"/>
                </a:spcAft>
                <a:buClrTx/>
                <a:buSzTx/>
                <a:buFont typeface="Calibri" panose="020F0502020204030204" pitchFamily="34" charset="0"/>
                <a:buChar char="3"/>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Then click the selected customer.</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2119776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521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fields.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400050" marR="0" lvl="0" indent="-171450" algn="l" defTabSz="914400" rtl="0" eaLnBrk="1" fontAlgn="auto" latinLnBrk="0" hangingPunct="1">
              <a:lnSpc>
                <a:spcPct val="115000"/>
              </a:lnSpc>
              <a:spcBef>
                <a:spcPts val="0"/>
              </a:spcBef>
              <a:spcAft>
                <a:spcPts val="0"/>
              </a:spcAft>
              <a:buClrTx/>
              <a:buSzTx/>
              <a:buFontTx/>
              <a:buChar char="-"/>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add the ordered items in the stock by clicking add item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55" name="Group 54">
            <a:extLst>
              <a:ext uri="{FF2B5EF4-FFF2-40B4-BE49-F238E27FC236}">
                <a16:creationId xmlns:a16="http://schemas.microsoft.com/office/drawing/2014/main" id="{1423A946-7C04-4945-F2F6-DF56D9F461F0}"/>
              </a:ext>
            </a:extLst>
          </p:cNvPr>
          <p:cNvGrpSpPr/>
          <p:nvPr/>
        </p:nvGrpSpPr>
        <p:grpSpPr>
          <a:xfrm>
            <a:off x="4852238" y="476780"/>
            <a:ext cx="37884850" cy="3980328"/>
            <a:chOff x="4979238" y="196850"/>
            <a:chExt cx="37884850" cy="3980328"/>
          </a:xfrm>
        </p:grpSpPr>
        <p:grpSp>
          <p:nvGrpSpPr>
            <p:cNvPr id="53" name="Group 52">
              <a:extLst>
                <a:ext uri="{FF2B5EF4-FFF2-40B4-BE49-F238E27FC236}">
                  <a16:creationId xmlns:a16="http://schemas.microsoft.com/office/drawing/2014/main" id="{1865EC68-8554-95B9-4D12-5A0FA4F65D49}"/>
                </a:ext>
              </a:extLst>
            </p:cNvPr>
            <p:cNvGrpSpPr/>
            <p:nvPr/>
          </p:nvGrpSpPr>
          <p:grpSpPr>
            <a:xfrm>
              <a:off x="4979238" y="196850"/>
              <a:ext cx="37884850" cy="3459163"/>
              <a:chOff x="-303962" y="152400"/>
              <a:chExt cx="37884850" cy="3459163"/>
            </a:xfrm>
          </p:grpSpPr>
          <p:pic>
            <p:nvPicPr>
              <p:cNvPr id="4111" name="Picture 418">
                <a:extLst>
                  <a:ext uri="{FF2B5EF4-FFF2-40B4-BE49-F238E27FC236}">
                    <a16:creationId xmlns:a16="http://schemas.microsoft.com/office/drawing/2014/main" id="{71027800-B6DA-79CB-6FF7-49EE06A89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638175"/>
                <a:ext cx="5900738" cy="29733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27">
                <a:extLst>
                  <a:ext uri="{FF2B5EF4-FFF2-40B4-BE49-F238E27FC236}">
                    <a16:creationId xmlns:a16="http://schemas.microsoft.com/office/drawing/2014/main" id="{0BED3BCE-FBFD-1909-45A0-7437B5E1B019}"/>
                  </a:ext>
                </a:extLst>
              </p:cNvPr>
              <p:cNvSpPr>
                <a:spLocks noChangeArrowheads="1"/>
              </p:cNvSpPr>
              <p:nvPr/>
            </p:nvSpPr>
            <p:spPr bwMode="auto">
              <a:xfrm>
                <a:off x="3390900" y="1355725"/>
                <a:ext cx="1422400" cy="101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Rectangle 297">
                <a:extLst>
                  <a:ext uri="{FF2B5EF4-FFF2-40B4-BE49-F238E27FC236}">
                    <a16:creationId xmlns:a16="http://schemas.microsoft.com/office/drawing/2014/main" id="{8AD03FBC-B9D4-685A-5F87-FFCA7A018A4E}"/>
                  </a:ext>
                </a:extLst>
              </p:cNvPr>
              <p:cNvSpPr>
                <a:spLocks noChangeArrowheads="1"/>
              </p:cNvSpPr>
              <p:nvPr/>
            </p:nvSpPr>
            <p:spPr bwMode="auto">
              <a:xfrm>
                <a:off x="31757938" y="619125"/>
                <a:ext cx="5822950" cy="990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Box 292">
                <a:extLst>
                  <a:ext uri="{FF2B5EF4-FFF2-40B4-BE49-F238E27FC236}">
                    <a16:creationId xmlns:a16="http://schemas.microsoft.com/office/drawing/2014/main" id="{3D1EBC6E-FBAA-49F2-F7CD-A2822BA576D2}"/>
                  </a:ext>
                </a:extLst>
              </p:cNvPr>
              <p:cNvSpPr txBox="1">
                <a:spLocks noChangeArrowheads="1"/>
              </p:cNvSpPr>
              <p:nvPr/>
            </p:nvSpPr>
            <p:spPr bwMode="auto">
              <a:xfrm>
                <a:off x="-278562" y="3143250"/>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Stock</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7" name="Text Box 126">
                <a:extLst>
                  <a:ext uri="{FF2B5EF4-FFF2-40B4-BE49-F238E27FC236}">
                    <a16:creationId xmlns:a16="http://schemas.microsoft.com/office/drawing/2014/main" id="{0E0382ED-33B0-3948-FF7A-146574EFA38B}"/>
                  </a:ext>
                </a:extLst>
              </p:cNvPr>
              <p:cNvSpPr txBox="1">
                <a:spLocks noChangeArrowheads="1"/>
              </p:cNvSpPr>
              <p:nvPr/>
            </p:nvSpPr>
            <p:spPr bwMode="auto">
              <a:xfrm>
                <a:off x="-303962" y="1296988"/>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8" name="Rectangle 483">
                <a:extLst>
                  <a:ext uri="{FF2B5EF4-FFF2-40B4-BE49-F238E27FC236}">
                    <a16:creationId xmlns:a16="http://schemas.microsoft.com/office/drawing/2014/main" id="{DCADE012-CCB0-252F-D5B8-574139341AC9}"/>
                  </a:ext>
                </a:extLst>
              </p:cNvPr>
              <p:cNvSpPr>
                <a:spLocks noChangeArrowheads="1"/>
              </p:cNvSpPr>
              <p:nvPr/>
            </p:nvSpPr>
            <p:spPr bwMode="auto">
              <a:xfrm>
                <a:off x="3390900" y="1520825"/>
                <a:ext cx="1422400" cy="101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484">
                <a:extLst>
                  <a:ext uri="{FF2B5EF4-FFF2-40B4-BE49-F238E27FC236}">
                    <a16:creationId xmlns:a16="http://schemas.microsoft.com/office/drawing/2014/main" id="{3A3F429E-52AA-E8B9-2669-B25131439242}"/>
                  </a:ext>
                </a:extLst>
              </p:cNvPr>
              <p:cNvSpPr>
                <a:spLocks noChangeArrowheads="1"/>
              </p:cNvSpPr>
              <p:nvPr/>
            </p:nvSpPr>
            <p:spPr bwMode="auto">
              <a:xfrm>
                <a:off x="3384550" y="1687513"/>
                <a:ext cx="1422400" cy="101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Rectangle 485">
                <a:extLst>
                  <a:ext uri="{FF2B5EF4-FFF2-40B4-BE49-F238E27FC236}">
                    <a16:creationId xmlns:a16="http://schemas.microsoft.com/office/drawing/2014/main" id="{01FF4D95-1B4E-5BE1-88D4-1EEBD8A40246}"/>
                  </a:ext>
                </a:extLst>
              </p:cNvPr>
              <p:cNvSpPr>
                <a:spLocks noChangeArrowheads="1"/>
              </p:cNvSpPr>
              <p:nvPr/>
            </p:nvSpPr>
            <p:spPr bwMode="auto">
              <a:xfrm>
                <a:off x="3384550" y="1858963"/>
                <a:ext cx="1422400" cy="101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Rectangle 486">
                <a:extLst>
                  <a:ext uri="{FF2B5EF4-FFF2-40B4-BE49-F238E27FC236}">
                    <a16:creationId xmlns:a16="http://schemas.microsoft.com/office/drawing/2014/main" id="{FA2E75FA-0C55-02D6-49BA-79661CDB3826}"/>
                  </a:ext>
                </a:extLst>
              </p:cNvPr>
              <p:cNvSpPr>
                <a:spLocks noChangeArrowheads="1"/>
              </p:cNvSpPr>
              <p:nvPr/>
            </p:nvSpPr>
            <p:spPr bwMode="auto">
              <a:xfrm>
                <a:off x="3371850" y="2036763"/>
                <a:ext cx="1422400" cy="101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Rectangle 488">
                <a:extLst>
                  <a:ext uri="{FF2B5EF4-FFF2-40B4-BE49-F238E27FC236}">
                    <a16:creationId xmlns:a16="http://schemas.microsoft.com/office/drawing/2014/main" id="{8CA7AB8E-2AB1-EFC8-85FA-DCBA1A4D4560}"/>
                  </a:ext>
                </a:extLst>
              </p:cNvPr>
              <p:cNvSpPr>
                <a:spLocks noChangeArrowheads="1"/>
              </p:cNvSpPr>
              <p:nvPr/>
            </p:nvSpPr>
            <p:spPr bwMode="auto">
              <a:xfrm>
                <a:off x="4851400" y="1584325"/>
                <a:ext cx="1422400" cy="51435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Rectangle 490">
                <a:extLst>
                  <a:ext uri="{FF2B5EF4-FFF2-40B4-BE49-F238E27FC236}">
                    <a16:creationId xmlns:a16="http://schemas.microsoft.com/office/drawing/2014/main" id="{C8E16731-636A-058E-7808-EA8FFFB5A22B}"/>
                  </a:ext>
                </a:extLst>
              </p:cNvPr>
              <p:cNvSpPr>
                <a:spLocks noChangeArrowheads="1"/>
              </p:cNvSpPr>
              <p:nvPr/>
            </p:nvSpPr>
            <p:spPr bwMode="auto">
              <a:xfrm>
                <a:off x="4991100" y="1025525"/>
                <a:ext cx="417513" cy="2111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traight Arrow Connector 491">
                <a:extLst>
                  <a:ext uri="{FF2B5EF4-FFF2-40B4-BE49-F238E27FC236}">
                    <a16:creationId xmlns:a16="http://schemas.microsoft.com/office/drawing/2014/main" id="{217CCCF9-9494-0E84-BA01-7D11B6CA914C}"/>
                  </a:ext>
                </a:extLst>
              </p:cNvPr>
              <p:cNvSpPr>
                <a:spLocks noChangeShapeType="1"/>
              </p:cNvSpPr>
              <p:nvPr/>
            </p:nvSpPr>
            <p:spPr bwMode="auto">
              <a:xfrm flipV="1">
                <a:off x="5414963" y="1101725"/>
                <a:ext cx="198437" cy="317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Box 492">
                <a:extLst>
                  <a:ext uri="{FF2B5EF4-FFF2-40B4-BE49-F238E27FC236}">
                    <a16:creationId xmlns:a16="http://schemas.microsoft.com/office/drawing/2014/main" id="{9ECE7FFC-354D-1AC2-BBEB-DA8C223DA581}"/>
                  </a:ext>
                </a:extLst>
              </p:cNvPr>
              <p:cNvSpPr txBox="1">
                <a:spLocks noChangeArrowheads="1"/>
              </p:cNvSpPr>
              <p:nvPr/>
            </p:nvSpPr>
            <p:spPr bwMode="auto">
              <a:xfrm>
                <a:off x="5614988" y="973138"/>
                <a:ext cx="236537"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7" name="Rectangle 493">
                <a:extLst>
                  <a:ext uri="{FF2B5EF4-FFF2-40B4-BE49-F238E27FC236}">
                    <a16:creationId xmlns:a16="http://schemas.microsoft.com/office/drawing/2014/main" id="{55318C39-D9B3-AA5C-4A4D-888DEE9A677F}"/>
                  </a:ext>
                </a:extLst>
              </p:cNvPr>
              <p:cNvSpPr>
                <a:spLocks noChangeArrowheads="1"/>
              </p:cNvSpPr>
              <p:nvPr/>
            </p:nvSpPr>
            <p:spPr bwMode="auto">
              <a:xfrm>
                <a:off x="3968750" y="2389846"/>
                <a:ext cx="488950" cy="24288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traight Arrow Connector 494">
                <a:extLst>
                  <a:ext uri="{FF2B5EF4-FFF2-40B4-BE49-F238E27FC236}">
                    <a16:creationId xmlns:a16="http://schemas.microsoft.com/office/drawing/2014/main" id="{212490DB-06C6-AD76-449F-25BD94EC5589}"/>
                  </a:ext>
                </a:extLst>
              </p:cNvPr>
              <p:cNvSpPr>
                <a:spLocks noChangeShapeType="1"/>
              </p:cNvSpPr>
              <p:nvPr/>
            </p:nvSpPr>
            <p:spPr bwMode="auto">
              <a:xfrm>
                <a:off x="4273550" y="2673350"/>
                <a:ext cx="46038" cy="1397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Box 495">
                <a:extLst>
                  <a:ext uri="{FF2B5EF4-FFF2-40B4-BE49-F238E27FC236}">
                    <a16:creationId xmlns:a16="http://schemas.microsoft.com/office/drawing/2014/main" id="{BCC12507-F05A-61F5-A7B6-02F15DB7725B}"/>
                  </a:ext>
                </a:extLst>
              </p:cNvPr>
              <p:cNvSpPr txBox="1">
                <a:spLocks noChangeArrowheads="1"/>
              </p:cNvSpPr>
              <p:nvPr/>
            </p:nvSpPr>
            <p:spPr bwMode="auto">
              <a:xfrm>
                <a:off x="4264025" y="2817813"/>
                <a:ext cx="236538"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Rectangle 17">
                <a:extLst>
                  <a:ext uri="{FF2B5EF4-FFF2-40B4-BE49-F238E27FC236}">
                    <a16:creationId xmlns:a16="http://schemas.microsoft.com/office/drawing/2014/main" id="{454887D8-D38C-535E-7883-046594E612F2}"/>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Rectangle 22">
                <a:extLst>
                  <a:ext uri="{FF2B5EF4-FFF2-40B4-BE49-F238E27FC236}">
                    <a16:creationId xmlns:a16="http://schemas.microsoft.com/office/drawing/2014/main" id="{F75869B3-BB3B-2B35-7DB7-72A38F83A144}"/>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2" name="Rectangle 23">
                <a:extLst>
                  <a:ext uri="{FF2B5EF4-FFF2-40B4-BE49-F238E27FC236}">
                    <a16:creationId xmlns:a16="http://schemas.microsoft.com/office/drawing/2014/main" id="{B447A737-4154-E046-AA4A-8164E09292EF}"/>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189663" algn="r"/>
                  </a:tabLst>
                  <a:defRPr>
                    <a:solidFill>
                      <a:schemeClr val="tx1"/>
                    </a:solidFill>
                    <a:latin typeface="Arial" panose="020B0604020202020204" pitchFamily="34" charset="0"/>
                  </a:defRPr>
                </a:lvl1pPr>
                <a:lvl2pPr eaLnBrk="0" fontAlgn="base" hangingPunct="0">
                  <a:spcBef>
                    <a:spcPct val="0"/>
                  </a:spcBef>
                  <a:spcAft>
                    <a:spcPct val="0"/>
                  </a:spcAft>
                  <a:tabLst>
                    <a:tab pos="6189663" algn="r"/>
                  </a:tabLst>
                  <a:defRPr>
                    <a:solidFill>
                      <a:schemeClr val="tx1"/>
                    </a:solidFill>
                    <a:latin typeface="Arial" panose="020B0604020202020204" pitchFamily="34" charset="0"/>
                  </a:defRPr>
                </a:lvl2pPr>
                <a:lvl3pPr eaLnBrk="0" fontAlgn="base" hangingPunct="0">
                  <a:spcBef>
                    <a:spcPct val="0"/>
                  </a:spcBef>
                  <a:spcAft>
                    <a:spcPct val="0"/>
                  </a:spcAft>
                  <a:tabLst>
                    <a:tab pos="6189663" algn="r"/>
                  </a:tabLst>
                  <a:defRPr>
                    <a:solidFill>
                      <a:schemeClr val="tx1"/>
                    </a:solidFill>
                    <a:latin typeface="Arial" panose="020B0604020202020204" pitchFamily="34" charset="0"/>
                  </a:defRPr>
                </a:lvl3pPr>
                <a:lvl4pPr eaLnBrk="0" fontAlgn="base" hangingPunct="0">
                  <a:spcBef>
                    <a:spcPct val="0"/>
                  </a:spcBef>
                  <a:spcAft>
                    <a:spcPct val="0"/>
                  </a:spcAft>
                  <a:tabLst>
                    <a:tab pos="6189663" algn="r"/>
                  </a:tabLst>
                  <a:defRPr>
                    <a:solidFill>
                      <a:schemeClr val="tx1"/>
                    </a:solidFill>
                    <a:latin typeface="Arial" panose="020B0604020202020204" pitchFamily="34" charset="0"/>
                  </a:defRPr>
                </a:lvl4pPr>
                <a:lvl5pPr eaLnBrk="0" fontAlgn="base" hangingPunct="0">
                  <a:spcBef>
                    <a:spcPct val="0"/>
                  </a:spcBef>
                  <a:spcAft>
                    <a:spcPct val="0"/>
                  </a:spcAft>
                  <a:tabLst>
                    <a:tab pos="6189663" algn="r"/>
                  </a:tabLst>
                  <a:defRPr>
                    <a:solidFill>
                      <a:schemeClr val="tx1"/>
                    </a:solidFill>
                    <a:latin typeface="Arial" panose="020B0604020202020204" pitchFamily="34" charset="0"/>
                  </a:defRPr>
                </a:lvl5pPr>
                <a:lvl6pPr eaLnBrk="0" fontAlgn="base" hangingPunct="0">
                  <a:spcBef>
                    <a:spcPct val="0"/>
                  </a:spcBef>
                  <a:spcAft>
                    <a:spcPct val="0"/>
                  </a:spcAft>
                  <a:tabLst>
                    <a:tab pos="6189663" algn="r"/>
                  </a:tabLst>
                  <a:defRPr>
                    <a:solidFill>
                      <a:schemeClr val="tx1"/>
                    </a:solidFill>
                    <a:latin typeface="Arial" panose="020B0604020202020204" pitchFamily="34" charset="0"/>
                  </a:defRPr>
                </a:lvl6pPr>
                <a:lvl7pPr eaLnBrk="0" fontAlgn="base" hangingPunct="0">
                  <a:spcBef>
                    <a:spcPct val="0"/>
                  </a:spcBef>
                  <a:spcAft>
                    <a:spcPct val="0"/>
                  </a:spcAft>
                  <a:tabLst>
                    <a:tab pos="6189663" algn="r"/>
                  </a:tabLst>
                  <a:defRPr>
                    <a:solidFill>
                      <a:schemeClr val="tx1"/>
                    </a:solidFill>
                    <a:latin typeface="Arial" panose="020B0604020202020204" pitchFamily="34" charset="0"/>
                  </a:defRPr>
                </a:lvl7pPr>
                <a:lvl8pPr eaLnBrk="0" fontAlgn="base" hangingPunct="0">
                  <a:spcBef>
                    <a:spcPct val="0"/>
                  </a:spcBef>
                  <a:spcAft>
                    <a:spcPct val="0"/>
                  </a:spcAft>
                  <a:tabLst>
                    <a:tab pos="6189663" algn="r"/>
                  </a:tabLst>
                  <a:defRPr>
                    <a:solidFill>
                      <a:schemeClr val="tx1"/>
                    </a:solidFill>
                    <a:latin typeface="Arial" panose="020B0604020202020204" pitchFamily="34" charset="0"/>
                  </a:defRPr>
                </a:lvl8pPr>
                <a:lvl9pPr eaLnBrk="0" fontAlgn="base" hangingPunct="0">
                  <a:spcBef>
                    <a:spcPct val="0"/>
                  </a:spcBef>
                  <a:spcAft>
                    <a:spcPct val="0"/>
                  </a:spcAft>
                  <a:tabLst>
                    <a:tab pos="6189663"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189663" algn="r"/>
                  </a:tabLst>
                  <a:defRPr/>
                </a:pPr>
                <a:r>
                  <a:rPr kumimoji="0" lang="en-PH" altLang="en-US" sz="900" b="0" i="0" u="none" strike="noStrike" kern="1200" cap="none" spc="0" normalizeH="0" baseline="0" noProof="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	</a:t>
                </a:r>
                <a:endParaRPr kumimoji="0" lang="en-US"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tab pos="6189663" algn="r"/>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54" name="Rectangle 297">
              <a:extLst>
                <a:ext uri="{FF2B5EF4-FFF2-40B4-BE49-F238E27FC236}">
                  <a16:creationId xmlns:a16="http://schemas.microsoft.com/office/drawing/2014/main" id="{DBFA8390-8266-48D0-1810-0B33D2160E20}"/>
                </a:ext>
              </a:extLst>
            </p:cNvPr>
            <p:cNvSpPr>
              <a:spLocks noChangeArrowheads="1"/>
            </p:cNvSpPr>
            <p:nvPr/>
          </p:nvSpPr>
          <p:spPr bwMode="auto">
            <a:xfrm>
              <a:off x="5783355" y="3186578"/>
              <a:ext cx="5822950" cy="990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05677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Search and select the ordered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item, a dialog box where item details will be encoded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want to check the balance per warehouse, click show balance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Enter the quantity, change the amount,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uom</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and add sales discount and notes if there’s any.</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add to cart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3" name="Group 12">
            <a:extLst>
              <a:ext uri="{FF2B5EF4-FFF2-40B4-BE49-F238E27FC236}">
                <a16:creationId xmlns:a16="http://schemas.microsoft.com/office/drawing/2014/main" id="{701232D5-38C0-DD5D-2595-91BBE4DEE648}"/>
              </a:ext>
            </a:extLst>
          </p:cNvPr>
          <p:cNvGrpSpPr/>
          <p:nvPr/>
        </p:nvGrpSpPr>
        <p:grpSpPr>
          <a:xfrm>
            <a:off x="5389176" y="1093"/>
            <a:ext cx="12192000" cy="2682875"/>
            <a:chOff x="0" y="0"/>
            <a:chExt cx="12192000" cy="2682875"/>
          </a:xfrm>
        </p:grpSpPr>
        <p:pic>
          <p:nvPicPr>
            <p:cNvPr id="5121" name="Picture 421">
              <a:extLst>
                <a:ext uri="{FF2B5EF4-FFF2-40B4-BE49-F238E27FC236}">
                  <a16:creationId xmlns:a16="http://schemas.microsoft.com/office/drawing/2014/main" id="{70A96DC4-9BA9-19BB-3970-DB46194D5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550" y="473075"/>
              <a:ext cx="4102100" cy="22098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02">
              <a:extLst>
                <a:ext uri="{FF2B5EF4-FFF2-40B4-BE49-F238E27FC236}">
                  <a16:creationId xmlns:a16="http://schemas.microsoft.com/office/drawing/2014/main" id="{995ADAE3-384A-5F0B-CBD7-8FD509C1A780}"/>
                </a:ext>
              </a:extLst>
            </p:cNvPr>
            <p:cNvSpPr>
              <a:spLocks noChangeArrowheads="1"/>
            </p:cNvSpPr>
            <p:nvPr/>
          </p:nvSpPr>
          <p:spPr bwMode="auto">
            <a:xfrm>
              <a:off x="1301750" y="723900"/>
              <a:ext cx="3924300" cy="37941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traight Arrow Connector 304">
              <a:extLst>
                <a:ext uri="{FF2B5EF4-FFF2-40B4-BE49-F238E27FC236}">
                  <a16:creationId xmlns:a16="http://schemas.microsoft.com/office/drawing/2014/main" id="{D8EFFC42-673D-A724-49FA-5EBE12F3CFD2}"/>
                </a:ext>
              </a:extLst>
            </p:cNvPr>
            <p:cNvSpPr>
              <a:spLocks noChangeShapeType="1"/>
            </p:cNvSpPr>
            <p:nvPr/>
          </p:nvSpPr>
          <p:spPr bwMode="auto">
            <a:xfrm>
              <a:off x="5221288" y="919163"/>
              <a:ext cx="193675" cy="79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303">
              <a:extLst>
                <a:ext uri="{FF2B5EF4-FFF2-40B4-BE49-F238E27FC236}">
                  <a16:creationId xmlns:a16="http://schemas.microsoft.com/office/drawing/2014/main" id="{500C9063-C263-4504-4FA1-7E03434E8D13}"/>
                </a:ext>
              </a:extLst>
            </p:cNvPr>
            <p:cNvSpPr txBox="1">
              <a:spLocks noChangeArrowheads="1"/>
            </p:cNvSpPr>
            <p:nvPr/>
          </p:nvSpPr>
          <p:spPr bwMode="auto">
            <a:xfrm>
              <a:off x="5422900" y="68262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6.1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Text Box 2">
              <a:extLst>
                <a:ext uri="{FF2B5EF4-FFF2-40B4-BE49-F238E27FC236}">
                  <a16:creationId xmlns:a16="http://schemas.microsoft.com/office/drawing/2014/main" id="{95818EE6-58C1-231D-5117-DE0ACDCE4ABA}"/>
                </a:ext>
              </a:extLst>
            </p:cNvPr>
            <p:cNvSpPr txBox="1">
              <a:spLocks noChangeArrowheads="1"/>
            </p:cNvSpPr>
            <p:nvPr/>
          </p:nvSpPr>
          <p:spPr bwMode="auto">
            <a:xfrm>
              <a:off x="1198563" y="1420813"/>
              <a:ext cx="4019550" cy="976312"/>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FontTx/>
                <a:buNone/>
                <a:tabLst>
                  <a:tab pos="203200" algn="l"/>
                </a:tabLst>
                <a:defRPr/>
              </a:pPr>
              <a:endPar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item?</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item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item.</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 name="Rectangle 6">
              <a:extLst>
                <a:ext uri="{FF2B5EF4-FFF2-40B4-BE49-F238E27FC236}">
                  <a16:creationId xmlns:a16="http://schemas.microsoft.com/office/drawing/2014/main" id="{A8547963-528C-D4AB-397E-CBC4D86158E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9">
              <a:extLst>
                <a:ext uri="{FF2B5EF4-FFF2-40B4-BE49-F238E27FC236}">
                  <a16:creationId xmlns:a16="http://schemas.microsoft.com/office/drawing/2014/main" id="{D0C00790-1D82-FA1B-8A94-AFC2FEF85626}"/>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 name="Group 26">
            <a:extLst>
              <a:ext uri="{FF2B5EF4-FFF2-40B4-BE49-F238E27FC236}">
                <a16:creationId xmlns:a16="http://schemas.microsoft.com/office/drawing/2014/main" id="{81B5CEEE-40F7-537E-B728-E23E77C784CC}"/>
              </a:ext>
            </a:extLst>
          </p:cNvPr>
          <p:cNvGrpSpPr/>
          <p:nvPr/>
        </p:nvGrpSpPr>
        <p:grpSpPr>
          <a:xfrm>
            <a:off x="5374888" y="2471260"/>
            <a:ext cx="12192000" cy="3977046"/>
            <a:chOff x="0" y="0"/>
            <a:chExt cx="12192000" cy="3977046"/>
          </a:xfrm>
        </p:grpSpPr>
        <p:pic>
          <p:nvPicPr>
            <p:cNvPr id="5139" name="Picture 422">
              <a:extLst>
                <a:ext uri="{FF2B5EF4-FFF2-40B4-BE49-F238E27FC236}">
                  <a16:creationId xmlns:a16="http://schemas.microsoft.com/office/drawing/2014/main" id="{672037C6-F071-AE99-74FB-37420AEF7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517"/>
            <a:stretch>
              <a:fillRect/>
            </a:stretch>
          </p:blipFill>
          <p:spPr bwMode="auto">
            <a:xfrm>
              <a:off x="898525" y="575034"/>
              <a:ext cx="4413250" cy="340201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14">
              <a:extLst>
                <a:ext uri="{FF2B5EF4-FFF2-40B4-BE49-F238E27FC236}">
                  <a16:creationId xmlns:a16="http://schemas.microsoft.com/office/drawing/2014/main" id="{7458EFB0-96A0-64A0-44BD-78E2844F11A8}"/>
                </a:ext>
              </a:extLst>
            </p:cNvPr>
            <p:cNvSpPr>
              <a:spLocks noChangeArrowheads="1"/>
            </p:cNvSpPr>
            <p:nvPr/>
          </p:nvSpPr>
          <p:spPr bwMode="auto">
            <a:xfrm>
              <a:off x="973138" y="2109788"/>
              <a:ext cx="2109787" cy="133191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traight Arrow Connector 310">
              <a:extLst>
                <a:ext uri="{FF2B5EF4-FFF2-40B4-BE49-F238E27FC236}">
                  <a16:creationId xmlns:a16="http://schemas.microsoft.com/office/drawing/2014/main" id="{726446C3-4524-1E40-7EFC-F1F1B2B7A24B}"/>
                </a:ext>
              </a:extLst>
            </p:cNvPr>
            <p:cNvSpPr>
              <a:spLocks noChangeShapeType="1"/>
            </p:cNvSpPr>
            <p:nvPr/>
          </p:nvSpPr>
          <p:spPr bwMode="auto">
            <a:xfrm flipV="1">
              <a:off x="3092450" y="3241675"/>
              <a:ext cx="152400" cy="4445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315">
              <a:extLst>
                <a:ext uri="{FF2B5EF4-FFF2-40B4-BE49-F238E27FC236}">
                  <a16:creationId xmlns:a16="http://schemas.microsoft.com/office/drawing/2014/main" id="{692FF215-EB04-1135-3C8C-E01FF15BE36F}"/>
                </a:ext>
              </a:extLst>
            </p:cNvPr>
            <p:cNvSpPr txBox="1">
              <a:spLocks noChangeArrowheads="1"/>
            </p:cNvSpPr>
            <p:nvPr/>
          </p:nvSpPr>
          <p:spPr bwMode="auto">
            <a:xfrm>
              <a:off x="3248025" y="3094038"/>
              <a:ext cx="457200" cy="28733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6.4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Rectangle 312">
              <a:extLst>
                <a:ext uri="{FF2B5EF4-FFF2-40B4-BE49-F238E27FC236}">
                  <a16:creationId xmlns:a16="http://schemas.microsoft.com/office/drawing/2014/main" id="{86C5E7B3-25B2-C8DE-103D-6AC58C6B96B1}"/>
                </a:ext>
              </a:extLst>
            </p:cNvPr>
            <p:cNvSpPr>
              <a:spLocks noChangeArrowheads="1"/>
            </p:cNvSpPr>
            <p:nvPr/>
          </p:nvSpPr>
          <p:spPr bwMode="auto">
            <a:xfrm>
              <a:off x="3748088" y="3667125"/>
              <a:ext cx="733425" cy="2571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traight Arrow Connector 309">
              <a:extLst>
                <a:ext uri="{FF2B5EF4-FFF2-40B4-BE49-F238E27FC236}">
                  <a16:creationId xmlns:a16="http://schemas.microsoft.com/office/drawing/2014/main" id="{9104C5BD-143C-382D-256B-77CB1904F7DF}"/>
                </a:ext>
              </a:extLst>
            </p:cNvPr>
            <p:cNvSpPr>
              <a:spLocks noChangeShapeType="1"/>
            </p:cNvSpPr>
            <p:nvPr/>
          </p:nvSpPr>
          <p:spPr bwMode="auto">
            <a:xfrm flipV="1">
              <a:off x="3881438" y="3573464"/>
              <a:ext cx="107950" cy="5238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Box 313">
              <a:extLst>
                <a:ext uri="{FF2B5EF4-FFF2-40B4-BE49-F238E27FC236}">
                  <a16:creationId xmlns:a16="http://schemas.microsoft.com/office/drawing/2014/main" id="{3B550A07-BCFB-9111-EE2A-78BA90A99AC8}"/>
                </a:ext>
              </a:extLst>
            </p:cNvPr>
            <p:cNvSpPr txBox="1">
              <a:spLocks noChangeArrowheads="1"/>
            </p:cNvSpPr>
            <p:nvPr/>
          </p:nvSpPr>
          <p:spPr bwMode="auto">
            <a:xfrm>
              <a:off x="3986213" y="3400426"/>
              <a:ext cx="392112"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6.5</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0" name="Rectangle 114">
              <a:extLst>
                <a:ext uri="{FF2B5EF4-FFF2-40B4-BE49-F238E27FC236}">
                  <a16:creationId xmlns:a16="http://schemas.microsoft.com/office/drawing/2014/main" id="{C4D9FE9C-392D-D845-6A33-095B38492C05}"/>
                </a:ext>
              </a:extLst>
            </p:cNvPr>
            <p:cNvSpPr>
              <a:spLocks noChangeArrowheads="1"/>
            </p:cNvSpPr>
            <p:nvPr/>
          </p:nvSpPr>
          <p:spPr bwMode="auto">
            <a:xfrm>
              <a:off x="4511675" y="3665538"/>
              <a:ext cx="714375" cy="2476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traight Arrow Connector 115">
              <a:extLst>
                <a:ext uri="{FF2B5EF4-FFF2-40B4-BE49-F238E27FC236}">
                  <a16:creationId xmlns:a16="http://schemas.microsoft.com/office/drawing/2014/main" id="{0416E51D-40D0-7509-77FF-85DC917F5542}"/>
                </a:ext>
              </a:extLst>
            </p:cNvPr>
            <p:cNvSpPr>
              <a:spLocks noChangeShapeType="1"/>
            </p:cNvSpPr>
            <p:nvPr/>
          </p:nvSpPr>
          <p:spPr bwMode="auto">
            <a:xfrm flipV="1">
              <a:off x="4673600" y="3528655"/>
              <a:ext cx="87313" cy="523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Box 116">
              <a:extLst>
                <a:ext uri="{FF2B5EF4-FFF2-40B4-BE49-F238E27FC236}">
                  <a16:creationId xmlns:a16="http://schemas.microsoft.com/office/drawing/2014/main" id="{0D182518-B992-752F-82BC-2FA726F2AE31}"/>
                </a:ext>
              </a:extLst>
            </p:cNvPr>
            <p:cNvSpPr txBox="1">
              <a:spLocks noChangeArrowheads="1"/>
            </p:cNvSpPr>
            <p:nvPr/>
          </p:nvSpPr>
          <p:spPr bwMode="auto">
            <a:xfrm>
              <a:off x="4762500" y="3325455"/>
              <a:ext cx="382588" cy="27622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6.3.</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Rectangle 20">
              <a:extLst>
                <a:ext uri="{FF2B5EF4-FFF2-40B4-BE49-F238E27FC236}">
                  <a16:creationId xmlns:a16="http://schemas.microsoft.com/office/drawing/2014/main" id="{C66A5C61-1A27-670C-E8EA-2C313193E8C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Rectangle 24">
              <a:extLst>
                <a:ext uri="{FF2B5EF4-FFF2-40B4-BE49-F238E27FC236}">
                  <a16:creationId xmlns:a16="http://schemas.microsoft.com/office/drawing/2014/main" id="{1488312D-46BF-ED1F-2743-9D07F3F6374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 name="TextBox 20">
            <a:extLst>
              <a:ext uri="{FF2B5EF4-FFF2-40B4-BE49-F238E27FC236}">
                <a16:creationId xmlns:a16="http://schemas.microsoft.com/office/drawing/2014/main" id="{19A8E7D0-D746-E6A1-F5D3-34D49862887F}"/>
              </a:ext>
            </a:extLst>
          </p:cNvPr>
          <p:cNvSpPr txBox="1"/>
          <p:nvPr/>
        </p:nvSpPr>
        <p:spPr>
          <a:xfrm>
            <a:off x="1522069" y="63521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803496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1491919"/>
            <a:ext cx="4179346" cy="468741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the list of products an icon of cart. Click that, then click accept button to plot the order items in the stock.</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more items, repeat steps 6.1 to 6.5 before doing step 7</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click the accept button in the list of selected products, items from the cart will be plotted in the stock as shown below.</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may still edit the details per item in the stock. Change directly the details needed to be change.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save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startAt="10"/>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5" name="Group 44">
            <a:extLst>
              <a:ext uri="{FF2B5EF4-FFF2-40B4-BE49-F238E27FC236}">
                <a16:creationId xmlns:a16="http://schemas.microsoft.com/office/drawing/2014/main" id="{C8CF5253-241A-2216-F5F8-E6BC24268766}"/>
              </a:ext>
            </a:extLst>
          </p:cNvPr>
          <p:cNvGrpSpPr/>
          <p:nvPr/>
        </p:nvGrpSpPr>
        <p:grpSpPr>
          <a:xfrm>
            <a:off x="5061439" y="3130838"/>
            <a:ext cx="12661900" cy="2833688"/>
            <a:chOff x="-469900" y="0"/>
            <a:chExt cx="12661900" cy="2833688"/>
          </a:xfrm>
        </p:grpSpPr>
        <p:pic>
          <p:nvPicPr>
            <p:cNvPr id="6160" name="Picture 425">
              <a:extLst>
                <a:ext uri="{FF2B5EF4-FFF2-40B4-BE49-F238E27FC236}">
                  <a16:creationId xmlns:a16="http://schemas.microsoft.com/office/drawing/2014/main" id="{8EE19742-5EC0-5981-752E-A7C5C435E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3" y="581025"/>
              <a:ext cx="6286500" cy="1828800"/>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26">
              <a:extLst>
                <a:ext uri="{FF2B5EF4-FFF2-40B4-BE49-F238E27FC236}">
                  <a16:creationId xmlns:a16="http://schemas.microsoft.com/office/drawing/2014/main" id="{D687C403-15AA-FC5B-2066-AACE024A98EC}"/>
                </a:ext>
              </a:extLst>
            </p:cNvPr>
            <p:cNvSpPr>
              <a:spLocks noChangeArrowheads="1"/>
            </p:cNvSpPr>
            <p:nvPr/>
          </p:nvSpPr>
          <p:spPr bwMode="auto">
            <a:xfrm>
              <a:off x="4337050" y="1250950"/>
              <a:ext cx="590550"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traight Arrow Connector 330">
              <a:extLst>
                <a:ext uri="{FF2B5EF4-FFF2-40B4-BE49-F238E27FC236}">
                  <a16:creationId xmlns:a16="http://schemas.microsoft.com/office/drawing/2014/main" id="{7EB2E0A1-AE9D-CBBA-8F01-3B541C26B723}"/>
                </a:ext>
              </a:extLst>
            </p:cNvPr>
            <p:cNvSpPr>
              <a:spLocks noChangeShapeType="1"/>
            </p:cNvSpPr>
            <p:nvPr/>
          </p:nvSpPr>
          <p:spPr bwMode="auto">
            <a:xfrm flipV="1">
              <a:off x="4919663" y="1392238"/>
              <a:ext cx="142875" cy="714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Box 325">
              <a:extLst>
                <a:ext uri="{FF2B5EF4-FFF2-40B4-BE49-F238E27FC236}">
                  <a16:creationId xmlns:a16="http://schemas.microsoft.com/office/drawing/2014/main" id="{F88A93B6-337B-1146-6C27-39D916A60FFA}"/>
                </a:ext>
              </a:extLst>
            </p:cNvPr>
            <p:cNvSpPr txBox="1">
              <a:spLocks noChangeArrowheads="1"/>
            </p:cNvSpPr>
            <p:nvPr/>
          </p:nvSpPr>
          <p:spPr bwMode="auto">
            <a:xfrm>
              <a:off x="5054600" y="1201738"/>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9.2.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9" name="Rectangle 119">
              <a:extLst>
                <a:ext uri="{FF2B5EF4-FFF2-40B4-BE49-F238E27FC236}">
                  <a16:creationId xmlns:a16="http://schemas.microsoft.com/office/drawing/2014/main" id="{FBA8A8A3-D0AF-D4A8-841B-E4D740799E5E}"/>
                </a:ext>
              </a:extLst>
            </p:cNvPr>
            <p:cNvSpPr>
              <a:spLocks noChangeArrowheads="1"/>
            </p:cNvSpPr>
            <p:nvPr/>
          </p:nvSpPr>
          <p:spPr bwMode="auto">
            <a:xfrm>
              <a:off x="762000" y="2150353"/>
              <a:ext cx="1816100" cy="2762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traight Arrow Connector 123">
              <a:extLst>
                <a:ext uri="{FF2B5EF4-FFF2-40B4-BE49-F238E27FC236}">
                  <a16:creationId xmlns:a16="http://schemas.microsoft.com/office/drawing/2014/main" id="{3066A25A-A7A8-89BC-8C1B-AE90E8A6A18C}"/>
                </a:ext>
              </a:extLst>
            </p:cNvPr>
            <p:cNvSpPr>
              <a:spLocks noChangeShapeType="1"/>
            </p:cNvSpPr>
            <p:nvPr/>
          </p:nvSpPr>
          <p:spPr bwMode="auto">
            <a:xfrm>
              <a:off x="1940729" y="2426578"/>
              <a:ext cx="161121" cy="16263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Box 124">
              <a:extLst>
                <a:ext uri="{FF2B5EF4-FFF2-40B4-BE49-F238E27FC236}">
                  <a16:creationId xmlns:a16="http://schemas.microsoft.com/office/drawing/2014/main" id="{41A093EF-8DFC-3281-EED5-E51B64F658A4}"/>
                </a:ext>
              </a:extLst>
            </p:cNvPr>
            <p:cNvSpPr txBox="1">
              <a:spLocks noChangeArrowheads="1"/>
            </p:cNvSpPr>
            <p:nvPr/>
          </p:nvSpPr>
          <p:spPr bwMode="auto">
            <a:xfrm>
              <a:off x="2100263" y="2547938"/>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9.1.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2" name="Text Box 291">
              <a:extLst>
                <a:ext uri="{FF2B5EF4-FFF2-40B4-BE49-F238E27FC236}">
                  <a16:creationId xmlns:a16="http://schemas.microsoft.com/office/drawing/2014/main" id="{F0E8B0E3-88C1-00A0-7EFA-412157F9B794}"/>
                </a:ext>
              </a:extLst>
            </p:cNvPr>
            <p:cNvSpPr txBox="1">
              <a:spLocks noChangeArrowheads="1"/>
            </p:cNvSpPr>
            <p:nvPr/>
          </p:nvSpPr>
          <p:spPr bwMode="auto">
            <a:xfrm>
              <a:off x="-469900" y="1431925"/>
              <a:ext cx="601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STOCK</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3" name="Rectangle 20">
              <a:extLst>
                <a:ext uri="{FF2B5EF4-FFF2-40B4-BE49-F238E27FC236}">
                  <a16:creationId xmlns:a16="http://schemas.microsoft.com/office/drawing/2014/main" id="{F5D5A8B7-F5F2-1FD3-93DA-CDA04478EA3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Rectangle 25">
              <a:extLst>
                <a:ext uri="{FF2B5EF4-FFF2-40B4-BE49-F238E27FC236}">
                  <a16:creationId xmlns:a16="http://schemas.microsoft.com/office/drawing/2014/main" id="{03B87F8D-0D7F-317E-03CC-F0975BA3685F}"/>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a16="http://schemas.microsoft.com/office/drawing/2014/main" id="{B8E2EA38-9153-6B49-C223-02CE714A6082}"/>
              </a:ext>
            </a:extLst>
          </p:cNvPr>
          <p:cNvSpPr txBox="1"/>
          <p:nvPr/>
        </p:nvSpPr>
        <p:spPr>
          <a:xfrm>
            <a:off x="1522069" y="63521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 name="Picture 1">
            <a:extLst>
              <a:ext uri="{FF2B5EF4-FFF2-40B4-BE49-F238E27FC236}">
                <a16:creationId xmlns:a16="http://schemas.microsoft.com/office/drawing/2014/main" id="{B611ADBF-3CC5-7570-C864-59CBB0958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7" y="1156679"/>
            <a:ext cx="6189345" cy="1699895"/>
          </a:xfrm>
          <a:prstGeom prst="rect">
            <a:avLst/>
          </a:prstGeom>
        </p:spPr>
      </p:pic>
      <p:pic>
        <p:nvPicPr>
          <p:cNvPr id="7" name="Picture 6">
            <a:extLst>
              <a:ext uri="{FF2B5EF4-FFF2-40B4-BE49-F238E27FC236}">
                <a16:creationId xmlns:a16="http://schemas.microsoft.com/office/drawing/2014/main" id="{F631576E-79E5-BBD3-E64E-4B5400B262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4204" y="1690816"/>
            <a:ext cx="5725160" cy="1129665"/>
          </a:xfrm>
          <a:prstGeom prst="rect">
            <a:avLst/>
          </a:prstGeom>
          <a:ln>
            <a:noFill/>
          </a:ln>
          <a:effectLst>
            <a:outerShdw blurRad="292100" dist="139700" dir="2700000" algn="tl" rotWithShape="0">
              <a:srgbClr val="333333">
                <a:alpha val="65000"/>
              </a:srgbClr>
            </a:outerShdw>
          </a:effectLst>
        </p:spPr>
      </p:pic>
      <p:sp>
        <p:nvSpPr>
          <p:cNvPr id="8" name="Curved Right Arrow 320">
            <a:extLst>
              <a:ext uri="{FF2B5EF4-FFF2-40B4-BE49-F238E27FC236}">
                <a16:creationId xmlns:a16="http://schemas.microsoft.com/office/drawing/2014/main" id="{066342F5-D522-5C96-6281-5177FA2C7039}"/>
              </a:ext>
            </a:extLst>
          </p:cNvPr>
          <p:cNvSpPr>
            <a:spLocks noChangeArrowheads="1"/>
          </p:cNvSpPr>
          <p:nvPr/>
        </p:nvSpPr>
        <p:spPr bwMode="auto">
          <a:xfrm>
            <a:off x="10433346" y="1301305"/>
            <a:ext cx="474663" cy="604837"/>
          </a:xfrm>
          <a:prstGeom prst="curvedRightArrow">
            <a:avLst>
              <a:gd name="adj1" fmla="val 24960"/>
              <a:gd name="adj2" fmla="val 49926"/>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316">
            <a:extLst>
              <a:ext uri="{FF2B5EF4-FFF2-40B4-BE49-F238E27FC236}">
                <a16:creationId xmlns:a16="http://schemas.microsoft.com/office/drawing/2014/main" id="{413B9211-256A-3A53-ABDA-DF1611A26E44}"/>
              </a:ext>
            </a:extLst>
          </p:cNvPr>
          <p:cNvSpPr>
            <a:spLocks noChangeArrowheads="1"/>
          </p:cNvSpPr>
          <p:nvPr/>
        </p:nvSpPr>
        <p:spPr bwMode="auto">
          <a:xfrm>
            <a:off x="10919755" y="1177481"/>
            <a:ext cx="531813" cy="3302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0BC7EDF7-C692-3318-A190-5374FF5EDC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84243" y="685376"/>
            <a:ext cx="504762" cy="314286"/>
          </a:xfrm>
          <a:prstGeom prst="rect">
            <a:avLst/>
          </a:prstGeom>
        </p:spPr>
      </p:pic>
      <p:cxnSp>
        <p:nvCxnSpPr>
          <p:cNvPr id="1028" name="Straight Arrow Connector 319">
            <a:extLst>
              <a:ext uri="{FF2B5EF4-FFF2-40B4-BE49-F238E27FC236}">
                <a16:creationId xmlns:a16="http://schemas.microsoft.com/office/drawing/2014/main" id="{0D9B7169-34D0-11B1-7612-805D891F8117}"/>
              </a:ext>
            </a:extLst>
          </p:cNvPr>
          <p:cNvCxnSpPr>
            <a:cxnSpLocks noChangeShapeType="1"/>
          </p:cNvCxnSpPr>
          <p:nvPr/>
        </p:nvCxnSpPr>
        <p:spPr bwMode="auto">
          <a:xfrm flipH="1" flipV="1">
            <a:off x="10919755" y="947007"/>
            <a:ext cx="154915" cy="170286"/>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14" name="Rectangle 321">
            <a:extLst>
              <a:ext uri="{FF2B5EF4-FFF2-40B4-BE49-F238E27FC236}">
                <a16:creationId xmlns:a16="http://schemas.microsoft.com/office/drawing/2014/main" id="{FF2F4DCC-B585-C2D1-4807-80D48CDE0C37}"/>
              </a:ext>
            </a:extLst>
          </p:cNvPr>
          <p:cNvSpPr>
            <a:spLocks noChangeArrowheads="1"/>
          </p:cNvSpPr>
          <p:nvPr/>
        </p:nvSpPr>
        <p:spPr bwMode="auto">
          <a:xfrm>
            <a:off x="10924409" y="2549631"/>
            <a:ext cx="46037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371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1491919"/>
            <a:ext cx="4179346" cy="468741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Scroll down and you will notice, attachment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attachment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Attach document if there’s any.</a:t>
            </a:r>
          </a:p>
          <a:p>
            <a:pPr marL="68580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add document button</a:t>
            </a:r>
          </a:p>
          <a:p>
            <a:pPr marL="68580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Once you click the add document button, a dialog box of upload documents will pop out.</a:t>
            </a:r>
          </a:p>
          <a:p>
            <a:pPr marL="68580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upload files, follow ‘how to upload document”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Scroll down and you will notice, call log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685800" marR="0" lvl="1"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63" name="Group 462">
            <a:extLst>
              <a:ext uri="{FF2B5EF4-FFF2-40B4-BE49-F238E27FC236}">
                <a16:creationId xmlns:a16="http://schemas.microsoft.com/office/drawing/2014/main" id="{EBEF87CE-CC6A-B325-FC15-EE96B7551C05}"/>
              </a:ext>
            </a:extLst>
          </p:cNvPr>
          <p:cNvGrpSpPr/>
          <p:nvPr/>
        </p:nvGrpSpPr>
        <p:grpSpPr>
          <a:xfrm>
            <a:off x="5374888" y="282619"/>
            <a:ext cx="12211050" cy="4033838"/>
            <a:chOff x="-19050" y="0"/>
            <a:chExt cx="12211050" cy="4033838"/>
          </a:xfrm>
        </p:grpSpPr>
        <p:sp>
          <p:nvSpPr>
            <p:cNvPr id="464" name="Rectangle 463">
              <a:extLst>
                <a:ext uri="{FF2B5EF4-FFF2-40B4-BE49-F238E27FC236}">
                  <a16:creationId xmlns:a16="http://schemas.microsoft.com/office/drawing/2014/main" id="{B5E46ABA-CDA2-9E48-6F86-E5D420EAD7B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65" name="Group 505">
              <a:extLst>
                <a:ext uri="{FF2B5EF4-FFF2-40B4-BE49-F238E27FC236}">
                  <a16:creationId xmlns:a16="http://schemas.microsoft.com/office/drawing/2014/main" id="{A9EF9513-EBC4-3F9E-76AD-9F5F6457EF0C}"/>
                </a:ext>
              </a:extLst>
            </p:cNvPr>
            <p:cNvGrpSpPr>
              <a:grpSpLocks/>
            </p:cNvGrpSpPr>
            <p:nvPr/>
          </p:nvGrpSpPr>
          <p:grpSpPr bwMode="auto">
            <a:xfrm>
              <a:off x="-19050" y="655638"/>
              <a:ext cx="6551613" cy="3378200"/>
              <a:chOff x="0" y="0"/>
              <a:chExt cx="65519" cy="33782"/>
            </a:xfrm>
          </p:grpSpPr>
          <p:pic>
            <p:nvPicPr>
              <p:cNvPr id="468" name="Picture 118">
                <a:extLst>
                  <a:ext uri="{FF2B5EF4-FFF2-40B4-BE49-F238E27FC236}">
                    <a16:creationId xmlns:a16="http://schemas.microsoft.com/office/drawing/2014/main" id="{3C8CC740-0EA2-4A48-551B-6A1CBC62AB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1893" cy="33521"/>
              </a:xfrm>
              <a:prstGeom prst="rect">
                <a:avLst/>
              </a:prstGeom>
              <a:noFill/>
              <a:extLst>
                <a:ext uri="{909E8E84-426E-40DD-AFC4-6F175D3DCCD1}">
                  <a14:hiddenFill xmlns:a14="http://schemas.microsoft.com/office/drawing/2010/main">
                    <a:solidFill>
                      <a:srgbClr val="FFFFFF"/>
                    </a:solidFill>
                  </a14:hiddenFill>
                </a:ext>
              </a:extLst>
            </p:spPr>
          </p:pic>
          <p:sp>
            <p:nvSpPr>
              <p:cNvPr id="469" name="Rectangle 125">
                <a:extLst>
                  <a:ext uri="{FF2B5EF4-FFF2-40B4-BE49-F238E27FC236}">
                    <a16:creationId xmlns:a16="http://schemas.microsoft.com/office/drawing/2014/main" id="{F531A5FC-DA16-CEF0-EB53-2E1C50E7A507}"/>
                  </a:ext>
                </a:extLst>
              </p:cNvPr>
              <p:cNvSpPr>
                <a:spLocks noChangeArrowheads="1"/>
              </p:cNvSpPr>
              <p:nvPr/>
            </p:nvSpPr>
            <p:spPr bwMode="auto">
              <a:xfrm>
                <a:off x="59245" y="29972"/>
                <a:ext cx="2629" cy="161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Straight Arrow Connector 288">
                <a:extLst>
                  <a:ext uri="{FF2B5EF4-FFF2-40B4-BE49-F238E27FC236}">
                    <a16:creationId xmlns:a16="http://schemas.microsoft.com/office/drawing/2014/main" id="{BE939A04-5317-C925-A672-0D58E59F5EF8}"/>
                  </a:ext>
                </a:extLst>
              </p:cNvPr>
              <p:cNvSpPr>
                <a:spLocks noChangeShapeType="1"/>
              </p:cNvSpPr>
              <p:nvPr/>
            </p:nvSpPr>
            <p:spPr bwMode="auto">
              <a:xfrm flipV="1">
                <a:off x="60960" y="28956"/>
                <a:ext cx="508" cy="102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Text Box 289">
                <a:extLst>
                  <a:ext uri="{FF2B5EF4-FFF2-40B4-BE49-F238E27FC236}">
                    <a16:creationId xmlns:a16="http://schemas.microsoft.com/office/drawing/2014/main" id="{853392A7-7F14-3FEB-A5F2-F36D202544B0}"/>
                  </a:ext>
                </a:extLst>
              </p:cNvPr>
              <p:cNvSpPr txBox="1">
                <a:spLocks noChangeArrowheads="1"/>
              </p:cNvSpPr>
              <p:nvPr/>
            </p:nvSpPr>
            <p:spPr bwMode="auto">
              <a:xfrm>
                <a:off x="60769" y="26162"/>
                <a:ext cx="4750" cy="285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472" name="Picture 290">
                <a:extLst>
                  <a:ext uri="{FF2B5EF4-FFF2-40B4-BE49-F238E27FC236}">
                    <a16:creationId xmlns:a16="http://schemas.microsoft.com/office/drawing/2014/main" id="{6DC25FDA-23F1-7AE2-6A59-345FBBC7E6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60" y="6604"/>
                <a:ext cx="47917" cy="25628"/>
              </a:xfrm>
              <a:prstGeom prst="rect">
                <a:avLst/>
              </a:prstGeom>
              <a:noFill/>
              <a:effectLst>
                <a:outerShdw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73" name="Curved Up Arrow 305">
                <a:extLst>
                  <a:ext uri="{FF2B5EF4-FFF2-40B4-BE49-F238E27FC236}">
                    <a16:creationId xmlns:a16="http://schemas.microsoft.com/office/drawing/2014/main" id="{3DCEA095-1094-53DB-94E1-7A0A7804B935}"/>
                  </a:ext>
                </a:extLst>
              </p:cNvPr>
              <p:cNvSpPr>
                <a:spLocks noChangeArrowheads="1"/>
              </p:cNvSpPr>
              <p:nvPr/>
            </p:nvSpPr>
            <p:spPr bwMode="auto">
              <a:xfrm flipH="1">
                <a:off x="55562" y="31242"/>
                <a:ext cx="5398" cy="2540"/>
              </a:xfrm>
              <a:prstGeom prst="curvedUpArrow">
                <a:avLst>
                  <a:gd name="adj1" fmla="val 25010"/>
                  <a:gd name="adj2" fmla="val 5000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Rectangle 38">
                <a:extLst>
                  <a:ext uri="{FF2B5EF4-FFF2-40B4-BE49-F238E27FC236}">
                    <a16:creationId xmlns:a16="http://schemas.microsoft.com/office/drawing/2014/main" id="{8FE87E90-D9A2-A9EB-27DE-73A1AFBE555D}"/>
                  </a:ext>
                </a:extLst>
              </p:cNvPr>
              <p:cNvSpPr>
                <a:spLocks noChangeArrowheads="1"/>
              </p:cNvSpPr>
              <p:nvPr/>
            </p:nvSpPr>
            <p:spPr bwMode="auto">
              <a:xfrm>
                <a:off x="50101" y="15494"/>
                <a:ext cx="7137" cy="161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AutoShape 37">
                <a:extLst>
                  <a:ext uri="{FF2B5EF4-FFF2-40B4-BE49-F238E27FC236}">
                    <a16:creationId xmlns:a16="http://schemas.microsoft.com/office/drawing/2014/main" id="{68087E9C-A376-E7FD-B2A1-CBF40B64493E}"/>
                  </a:ext>
                </a:extLst>
              </p:cNvPr>
              <p:cNvSpPr>
                <a:spLocks noChangeShapeType="1"/>
              </p:cNvSpPr>
              <p:nvPr/>
            </p:nvSpPr>
            <p:spPr bwMode="auto">
              <a:xfrm flipV="1">
                <a:off x="56451" y="14541"/>
                <a:ext cx="508" cy="1029"/>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Text Box 323">
                <a:extLst>
                  <a:ext uri="{FF2B5EF4-FFF2-40B4-BE49-F238E27FC236}">
                    <a16:creationId xmlns:a16="http://schemas.microsoft.com/office/drawing/2014/main" id="{6598FB44-47C3-7ADE-1719-07353CBFED63}"/>
                  </a:ext>
                </a:extLst>
              </p:cNvPr>
              <p:cNvSpPr txBox="1">
                <a:spLocks noChangeArrowheads="1"/>
              </p:cNvSpPr>
              <p:nvPr/>
            </p:nvSpPr>
            <p:spPr bwMode="auto">
              <a:xfrm>
                <a:off x="56197" y="11684"/>
                <a:ext cx="4750" cy="285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477" name="Picture 35">
                <a:extLst>
                  <a:ext uri="{FF2B5EF4-FFF2-40B4-BE49-F238E27FC236}">
                    <a16:creationId xmlns:a16="http://schemas.microsoft.com/office/drawing/2014/main" id="{5C4A1752-7FA2-7052-7005-EA160F4E1C8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670" y="15748"/>
                <a:ext cx="17520" cy="12287"/>
              </a:xfrm>
              <a:prstGeom prst="rect">
                <a:avLst/>
              </a:prstGeom>
              <a:noFill/>
              <a:effectLst>
                <a:outerShdw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78" name="AutoShape 34">
                <a:extLst>
                  <a:ext uri="{FF2B5EF4-FFF2-40B4-BE49-F238E27FC236}">
                    <a16:creationId xmlns:a16="http://schemas.microsoft.com/office/drawing/2014/main" id="{3D4F5439-8C55-2A78-AD84-043C81BF7AF1}"/>
                  </a:ext>
                </a:extLst>
              </p:cNvPr>
              <p:cNvSpPr>
                <a:spLocks noChangeArrowheads="1"/>
              </p:cNvSpPr>
              <p:nvPr/>
            </p:nvSpPr>
            <p:spPr bwMode="auto">
              <a:xfrm rot="20250796" flipH="1">
                <a:off x="47625" y="16891"/>
                <a:ext cx="5397" cy="2540"/>
              </a:xfrm>
              <a:prstGeom prst="curvedUpArrow">
                <a:avLst>
                  <a:gd name="adj1" fmla="val 25006"/>
                  <a:gd name="adj2" fmla="val 49992"/>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Rectangle 33">
                <a:extLst>
                  <a:ext uri="{FF2B5EF4-FFF2-40B4-BE49-F238E27FC236}">
                    <a16:creationId xmlns:a16="http://schemas.microsoft.com/office/drawing/2014/main" id="{51038D8B-9F14-1B16-DFF0-F6084CCA5816}"/>
                  </a:ext>
                </a:extLst>
              </p:cNvPr>
              <p:cNvSpPr>
                <a:spLocks noChangeArrowheads="1"/>
              </p:cNvSpPr>
              <p:nvPr/>
            </p:nvSpPr>
            <p:spPr bwMode="auto">
              <a:xfrm>
                <a:off x="31432" y="19685"/>
                <a:ext cx="15685" cy="1612"/>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Text Box 32">
                <a:extLst>
                  <a:ext uri="{FF2B5EF4-FFF2-40B4-BE49-F238E27FC236}">
                    <a16:creationId xmlns:a16="http://schemas.microsoft.com/office/drawing/2014/main" id="{CD25921C-422C-E686-EE70-D9F685E3DBB7}"/>
                  </a:ext>
                </a:extLst>
              </p:cNvPr>
              <p:cNvSpPr txBox="1">
                <a:spLocks noChangeArrowheads="1"/>
              </p:cNvSpPr>
              <p:nvPr/>
            </p:nvSpPr>
            <p:spPr bwMode="auto">
              <a:xfrm>
                <a:off x="7882" y="15956"/>
                <a:ext cx="21442" cy="1228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upload document?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Pct val="100000"/>
                  <a:buFontTx/>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title of the document.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Pct val="100000"/>
                  <a:buFontTx/>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add button to add the chosen document to upload</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Pct val="100000"/>
                  <a:buFontTx/>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upload button.</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Pct val="100000"/>
                  <a:buFontTx/>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If you want to add more document, click add document button and repeat steps #12.4 to #12.6</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81" name="Rectangle 31">
                <a:extLst>
                  <a:ext uri="{FF2B5EF4-FFF2-40B4-BE49-F238E27FC236}">
                    <a16:creationId xmlns:a16="http://schemas.microsoft.com/office/drawing/2014/main" id="{A01C77B5-9DAE-D021-552E-BC53CD7E9EC6}"/>
                  </a:ext>
                </a:extLst>
              </p:cNvPr>
              <p:cNvSpPr>
                <a:spLocks noChangeArrowheads="1"/>
              </p:cNvSpPr>
              <p:nvPr/>
            </p:nvSpPr>
            <p:spPr bwMode="auto">
              <a:xfrm>
                <a:off x="44958" y="22542"/>
                <a:ext cx="2159" cy="161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Straight Arrow Connector 498">
                <a:extLst>
                  <a:ext uri="{FF2B5EF4-FFF2-40B4-BE49-F238E27FC236}">
                    <a16:creationId xmlns:a16="http://schemas.microsoft.com/office/drawing/2014/main" id="{64A23D62-8BF7-8F41-3C89-FBC6BF870D53}"/>
                  </a:ext>
                </a:extLst>
              </p:cNvPr>
              <p:cNvSpPr>
                <a:spLocks noChangeShapeType="1"/>
              </p:cNvSpPr>
              <p:nvPr/>
            </p:nvSpPr>
            <p:spPr bwMode="auto">
              <a:xfrm>
                <a:off x="47244" y="20129"/>
                <a:ext cx="1143" cy="62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Text Box 29">
                <a:extLst>
                  <a:ext uri="{FF2B5EF4-FFF2-40B4-BE49-F238E27FC236}">
                    <a16:creationId xmlns:a16="http://schemas.microsoft.com/office/drawing/2014/main" id="{1EFDE6BA-2A05-38C2-EC2E-F186D1577864}"/>
                  </a:ext>
                </a:extLst>
              </p:cNvPr>
              <p:cNvSpPr txBox="1">
                <a:spLocks noChangeArrowheads="1"/>
              </p:cNvSpPr>
              <p:nvPr/>
            </p:nvSpPr>
            <p:spPr bwMode="auto">
              <a:xfrm>
                <a:off x="48323" y="20002"/>
                <a:ext cx="5588" cy="2858"/>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4" name="Straight Arrow Connector 500">
                <a:extLst>
                  <a:ext uri="{FF2B5EF4-FFF2-40B4-BE49-F238E27FC236}">
                    <a16:creationId xmlns:a16="http://schemas.microsoft.com/office/drawing/2014/main" id="{A104FAC4-7A2D-C4B4-B667-1381092D61E8}"/>
                  </a:ext>
                </a:extLst>
              </p:cNvPr>
              <p:cNvSpPr>
                <a:spLocks noChangeShapeType="1"/>
              </p:cNvSpPr>
              <p:nvPr/>
            </p:nvSpPr>
            <p:spPr bwMode="auto">
              <a:xfrm>
                <a:off x="47244" y="23622"/>
                <a:ext cx="1143" cy="62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Text Box 27">
                <a:extLst>
                  <a:ext uri="{FF2B5EF4-FFF2-40B4-BE49-F238E27FC236}">
                    <a16:creationId xmlns:a16="http://schemas.microsoft.com/office/drawing/2014/main" id="{B8C660B4-90E1-1C16-1D29-ABB726265986}"/>
                  </a:ext>
                </a:extLst>
              </p:cNvPr>
              <p:cNvSpPr txBox="1">
                <a:spLocks noChangeArrowheads="1"/>
              </p:cNvSpPr>
              <p:nvPr/>
            </p:nvSpPr>
            <p:spPr bwMode="auto">
              <a:xfrm>
                <a:off x="48323" y="23304"/>
                <a:ext cx="5461" cy="2858"/>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467" name="Rectangle 51">
              <a:extLst>
                <a:ext uri="{FF2B5EF4-FFF2-40B4-BE49-F238E27FC236}">
                  <a16:creationId xmlns:a16="http://schemas.microsoft.com/office/drawing/2014/main" id="{BA125524-C873-E0F9-3CA3-44D55A442F48}"/>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87" name="TextBox 486">
            <a:extLst>
              <a:ext uri="{FF2B5EF4-FFF2-40B4-BE49-F238E27FC236}">
                <a16:creationId xmlns:a16="http://schemas.microsoft.com/office/drawing/2014/main" id="{42C96111-B276-00ED-B352-DE51A231C4C0}"/>
              </a:ext>
            </a:extLst>
          </p:cNvPr>
          <p:cNvSpPr txBox="1"/>
          <p:nvPr/>
        </p:nvSpPr>
        <p:spPr>
          <a:xfrm>
            <a:off x="1522069" y="63521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14321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605722" y="1598054"/>
            <a:ext cx="4179346" cy="433569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call log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Add New to add call logs, fill contact person, call type and notes.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save button to save the data encoded.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14.3</a:t>
            </a:r>
            <a:r>
              <a:rPr kumimoji="0" lang="en-US" sz="1200" b="0"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end call button to end the call log and the system will automatically fill in End time log.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add new button to add new call logs and repeat steps #14.1. to #14.3.  (Note: you cannot add new call log when there is existing call logs not yet ended.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you may now post the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But for customer that do not have profile in customer ledger it is require to click create profile button to generate customer code and then Post.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685800" marR="0" lvl="1"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27" name="Group 26">
            <a:extLst>
              <a:ext uri="{FF2B5EF4-FFF2-40B4-BE49-F238E27FC236}">
                <a16:creationId xmlns:a16="http://schemas.microsoft.com/office/drawing/2014/main" id="{B9A8686D-72BE-DACC-57E7-F0CEB6066210}"/>
              </a:ext>
            </a:extLst>
          </p:cNvPr>
          <p:cNvGrpSpPr/>
          <p:nvPr/>
        </p:nvGrpSpPr>
        <p:grpSpPr>
          <a:xfrm>
            <a:off x="5590178" y="0"/>
            <a:ext cx="12192000" cy="4127500"/>
            <a:chOff x="0" y="0"/>
            <a:chExt cx="12192000" cy="4127500"/>
          </a:xfrm>
        </p:grpSpPr>
        <p:grpSp>
          <p:nvGrpSpPr>
            <p:cNvPr id="6" name="Group 506">
              <a:extLst>
                <a:ext uri="{FF2B5EF4-FFF2-40B4-BE49-F238E27FC236}">
                  <a16:creationId xmlns:a16="http://schemas.microsoft.com/office/drawing/2014/main" id="{7A3A10FB-C8DC-62FE-5B28-67929788A61B}"/>
                </a:ext>
              </a:extLst>
            </p:cNvPr>
            <p:cNvGrpSpPr>
              <a:grpSpLocks/>
            </p:cNvGrpSpPr>
            <p:nvPr/>
          </p:nvGrpSpPr>
          <p:grpSpPr bwMode="auto">
            <a:xfrm>
              <a:off x="0" y="604838"/>
              <a:ext cx="6557963" cy="3522662"/>
              <a:chOff x="0" y="76"/>
              <a:chExt cx="65582" cy="35229"/>
            </a:xfrm>
          </p:grpSpPr>
          <p:pic>
            <p:nvPicPr>
              <p:cNvPr id="507" name="Picture 507">
                <a:extLst>
                  <a:ext uri="{FF2B5EF4-FFF2-40B4-BE49-F238E27FC236}">
                    <a16:creationId xmlns:a16="http://schemas.microsoft.com/office/drawing/2014/main" id="{123C1BA0-3253-8B76-D5AD-03181558A5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
                <a:ext cx="61893" cy="3336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08">
                <a:extLst>
                  <a:ext uri="{FF2B5EF4-FFF2-40B4-BE49-F238E27FC236}">
                    <a16:creationId xmlns:a16="http://schemas.microsoft.com/office/drawing/2014/main" id="{E33E85A6-5DC0-BF18-0404-8B280281C322}"/>
                  </a:ext>
                </a:extLst>
              </p:cNvPr>
              <p:cNvSpPr>
                <a:spLocks noChangeArrowheads="1"/>
              </p:cNvSpPr>
              <p:nvPr/>
            </p:nvSpPr>
            <p:spPr bwMode="auto">
              <a:xfrm>
                <a:off x="59182" y="31584"/>
                <a:ext cx="2628" cy="161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traight Arrow Connector 509">
                <a:extLst>
                  <a:ext uri="{FF2B5EF4-FFF2-40B4-BE49-F238E27FC236}">
                    <a16:creationId xmlns:a16="http://schemas.microsoft.com/office/drawing/2014/main" id="{C2149937-4425-9C9F-38E9-D521ACEF2AFB}"/>
                  </a:ext>
                </a:extLst>
              </p:cNvPr>
              <p:cNvSpPr>
                <a:spLocks noChangeShapeType="1"/>
              </p:cNvSpPr>
              <p:nvPr/>
            </p:nvSpPr>
            <p:spPr bwMode="auto">
              <a:xfrm flipV="1">
                <a:off x="61023" y="30537"/>
                <a:ext cx="508" cy="1029"/>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Box 510">
                <a:extLst>
                  <a:ext uri="{FF2B5EF4-FFF2-40B4-BE49-F238E27FC236}">
                    <a16:creationId xmlns:a16="http://schemas.microsoft.com/office/drawing/2014/main" id="{9F72B1BA-62C5-A793-E62A-79277B674BA2}"/>
                  </a:ext>
                </a:extLst>
              </p:cNvPr>
              <p:cNvSpPr txBox="1">
                <a:spLocks noChangeArrowheads="1"/>
              </p:cNvSpPr>
              <p:nvPr/>
            </p:nvSpPr>
            <p:spPr bwMode="auto">
              <a:xfrm>
                <a:off x="60833" y="27743"/>
                <a:ext cx="4749" cy="2858"/>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511" name="Picture 511">
                <a:extLst>
                  <a:ext uri="{FF2B5EF4-FFF2-40B4-BE49-F238E27FC236}">
                    <a16:creationId xmlns:a16="http://schemas.microsoft.com/office/drawing/2014/main" id="{36A2B721-EA71-7D0F-74D9-0B344C6295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60" y="6757"/>
                <a:ext cx="47917" cy="25322"/>
              </a:xfrm>
              <a:prstGeom prst="rect">
                <a:avLst/>
              </a:prstGeom>
              <a:noFill/>
              <a:effectLst>
                <a:outerShdw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0" name="Curved Up Arrow 512">
                <a:extLst>
                  <a:ext uri="{FF2B5EF4-FFF2-40B4-BE49-F238E27FC236}">
                    <a16:creationId xmlns:a16="http://schemas.microsoft.com/office/drawing/2014/main" id="{781D6835-1E17-1AEF-9689-ED5A03C0851D}"/>
                  </a:ext>
                </a:extLst>
              </p:cNvPr>
              <p:cNvSpPr>
                <a:spLocks noChangeArrowheads="1"/>
              </p:cNvSpPr>
              <p:nvPr/>
            </p:nvSpPr>
            <p:spPr bwMode="auto">
              <a:xfrm flipH="1">
                <a:off x="54483" y="32766"/>
                <a:ext cx="5397" cy="2540"/>
              </a:xfrm>
              <a:prstGeom prst="curvedUpArrow">
                <a:avLst>
                  <a:gd name="adj1" fmla="val 25006"/>
                  <a:gd name="adj2" fmla="val 49992"/>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513">
                <a:extLst>
                  <a:ext uri="{FF2B5EF4-FFF2-40B4-BE49-F238E27FC236}">
                    <a16:creationId xmlns:a16="http://schemas.microsoft.com/office/drawing/2014/main" id="{843FE43D-8911-BF31-ECA6-7D4053D60023}"/>
                  </a:ext>
                </a:extLst>
              </p:cNvPr>
              <p:cNvSpPr>
                <a:spLocks noChangeArrowheads="1"/>
              </p:cNvSpPr>
              <p:nvPr/>
            </p:nvSpPr>
            <p:spPr bwMode="auto">
              <a:xfrm>
                <a:off x="52387" y="16951"/>
                <a:ext cx="4699" cy="161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traight Arrow Connector 514">
                <a:extLst>
                  <a:ext uri="{FF2B5EF4-FFF2-40B4-BE49-F238E27FC236}">
                    <a16:creationId xmlns:a16="http://schemas.microsoft.com/office/drawing/2014/main" id="{9D4CEB38-825C-17D8-7353-5C5B57922572}"/>
                  </a:ext>
                </a:extLst>
              </p:cNvPr>
              <p:cNvSpPr>
                <a:spLocks noChangeShapeType="1"/>
              </p:cNvSpPr>
              <p:nvPr/>
            </p:nvSpPr>
            <p:spPr bwMode="auto">
              <a:xfrm flipV="1">
                <a:off x="57289" y="16751"/>
                <a:ext cx="508" cy="1029"/>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515">
                <a:extLst>
                  <a:ext uri="{FF2B5EF4-FFF2-40B4-BE49-F238E27FC236}">
                    <a16:creationId xmlns:a16="http://schemas.microsoft.com/office/drawing/2014/main" id="{40B90D04-B7B8-489A-6233-B3AEFF83A995}"/>
                  </a:ext>
                </a:extLst>
              </p:cNvPr>
              <p:cNvSpPr txBox="1">
                <a:spLocks noChangeArrowheads="1"/>
              </p:cNvSpPr>
              <p:nvPr/>
            </p:nvSpPr>
            <p:spPr bwMode="auto">
              <a:xfrm>
                <a:off x="57924" y="15176"/>
                <a:ext cx="4750" cy="2858"/>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14.3.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5" name="Rectangle 525">
              <a:extLst>
                <a:ext uri="{FF2B5EF4-FFF2-40B4-BE49-F238E27FC236}">
                  <a16:creationId xmlns:a16="http://schemas.microsoft.com/office/drawing/2014/main" id="{6162E86A-FAE9-BE69-5C37-660B46D73D48}"/>
                </a:ext>
              </a:extLst>
            </p:cNvPr>
            <p:cNvSpPr>
              <a:spLocks noChangeArrowheads="1"/>
            </p:cNvSpPr>
            <p:nvPr/>
          </p:nvSpPr>
          <p:spPr bwMode="auto">
            <a:xfrm>
              <a:off x="1543050" y="2540000"/>
              <a:ext cx="4165600" cy="2667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526">
              <a:extLst>
                <a:ext uri="{FF2B5EF4-FFF2-40B4-BE49-F238E27FC236}">
                  <a16:creationId xmlns:a16="http://schemas.microsoft.com/office/drawing/2014/main" id="{F6A22A15-B0DF-4E6E-8DAB-88B8C0A2642C}"/>
                </a:ext>
              </a:extLst>
            </p:cNvPr>
            <p:cNvSpPr>
              <a:spLocks noChangeArrowheads="1"/>
            </p:cNvSpPr>
            <p:nvPr/>
          </p:nvSpPr>
          <p:spPr bwMode="auto">
            <a:xfrm>
              <a:off x="1276350" y="2552700"/>
              <a:ext cx="120650" cy="26670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traight Arrow Connector 527">
              <a:extLst>
                <a:ext uri="{FF2B5EF4-FFF2-40B4-BE49-F238E27FC236}">
                  <a16:creationId xmlns:a16="http://schemas.microsoft.com/office/drawing/2014/main" id="{56E1ED56-DE0C-1273-6CC2-8F4BE460C30C}"/>
                </a:ext>
              </a:extLst>
            </p:cNvPr>
            <p:cNvSpPr>
              <a:spLocks noChangeShapeType="1"/>
            </p:cNvSpPr>
            <p:nvPr/>
          </p:nvSpPr>
          <p:spPr bwMode="auto">
            <a:xfrm flipV="1">
              <a:off x="5737225" y="2665413"/>
              <a:ext cx="50800" cy="1016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Box 528">
              <a:extLst>
                <a:ext uri="{FF2B5EF4-FFF2-40B4-BE49-F238E27FC236}">
                  <a16:creationId xmlns:a16="http://schemas.microsoft.com/office/drawing/2014/main" id="{54441A6D-49FC-5F4B-2FB7-4276CF04CDF9}"/>
                </a:ext>
              </a:extLst>
            </p:cNvPr>
            <p:cNvSpPr txBox="1">
              <a:spLocks noChangeArrowheads="1"/>
            </p:cNvSpPr>
            <p:nvPr/>
          </p:nvSpPr>
          <p:spPr bwMode="auto">
            <a:xfrm>
              <a:off x="5800725" y="2500313"/>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14.1.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Straight Arrow Connector 529">
              <a:extLst>
                <a:ext uri="{FF2B5EF4-FFF2-40B4-BE49-F238E27FC236}">
                  <a16:creationId xmlns:a16="http://schemas.microsoft.com/office/drawing/2014/main" id="{8E31C975-AD5D-7A22-9DEB-8176B74AC5A5}"/>
                </a:ext>
              </a:extLst>
            </p:cNvPr>
            <p:cNvSpPr>
              <a:spLocks noChangeShapeType="1"/>
            </p:cNvSpPr>
            <p:nvPr/>
          </p:nvSpPr>
          <p:spPr bwMode="auto">
            <a:xfrm flipV="1">
              <a:off x="1327150" y="2449513"/>
              <a:ext cx="50800" cy="10318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Box 530">
              <a:extLst>
                <a:ext uri="{FF2B5EF4-FFF2-40B4-BE49-F238E27FC236}">
                  <a16:creationId xmlns:a16="http://schemas.microsoft.com/office/drawing/2014/main" id="{666B7D75-7BBE-E393-27D8-3E69F0884EC5}"/>
                </a:ext>
              </a:extLst>
            </p:cNvPr>
            <p:cNvSpPr txBox="1">
              <a:spLocks noChangeArrowheads="1"/>
            </p:cNvSpPr>
            <p:nvPr/>
          </p:nvSpPr>
          <p:spPr bwMode="auto">
            <a:xfrm>
              <a:off x="1308100" y="2163763"/>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14.2.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1" name="Rectangle 531">
              <a:extLst>
                <a:ext uri="{FF2B5EF4-FFF2-40B4-BE49-F238E27FC236}">
                  <a16:creationId xmlns:a16="http://schemas.microsoft.com/office/drawing/2014/main" id="{3CCD4678-A174-3CF6-FCD0-2D014E88319E}"/>
                </a:ext>
              </a:extLst>
            </p:cNvPr>
            <p:cNvSpPr>
              <a:spLocks noChangeArrowheads="1"/>
            </p:cNvSpPr>
            <p:nvPr/>
          </p:nvSpPr>
          <p:spPr bwMode="auto">
            <a:xfrm>
              <a:off x="4787900" y="2303953"/>
              <a:ext cx="425450"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traight Arrow Connector 534">
              <a:extLst>
                <a:ext uri="{FF2B5EF4-FFF2-40B4-BE49-F238E27FC236}">
                  <a16:creationId xmlns:a16="http://schemas.microsoft.com/office/drawing/2014/main" id="{E9F4C878-0B36-2997-1A31-D40B2D375964}"/>
                </a:ext>
              </a:extLst>
            </p:cNvPr>
            <p:cNvSpPr>
              <a:spLocks noChangeShapeType="1"/>
            </p:cNvSpPr>
            <p:nvPr/>
          </p:nvSpPr>
          <p:spPr bwMode="auto">
            <a:xfrm flipV="1">
              <a:off x="4813300" y="2202353"/>
              <a:ext cx="50800" cy="1016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Box 535">
              <a:extLst>
                <a:ext uri="{FF2B5EF4-FFF2-40B4-BE49-F238E27FC236}">
                  <a16:creationId xmlns:a16="http://schemas.microsoft.com/office/drawing/2014/main" id="{23C54F2A-3F52-E0C4-0F4A-407D90CE60DE}"/>
                </a:ext>
              </a:extLst>
            </p:cNvPr>
            <p:cNvSpPr txBox="1">
              <a:spLocks noChangeArrowheads="1"/>
            </p:cNvSpPr>
            <p:nvPr/>
          </p:nvSpPr>
          <p:spPr bwMode="auto">
            <a:xfrm>
              <a:off x="4870450" y="1959465"/>
              <a:ext cx="43815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14.1.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Rectangle 20">
              <a:extLst>
                <a:ext uri="{FF2B5EF4-FFF2-40B4-BE49-F238E27FC236}">
                  <a16:creationId xmlns:a16="http://schemas.microsoft.com/office/drawing/2014/main" id="{B4DF5162-109C-FF6A-59E7-791D801481F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Rectangle 26">
              <a:extLst>
                <a:ext uri="{FF2B5EF4-FFF2-40B4-BE49-F238E27FC236}">
                  <a16:creationId xmlns:a16="http://schemas.microsoft.com/office/drawing/2014/main" id="{6923A310-B88C-3657-371A-39BC730C3235}"/>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459901ED-88EB-B817-4D85-D51BADC77038}"/>
              </a:ext>
            </a:extLst>
          </p:cNvPr>
          <p:cNvGrpSpPr/>
          <p:nvPr/>
        </p:nvGrpSpPr>
        <p:grpSpPr>
          <a:xfrm>
            <a:off x="4691200" y="3854121"/>
            <a:ext cx="12192000" cy="2079625"/>
            <a:chOff x="152400" y="152400"/>
            <a:chExt cx="12192000" cy="2079625"/>
          </a:xfrm>
        </p:grpSpPr>
        <p:pic>
          <p:nvPicPr>
            <p:cNvPr id="3074" name="Picture 537">
              <a:extLst>
                <a:ext uri="{FF2B5EF4-FFF2-40B4-BE49-F238E27FC236}">
                  <a16:creationId xmlns:a16="http://schemas.microsoft.com/office/drawing/2014/main" id="{A1D13CF2-2B21-BAA1-F3FF-D1CDD1CA23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600" y="622300"/>
              <a:ext cx="4926013" cy="15906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8DF214FD-5B16-7C85-C6DE-92FE46D9724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790" t="33759" r="73677"/>
            <a:stretch/>
          </p:blipFill>
          <p:spPr bwMode="auto">
            <a:xfrm>
              <a:off x="2388591" y="1231395"/>
              <a:ext cx="1231900" cy="922020"/>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28" name="Rectangle 538">
              <a:extLst>
                <a:ext uri="{FF2B5EF4-FFF2-40B4-BE49-F238E27FC236}">
                  <a16:creationId xmlns:a16="http://schemas.microsoft.com/office/drawing/2014/main" id="{98DA7DD4-9D15-A833-91CD-DB98255D2C8C}"/>
                </a:ext>
              </a:extLst>
            </p:cNvPr>
            <p:cNvSpPr>
              <a:spLocks noChangeArrowheads="1"/>
            </p:cNvSpPr>
            <p:nvPr/>
          </p:nvSpPr>
          <p:spPr bwMode="auto">
            <a:xfrm>
              <a:off x="5410200" y="2070100"/>
              <a:ext cx="590550"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traight Arrow Connector 539">
              <a:extLst>
                <a:ext uri="{FF2B5EF4-FFF2-40B4-BE49-F238E27FC236}">
                  <a16:creationId xmlns:a16="http://schemas.microsoft.com/office/drawing/2014/main" id="{81A19793-A1BE-9DB7-64E7-E757730756E1}"/>
                </a:ext>
              </a:extLst>
            </p:cNvPr>
            <p:cNvSpPr>
              <a:spLocks noChangeShapeType="1"/>
            </p:cNvSpPr>
            <p:nvPr/>
          </p:nvSpPr>
          <p:spPr bwMode="auto">
            <a:xfrm flipV="1">
              <a:off x="5518150" y="1949450"/>
              <a:ext cx="50800" cy="1016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540">
              <a:extLst>
                <a:ext uri="{FF2B5EF4-FFF2-40B4-BE49-F238E27FC236}">
                  <a16:creationId xmlns:a16="http://schemas.microsoft.com/office/drawing/2014/main" id="{57B3DFF6-C909-184D-3310-9CCA23EB60D3}"/>
                </a:ext>
              </a:extLst>
            </p:cNvPr>
            <p:cNvSpPr txBox="1">
              <a:spLocks noChangeArrowheads="1"/>
            </p:cNvSpPr>
            <p:nvPr/>
          </p:nvSpPr>
          <p:spPr bwMode="auto">
            <a:xfrm>
              <a:off x="5499100" y="167005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1" name="Rectangle 542">
              <a:extLst>
                <a:ext uri="{FF2B5EF4-FFF2-40B4-BE49-F238E27FC236}">
                  <a16:creationId xmlns:a16="http://schemas.microsoft.com/office/drawing/2014/main" id="{60F813E8-F99F-499C-B674-3668CD576C27}"/>
                </a:ext>
              </a:extLst>
            </p:cNvPr>
            <p:cNvSpPr>
              <a:spLocks noChangeArrowheads="1"/>
            </p:cNvSpPr>
            <p:nvPr/>
          </p:nvSpPr>
          <p:spPr bwMode="auto">
            <a:xfrm>
              <a:off x="1155700" y="1306513"/>
              <a:ext cx="1187450"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543">
              <a:extLst>
                <a:ext uri="{FF2B5EF4-FFF2-40B4-BE49-F238E27FC236}">
                  <a16:creationId xmlns:a16="http://schemas.microsoft.com/office/drawing/2014/main" id="{1B9CAEAD-FC55-9B18-DF76-C6B1F7E93CF9}"/>
                </a:ext>
              </a:extLst>
            </p:cNvPr>
            <p:cNvSpPr>
              <a:spLocks noChangeArrowheads="1"/>
            </p:cNvSpPr>
            <p:nvPr/>
          </p:nvSpPr>
          <p:spPr bwMode="auto">
            <a:xfrm>
              <a:off x="2400300" y="1300163"/>
              <a:ext cx="1187450" cy="161925"/>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Curved Right Arrow 544">
              <a:extLst>
                <a:ext uri="{FF2B5EF4-FFF2-40B4-BE49-F238E27FC236}">
                  <a16:creationId xmlns:a16="http://schemas.microsoft.com/office/drawing/2014/main" id="{0E140595-8530-BC55-1232-2461C938CDB7}"/>
                </a:ext>
              </a:extLst>
            </p:cNvPr>
            <p:cNvSpPr>
              <a:spLocks noChangeArrowheads="1"/>
            </p:cNvSpPr>
            <p:nvPr/>
          </p:nvSpPr>
          <p:spPr bwMode="auto">
            <a:xfrm rot="-3505800">
              <a:off x="2209800" y="1368425"/>
              <a:ext cx="190500" cy="285750"/>
            </a:xfrm>
            <a:prstGeom prst="curvedRightArrow">
              <a:avLst>
                <a:gd name="adj1" fmla="val 25000"/>
                <a:gd name="adj2" fmla="val 50000"/>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Box 5">
              <a:extLst>
                <a:ext uri="{FF2B5EF4-FFF2-40B4-BE49-F238E27FC236}">
                  <a16:creationId xmlns:a16="http://schemas.microsoft.com/office/drawing/2014/main" id="{86435968-2BE4-D2C5-BE9D-AE1DE1C32F2A}"/>
                </a:ext>
              </a:extLst>
            </p:cNvPr>
            <p:cNvSpPr txBox="1">
              <a:spLocks noChangeArrowheads="1"/>
            </p:cNvSpPr>
            <p:nvPr/>
          </p:nvSpPr>
          <p:spPr bwMode="auto">
            <a:xfrm>
              <a:off x="1143000" y="1630363"/>
              <a:ext cx="1219200" cy="54768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800" b="0" i="1"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Once you click the create profile button, it will automatically be added in customer ledger module.</a:t>
              </a:r>
              <a:endParaRPr kumimoji="0" lang="en-PH"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5" name="Rectangle 10">
              <a:extLst>
                <a:ext uri="{FF2B5EF4-FFF2-40B4-BE49-F238E27FC236}">
                  <a16:creationId xmlns:a16="http://schemas.microsoft.com/office/drawing/2014/main" id="{A916A0E5-82FB-297F-C69A-53675CBD311D}"/>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Rectangle 13">
              <a:extLst>
                <a:ext uri="{FF2B5EF4-FFF2-40B4-BE49-F238E27FC236}">
                  <a16:creationId xmlns:a16="http://schemas.microsoft.com/office/drawing/2014/main" id="{C1419CB3-154F-0553-A6F3-43C52F482196}"/>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Rectangle 14">
              <a:extLst>
                <a:ext uri="{FF2B5EF4-FFF2-40B4-BE49-F238E27FC236}">
                  <a16:creationId xmlns:a16="http://schemas.microsoft.com/office/drawing/2014/main" id="{883F8F41-1161-E8C8-8653-6F34FC9F1089}"/>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 name="TextBox 39">
            <a:extLst>
              <a:ext uri="{FF2B5EF4-FFF2-40B4-BE49-F238E27FC236}">
                <a16:creationId xmlns:a16="http://schemas.microsoft.com/office/drawing/2014/main" id="{631879D1-F069-524D-31B6-35F9B5FD117E}"/>
              </a:ext>
            </a:extLst>
          </p:cNvPr>
          <p:cNvSpPr txBox="1"/>
          <p:nvPr/>
        </p:nvSpPr>
        <p:spPr>
          <a:xfrm>
            <a:off x="1522069" y="63521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1" name="TextBox 40">
            <a:extLst>
              <a:ext uri="{FF2B5EF4-FFF2-40B4-BE49-F238E27FC236}">
                <a16:creationId xmlns:a16="http://schemas.microsoft.com/office/drawing/2014/main" id="{FB0CA342-4524-A2FE-1AD7-78B877E49D5E}"/>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616230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605722" y="1998223"/>
            <a:ext cx="4179346" cy="413327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16.</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To finalize the transaction. Click maximize button from the main form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17.</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then click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685800" marR="0" lvl="1"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51" name="Group 50">
            <a:extLst>
              <a:ext uri="{FF2B5EF4-FFF2-40B4-BE49-F238E27FC236}">
                <a16:creationId xmlns:a16="http://schemas.microsoft.com/office/drawing/2014/main" id="{B22B645E-83FE-D9B1-5091-269AA41F2723}"/>
              </a:ext>
            </a:extLst>
          </p:cNvPr>
          <p:cNvGrpSpPr/>
          <p:nvPr/>
        </p:nvGrpSpPr>
        <p:grpSpPr>
          <a:xfrm>
            <a:off x="5191125" y="1455964"/>
            <a:ext cx="12192000" cy="3414395"/>
            <a:chOff x="0" y="0"/>
            <a:chExt cx="12192000" cy="3414395"/>
          </a:xfrm>
        </p:grpSpPr>
        <p:pic>
          <p:nvPicPr>
            <p:cNvPr id="4097" name="Picture 427">
              <a:extLst>
                <a:ext uri="{FF2B5EF4-FFF2-40B4-BE49-F238E27FC236}">
                  <a16:creationId xmlns:a16="http://schemas.microsoft.com/office/drawing/2014/main" id="{BB8AA104-A106-465F-146E-3F9048649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6221413" cy="2087563"/>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37">
              <a:extLst>
                <a:ext uri="{FF2B5EF4-FFF2-40B4-BE49-F238E27FC236}">
                  <a16:creationId xmlns:a16="http://schemas.microsoft.com/office/drawing/2014/main" id="{ECA2DDC1-0B29-CBDE-91CE-1754666B19BF}"/>
                </a:ext>
              </a:extLst>
            </p:cNvPr>
            <p:cNvSpPr>
              <a:spLocks noChangeArrowheads="1"/>
            </p:cNvSpPr>
            <p:nvPr/>
          </p:nvSpPr>
          <p:spPr bwMode="auto">
            <a:xfrm>
              <a:off x="5456238" y="854075"/>
              <a:ext cx="352425" cy="2492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traight Arrow Connector 338">
              <a:extLst>
                <a:ext uri="{FF2B5EF4-FFF2-40B4-BE49-F238E27FC236}">
                  <a16:creationId xmlns:a16="http://schemas.microsoft.com/office/drawing/2014/main" id="{7BAA88D6-5462-80C6-E674-F132DA7D50C3}"/>
                </a:ext>
              </a:extLst>
            </p:cNvPr>
            <p:cNvSpPr>
              <a:spLocks noChangeShapeType="1"/>
            </p:cNvSpPr>
            <p:nvPr/>
          </p:nvSpPr>
          <p:spPr bwMode="auto">
            <a:xfrm flipV="1">
              <a:off x="5802313" y="1038225"/>
              <a:ext cx="142875"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Box 339">
              <a:extLst>
                <a:ext uri="{FF2B5EF4-FFF2-40B4-BE49-F238E27FC236}">
                  <a16:creationId xmlns:a16="http://schemas.microsoft.com/office/drawing/2014/main" id="{06E63C23-A136-1475-2E0A-193CCC951F5A}"/>
                </a:ext>
              </a:extLst>
            </p:cNvPr>
            <p:cNvSpPr txBox="1">
              <a:spLocks noChangeArrowheads="1"/>
            </p:cNvSpPr>
            <p:nvPr/>
          </p:nvSpPr>
          <p:spPr bwMode="auto">
            <a:xfrm>
              <a:off x="5975350" y="763588"/>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16</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43" name="Picture 42">
              <a:extLst>
                <a:ext uri="{FF2B5EF4-FFF2-40B4-BE49-F238E27FC236}">
                  <a16:creationId xmlns:a16="http://schemas.microsoft.com/office/drawing/2014/main" id="{4200F2BA-40FD-9CC6-A527-F9A4574877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545" y="1803400"/>
              <a:ext cx="5583555" cy="1610995"/>
            </a:xfrm>
            <a:prstGeom prst="rect">
              <a:avLst/>
            </a:prstGeom>
            <a:ln>
              <a:noFill/>
            </a:ln>
            <a:effectLst>
              <a:outerShdw blurRad="292100" dist="139700" dir="2700000" algn="tl" rotWithShape="0">
                <a:srgbClr val="333333">
                  <a:alpha val="65000"/>
                </a:srgbClr>
              </a:outerShdw>
            </a:effectLst>
          </p:spPr>
        </p:pic>
        <p:sp>
          <p:nvSpPr>
            <p:cNvPr id="44" name="Curved Right Arrow 336">
              <a:extLst>
                <a:ext uri="{FF2B5EF4-FFF2-40B4-BE49-F238E27FC236}">
                  <a16:creationId xmlns:a16="http://schemas.microsoft.com/office/drawing/2014/main" id="{8700232A-B240-0819-ABC8-0C96889AA8A2}"/>
                </a:ext>
              </a:extLst>
            </p:cNvPr>
            <p:cNvSpPr>
              <a:spLocks noChangeArrowheads="1"/>
            </p:cNvSpPr>
            <p:nvPr/>
          </p:nvSpPr>
          <p:spPr bwMode="auto">
            <a:xfrm>
              <a:off x="5035550" y="912813"/>
              <a:ext cx="439738" cy="450850"/>
            </a:xfrm>
            <a:prstGeom prst="curvedRightArrow">
              <a:avLst>
                <a:gd name="adj1" fmla="val 24958"/>
                <a:gd name="adj2" fmla="val 49915"/>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Rectangle 333">
              <a:extLst>
                <a:ext uri="{FF2B5EF4-FFF2-40B4-BE49-F238E27FC236}">
                  <a16:creationId xmlns:a16="http://schemas.microsoft.com/office/drawing/2014/main" id="{78B5BC5E-A319-9021-20DB-4CE0F77EF591}"/>
                </a:ext>
              </a:extLst>
            </p:cNvPr>
            <p:cNvSpPr>
              <a:spLocks noChangeArrowheads="1"/>
            </p:cNvSpPr>
            <p:nvPr/>
          </p:nvSpPr>
          <p:spPr bwMode="auto">
            <a:xfrm>
              <a:off x="4226983" y="2166710"/>
              <a:ext cx="352425" cy="1809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traight Arrow Connector 334">
              <a:extLst>
                <a:ext uri="{FF2B5EF4-FFF2-40B4-BE49-F238E27FC236}">
                  <a16:creationId xmlns:a16="http://schemas.microsoft.com/office/drawing/2014/main" id="{D91A4483-9293-5B8B-5DA1-696382792BC3}"/>
                </a:ext>
              </a:extLst>
            </p:cNvPr>
            <p:cNvSpPr>
              <a:spLocks noChangeShapeType="1"/>
            </p:cNvSpPr>
            <p:nvPr/>
          </p:nvSpPr>
          <p:spPr bwMode="auto">
            <a:xfrm flipV="1">
              <a:off x="4447646" y="2085747"/>
              <a:ext cx="142875"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Box 335">
              <a:extLst>
                <a:ext uri="{FF2B5EF4-FFF2-40B4-BE49-F238E27FC236}">
                  <a16:creationId xmlns:a16="http://schemas.microsoft.com/office/drawing/2014/main" id="{EC197A37-568E-6AB6-5354-44B03CFDC3BC}"/>
                </a:ext>
              </a:extLst>
            </p:cNvPr>
            <p:cNvSpPr txBox="1">
              <a:spLocks noChangeArrowheads="1"/>
            </p:cNvSpPr>
            <p:nvPr/>
          </p:nvSpPr>
          <p:spPr bwMode="auto">
            <a:xfrm>
              <a:off x="4565121" y="1882547"/>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17</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8" name="Rectangle 10">
              <a:extLst>
                <a:ext uri="{FF2B5EF4-FFF2-40B4-BE49-F238E27FC236}">
                  <a16:creationId xmlns:a16="http://schemas.microsoft.com/office/drawing/2014/main" id="{4AFC0209-5961-622F-6C81-A414BFB5A9D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Rectangle 13">
              <a:extLst>
                <a:ext uri="{FF2B5EF4-FFF2-40B4-BE49-F238E27FC236}">
                  <a16:creationId xmlns:a16="http://schemas.microsoft.com/office/drawing/2014/main" id="{A2315BE4-0482-2B89-4DC4-778F20D7D2E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Rectangle 14">
              <a:extLst>
                <a:ext uri="{FF2B5EF4-FFF2-40B4-BE49-F238E27FC236}">
                  <a16:creationId xmlns:a16="http://schemas.microsoft.com/office/drawing/2014/main" id="{267DBB28-EE20-B8BB-3A7A-F3C92883C45C}"/>
                </a:ext>
              </a:extLst>
            </p:cNvPr>
            <p:cNvSpPr>
              <a:spLocks noChangeArrowheads="1"/>
            </p:cNvSpPr>
            <p:nvPr/>
          </p:nvSpPr>
          <p:spPr bwMode="auto">
            <a:xfrm>
              <a:off x="0" y="25447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 name="TextBox 51">
            <a:extLst>
              <a:ext uri="{FF2B5EF4-FFF2-40B4-BE49-F238E27FC236}">
                <a16:creationId xmlns:a16="http://schemas.microsoft.com/office/drawing/2014/main" id="{FCFC1B7D-D230-A6E6-040B-89847DDD884D}"/>
              </a:ext>
            </a:extLst>
          </p:cNvPr>
          <p:cNvSpPr txBox="1"/>
          <p:nvPr/>
        </p:nvSpPr>
        <p:spPr>
          <a:xfrm>
            <a:off x="1522069" y="63521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34287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sales activity – main window, search the sales activity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sales activity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click save button in the upper side of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2" name="Group 41">
            <a:extLst>
              <a:ext uri="{FF2B5EF4-FFF2-40B4-BE49-F238E27FC236}">
                <a16:creationId xmlns:a16="http://schemas.microsoft.com/office/drawing/2014/main" id="{158CD043-03E9-9771-EE52-976097E81452}"/>
              </a:ext>
            </a:extLst>
          </p:cNvPr>
          <p:cNvGrpSpPr/>
          <p:nvPr/>
        </p:nvGrpSpPr>
        <p:grpSpPr>
          <a:xfrm>
            <a:off x="5191125" y="480635"/>
            <a:ext cx="12192000" cy="2057400"/>
            <a:chOff x="0" y="0"/>
            <a:chExt cx="12192000" cy="2057400"/>
          </a:xfrm>
        </p:grpSpPr>
        <p:pic>
          <p:nvPicPr>
            <p:cNvPr id="5121" name="Picture 428">
              <a:extLst>
                <a:ext uri="{FF2B5EF4-FFF2-40B4-BE49-F238E27FC236}">
                  <a16:creationId xmlns:a16="http://schemas.microsoft.com/office/drawing/2014/main" id="{D147A11D-2663-68B8-A1C7-B11390F7A6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457200"/>
              <a:ext cx="6073775" cy="16002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342">
              <a:extLst>
                <a:ext uri="{FF2B5EF4-FFF2-40B4-BE49-F238E27FC236}">
                  <a16:creationId xmlns:a16="http://schemas.microsoft.com/office/drawing/2014/main" id="{6A67FAFF-143B-CB2B-AC6B-93942B9BC25C}"/>
                </a:ext>
              </a:extLst>
            </p:cNvPr>
            <p:cNvGrpSpPr>
              <a:grpSpLocks/>
            </p:cNvGrpSpPr>
            <p:nvPr/>
          </p:nvGrpSpPr>
          <p:grpSpPr bwMode="auto">
            <a:xfrm>
              <a:off x="177800" y="1247775"/>
              <a:ext cx="1322388" cy="247650"/>
              <a:chOff x="1536" y="285"/>
              <a:chExt cx="13227" cy="2476"/>
            </a:xfrm>
          </p:grpSpPr>
          <p:sp>
            <p:nvSpPr>
              <p:cNvPr id="21" name="Rectangle 343">
                <a:extLst>
                  <a:ext uri="{FF2B5EF4-FFF2-40B4-BE49-F238E27FC236}">
                    <a16:creationId xmlns:a16="http://schemas.microsoft.com/office/drawing/2014/main" id="{14B5898A-A799-9C27-A5C4-0F863001A19F}"/>
                  </a:ext>
                </a:extLst>
              </p:cNvPr>
              <p:cNvSpPr>
                <a:spLocks noChangeArrowheads="1"/>
              </p:cNvSpPr>
              <p:nvPr/>
            </p:nvSpPr>
            <p:spPr bwMode="auto">
              <a:xfrm>
                <a:off x="1536" y="285"/>
                <a:ext cx="6461" cy="190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traight Arrow Connector 344">
                <a:extLst>
                  <a:ext uri="{FF2B5EF4-FFF2-40B4-BE49-F238E27FC236}">
                    <a16:creationId xmlns:a16="http://schemas.microsoft.com/office/drawing/2014/main" id="{B9CCAB04-8454-4CFA-C845-C2BD91B9E3C9}"/>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Box 364">
                <a:extLst>
                  <a:ext uri="{FF2B5EF4-FFF2-40B4-BE49-F238E27FC236}">
                    <a16:creationId xmlns:a16="http://schemas.microsoft.com/office/drawing/2014/main" id="{587EFE86-F784-451F-00A6-64BAAD28BA6F}"/>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38" name="Rectangle 6">
              <a:extLst>
                <a:ext uri="{FF2B5EF4-FFF2-40B4-BE49-F238E27FC236}">
                  <a16:creationId xmlns:a16="http://schemas.microsoft.com/office/drawing/2014/main" id="{978A62AF-0CC7-F572-ACB5-773269BD0EB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8">
              <a:extLst>
                <a:ext uri="{FF2B5EF4-FFF2-40B4-BE49-F238E27FC236}">
                  <a16:creationId xmlns:a16="http://schemas.microsoft.com/office/drawing/2014/main" id="{00889498-7573-8E97-38E4-2B961E545696}"/>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Rectangle 9">
              <a:extLst>
                <a:ext uri="{FF2B5EF4-FFF2-40B4-BE49-F238E27FC236}">
                  <a16:creationId xmlns:a16="http://schemas.microsoft.com/office/drawing/2014/main" id="{3F1187F5-8232-6A4E-FAFE-AABC572024E9}"/>
                </a:ext>
              </a:extLst>
            </p:cNvPr>
            <p:cNvSpPr>
              <a:spLocks noChangeArrowheads="1"/>
            </p:cNvSpPr>
            <p:nvPr/>
          </p:nvSpPr>
          <p:spPr bwMode="auto">
            <a:xfrm>
              <a:off x="0" y="2057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3" name="TextBox 42">
            <a:extLst>
              <a:ext uri="{FF2B5EF4-FFF2-40B4-BE49-F238E27FC236}">
                <a16:creationId xmlns:a16="http://schemas.microsoft.com/office/drawing/2014/main" id="{0DBF431B-6C28-83D4-6561-01BB13148891}"/>
              </a:ext>
            </a:extLst>
          </p:cNvPr>
          <p:cNvSpPr txBox="1"/>
          <p:nvPr/>
        </p:nvSpPr>
        <p:spPr>
          <a:xfrm>
            <a:off x="7224418" y="250420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activity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56" name="Group 55">
            <a:extLst>
              <a:ext uri="{FF2B5EF4-FFF2-40B4-BE49-F238E27FC236}">
                <a16:creationId xmlns:a16="http://schemas.microsoft.com/office/drawing/2014/main" id="{0DA3CB9B-E55C-3DBD-D80D-ADA66A11CA77}"/>
              </a:ext>
            </a:extLst>
          </p:cNvPr>
          <p:cNvGrpSpPr/>
          <p:nvPr/>
        </p:nvGrpSpPr>
        <p:grpSpPr>
          <a:xfrm>
            <a:off x="5368925" y="3132515"/>
            <a:ext cx="12225338" cy="2374900"/>
            <a:chOff x="-33338" y="0"/>
            <a:chExt cx="12225338" cy="2374900"/>
          </a:xfrm>
        </p:grpSpPr>
        <p:pic>
          <p:nvPicPr>
            <p:cNvPr id="5130" name="Picture 429">
              <a:extLst>
                <a:ext uri="{FF2B5EF4-FFF2-40B4-BE49-F238E27FC236}">
                  <a16:creationId xmlns:a16="http://schemas.microsoft.com/office/drawing/2014/main" id="{9199EDB6-50FD-BEEE-0BFC-263F43694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588963"/>
              <a:ext cx="6189663" cy="1785937"/>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oup 374">
              <a:extLst>
                <a:ext uri="{FF2B5EF4-FFF2-40B4-BE49-F238E27FC236}">
                  <a16:creationId xmlns:a16="http://schemas.microsoft.com/office/drawing/2014/main" id="{4DB1E8B8-2B21-7637-0354-AFF2F18755FB}"/>
                </a:ext>
              </a:extLst>
            </p:cNvPr>
            <p:cNvGrpSpPr>
              <a:grpSpLocks/>
            </p:cNvGrpSpPr>
            <p:nvPr/>
          </p:nvGrpSpPr>
          <p:grpSpPr bwMode="auto">
            <a:xfrm>
              <a:off x="1314450" y="1249363"/>
              <a:ext cx="857250" cy="247650"/>
              <a:chOff x="6189" y="285"/>
              <a:chExt cx="8574" cy="2476"/>
            </a:xfrm>
          </p:grpSpPr>
          <p:sp>
            <p:nvSpPr>
              <p:cNvPr id="45" name="Rectangle 375">
                <a:extLst>
                  <a:ext uri="{FF2B5EF4-FFF2-40B4-BE49-F238E27FC236}">
                    <a16:creationId xmlns:a16="http://schemas.microsoft.com/office/drawing/2014/main" id="{050976C6-A58A-524B-A69D-CF4ECB5477F4}"/>
                  </a:ext>
                </a:extLst>
              </p:cNvPr>
              <p:cNvSpPr>
                <a:spLocks noChangeArrowheads="1"/>
              </p:cNvSpPr>
              <p:nvPr/>
            </p:nvSpPr>
            <p:spPr bwMode="auto">
              <a:xfrm>
                <a:off x="6189" y="603"/>
                <a:ext cx="1808" cy="171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traight Arrow Connector 376">
                <a:extLst>
                  <a:ext uri="{FF2B5EF4-FFF2-40B4-BE49-F238E27FC236}">
                    <a16:creationId xmlns:a16="http://schemas.microsoft.com/office/drawing/2014/main" id="{E32D021D-DFC4-DED6-02E7-A18AC5F79EC0}"/>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Box 377">
                <a:extLst>
                  <a:ext uri="{FF2B5EF4-FFF2-40B4-BE49-F238E27FC236}">
                    <a16:creationId xmlns:a16="http://schemas.microsoft.com/office/drawing/2014/main" id="{DA7C4A23-500E-3B36-29FA-3FFE04F5EA9E}"/>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48" name="Group 366">
              <a:extLst>
                <a:ext uri="{FF2B5EF4-FFF2-40B4-BE49-F238E27FC236}">
                  <a16:creationId xmlns:a16="http://schemas.microsoft.com/office/drawing/2014/main" id="{BE1A30FE-C527-0A45-423A-CE65126A0F3A}"/>
                </a:ext>
              </a:extLst>
            </p:cNvPr>
            <p:cNvGrpSpPr>
              <a:grpSpLocks/>
            </p:cNvGrpSpPr>
            <p:nvPr/>
          </p:nvGrpSpPr>
          <p:grpSpPr bwMode="auto">
            <a:xfrm>
              <a:off x="4838700" y="981075"/>
              <a:ext cx="885825" cy="247650"/>
              <a:chOff x="4286" y="285"/>
              <a:chExt cx="8858" cy="2476"/>
            </a:xfrm>
          </p:grpSpPr>
          <p:sp>
            <p:nvSpPr>
              <p:cNvPr id="49" name="Rectangle 367">
                <a:extLst>
                  <a:ext uri="{FF2B5EF4-FFF2-40B4-BE49-F238E27FC236}">
                    <a16:creationId xmlns:a16="http://schemas.microsoft.com/office/drawing/2014/main" id="{969D19E5-2E35-FA33-6C5B-2EA60953449C}"/>
                  </a:ext>
                </a:extLst>
              </p:cNvPr>
              <p:cNvSpPr>
                <a:spLocks noChangeArrowheads="1"/>
              </p:cNvSpPr>
              <p:nvPr/>
            </p:nvSpPr>
            <p:spPr bwMode="auto">
              <a:xfrm>
                <a:off x="4286" y="666"/>
                <a:ext cx="3711" cy="152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traight Arrow Connector 368">
                <a:extLst>
                  <a:ext uri="{FF2B5EF4-FFF2-40B4-BE49-F238E27FC236}">
                    <a16:creationId xmlns:a16="http://schemas.microsoft.com/office/drawing/2014/main" id="{DC0A0C10-ADE9-F19B-2FAA-8AF507FDD4E1}"/>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Box 369">
                <a:extLst>
                  <a:ext uri="{FF2B5EF4-FFF2-40B4-BE49-F238E27FC236}">
                    <a16:creationId xmlns:a16="http://schemas.microsoft.com/office/drawing/2014/main" id="{B727D1EF-4C30-D66B-5E68-F83E86886B8A}"/>
                  </a:ext>
                </a:extLst>
              </p:cNvPr>
              <p:cNvSpPr txBox="1">
                <a:spLocks noChangeArrowheads="1"/>
              </p:cNvSpPr>
              <p:nvPr/>
            </p:nvSpPr>
            <p:spPr bwMode="auto">
              <a:xfrm>
                <a:off x="10096" y="285"/>
                <a:ext cx="3048"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52" name="Text Box 16">
              <a:extLst>
                <a:ext uri="{FF2B5EF4-FFF2-40B4-BE49-F238E27FC236}">
                  <a16:creationId xmlns:a16="http://schemas.microsoft.com/office/drawing/2014/main" id="{01D4184C-3931-D334-A508-17B0A4EC2A81}"/>
                </a:ext>
              </a:extLst>
            </p:cNvPr>
            <p:cNvSpPr txBox="1">
              <a:spLocks noChangeArrowheads="1"/>
            </p:cNvSpPr>
            <p:nvPr/>
          </p:nvSpPr>
          <p:spPr bwMode="auto">
            <a:xfrm>
              <a:off x="2209800" y="1243013"/>
              <a:ext cx="2760662"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Sales Activity transaction?</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3" name="Text Box 365">
              <a:extLst>
                <a:ext uri="{FF2B5EF4-FFF2-40B4-BE49-F238E27FC236}">
                  <a16:creationId xmlns:a16="http://schemas.microsoft.com/office/drawing/2014/main" id="{77A09689-BDFE-0311-4CBC-98BE4A48C84F}"/>
                </a:ext>
              </a:extLst>
            </p:cNvPr>
            <p:cNvSpPr txBox="1">
              <a:spLocks noChangeArrowheads="1"/>
            </p:cNvSpPr>
            <p:nvPr/>
          </p:nvSpPr>
          <p:spPr bwMode="auto">
            <a:xfrm>
              <a:off x="0" y="496888"/>
              <a:ext cx="1306513"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4" name="Rectangle 21">
              <a:extLst>
                <a:ext uri="{FF2B5EF4-FFF2-40B4-BE49-F238E27FC236}">
                  <a16:creationId xmlns:a16="http://schemas.microsoft.com/office/drawing/2014/main" id="{B0B654EA-123B-EE5F-B4FB-535E07FE362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ectangle 26">
              <a:extLst>
                <a:ext uri="{FF2B5EF4-FFF2-40B4-BE49-F238E27FC236}">
                  <a16:creationId xmlns:a16="http://schemas.microsoft.com/office/drawing/2014/main" id="{79FF0C84-BD28-7E05-695E-8FEB796EB41D}"/>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140688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16106" y="63060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80165"/>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edit the items in stock, edit directly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9" name="Group 18">
            <a:extLst>
              <a:ext uri="{FF2B5EF4-FFF2-40B4-BE49-F238E27FC236}">
                <a16:creationId xmlns:a16="http://schemas.microsoft.com/office/drawing/2014/main" id="{86A28B35-D61A-54E8-CC2C-93EBE8476531}"/>
              </a:ext>
            </a:extLst>
          </p:cNvPr>
          <p:cNvGrpSpPr/>
          <p:nvPr/>
        </p:nvGrpSpPr>
        <p:grpSpPr>
          <a:xfrm>
            <a:off x="5430930" y="1190200"/>
            <a:ext cx="12471400" cy="3027045"/>
            <a:chOff x="-279400" y="0"/>
            <a:chExt cx="12471400" cy="3027045"/>
          </a:xfrm>
        </p:grpSpPr>
        <p:grpSp>
          <p:nvGrpSpPr>
            <p:cNvPr id="6" name="Group 381">
              <a:extLst>
                <a:ext uri="{FF2B5EF4-FFF2-40B4-BE49-F238E27FC236}">
                  <a16:creationId xmlns:a16="http://schemas.microsoft.com/office/drawing/2014/main" id="{C37C33F0-1D34-DD8F-D4D1-8BD6AE906091}"/>
                </a:ext>
              </a:extLst>
            </p:cNvPr>
            <p:cNvGrpSpPr>
              <a:grpSpLocks/>
            </p:cNvGrpSpPr>
            <p:nvPr/>
          </p:nvGrpSpPr>
          <p:grpSpPr bwMode="auto">
            <a:xfrm>
              <a:off x="-115888" y="825500"/>
              <a:ext cx="6189663" cy="1530350"/>
              <a:chOff x="0" y="3450"/>
              <a:chExt cx="61893" cy="15302"/>
            </a:xfrm>
          </p:grpSpPr>
          <p:pic>
            <p:nvPicPr>
              <p:cNvPr id="382" name="Picture 382">
                <a:extLst>
                  <a:ext uri="{FF2B5EF4-FFF2-40B4-BE49-F238E27FC236}">
                    <a16:creationId xmlns:a16="http://schemas.microsoft.com/office/drawing/2014/main" id="{6FE26C24-8D97-7528-28CB-E17C68DCC8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3450"/>
                <a:ext cx="61893" cy="1530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83">
                <a:extLst>
                  <a:ext uri="{FF2B5EF4-FFF2-40B4-BE49-F238E27FC236}">
                    <a16:creationId xmlns:a16="http://schemas.microsoft.com/office/drawing/2014/main" id="{CA8674F1-470F-AE62-ADB0-91DB15F21553}"/>
                  </a:ext>
                </a:extLst>
              </p:cNvPr>
              <p:cNvSpPr>
                <a:spLocks noChangeArrowheads="1"/>
              </p:cNvSpPr>
              <p:nvPr/>
            </p:nvSpPr>
            <p:spPr bwMode="auto">
              <a:xfrm>
                <a:off x="5581" y="13663"/>
                <a:ext cx="41326" cy="415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384">
                <a:extLst>
                  <a:ext uri="{FF2B5EF4-FFF2-40B4-BE49-F238E27FC236}">
                    <a16:creationId xmlns:a16="http://schemas.microsoft.com/office/drawing/2014/main" id="{A1E731FB-5B57-D0C5-DB42-2FCC511BB7F7}"/>
                  </a:ext>
                </a:extLst>
              </p:cNvPr>
              <p:cNvGrpSpPr>
                <a:grpSpLocks/>
              </p:cNvGrpSpPr>
              <p:nvPr/>
            </p:nvGrpSpPr>
            <p:grpSpPr bwMode="auto">
              <a:xfrm>
                <a:off x="47482" y="3810"/>
                <a:ext cx="10811" cy="2857"/>
                <a:chOff x="1286" y="-1143"/>
                <a:chExt cx="10810" cy="2857"/>
              </a:xfrm>
            </p:grpSpPr>
            <p:sp>
              <p:nvSpPr>
                <p:cNvPr id="9" name="Rectangle 385">
                  <a:extLst>
                    <a:ext uri="{FF2B5EF4-FFF2-40B4-BE49-F238E27FC236}">
                      <a16:creationId xmlns:a16="http://schemas.microsoft.com/office/drawing/2014/main" id="{1075AE5A-BA07-E920-B2C1-F259C4FF45C9}"/>
                    </a:ext>
                  </a:extLst>
                </p:cNvPr>
                <p:cNvSpPr>
                  <a:spLocks noChangeArrowheads="1"/>
                </p:cNvSpPr>
                <p:nvPr/>
              </p:nvSpPr>
              <p:spPr bwMode="auto">
                <a:xfrm>
                  <a:off x="1286" y="-1142"/>
                  <a:ext cx="6477" cy="28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traight Arrow Connector 386">
                  <a:extLst>
                    <a:ext uri="{FF2B5EF4-FFF2-40B4-BE49-F238E27FC236}">
                      <a16:creationId xmlns:a16="http://schemas.microsoft.com/office/drawing/2014/main" id="{7FCCCFB0-3EFA-4107-9346-2323114C0FB7}"/>
                    </a:ext>
                  </a:extLst>
                </p:cNvPr>
                <p:cNvSpPr>
                  <a:spLocks noChangeShapeType="1"/>
                </p:cNvSpPr>
                <p:nvPr/>
              </p:nvSpPr>
              <p:spPr bwMode="auto">
                <a:xfrm>
                  <a:off x="8001" y="571"/>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Box 387">
                  <a:extLst>
                    <a:ext uri="{FF2B5EF4-FFF2-40B4-BE49-F238E27FC236}">
                      <a16:creationId xmlns:a16="http://schemas.microsoft.com/office/drawing/2014/main" id="{9AA5A0AB-F334-D8EE-C194-5CA2AC46C43C}"/>
                    </a:ext>
                  </a:extLst>
                </p:cNvPr>
                <p:cNvSpPr txBox="1">
                  <a:spLocks noChangeArrowheads="1"/>
                </p:cNvSpPr>
                <p:nvPr/>
              </p:nvSpPr>
              <p:spPr bwMode="auto">
                <a:xfrm>
                  <a:off x="10096" y="-1143"/>
                  <a:ext cx="2000" cy="2476"/>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sp>
          <p:nvSpPr>
            <p:cNvPr id="13" name="Text Box 380">
              <a:extLst>
                <a:ext uri="{FF2B5EF4-FFF2-40B4-BE49-F238E27FC236}">
                  <a16:creationId xmlns:a16="http://schemas.microsoft.com/office/drawing/2014/main" id="{8BBDB337-FB1A-52C6-D329-8739037CFA18}"/>
                </a:ext>
              </a:extLst>
            </p:cNvPr>
            <p:cNvSpPr txBox="1">
              <a:spLocks noChangeArrowheads="1"/>
            </p:cNvSpPr>
            <p:nvPr/>
          </p:nvSpPr>
          <p:spPr bwMode="auto">
            <a:xfrm>
              <a:off x="-198438" y="644525"/>
              <a:ext cx="914401"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STOCK</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14" name="Picture 13">
              <a:extLst>
                <a:ext uri="{FF2B5EF4-FFF2-40B4-BE49-F238E27FC236}">
                  <a16:creationId xmlns:a16="http://schemas.microsoft.com/office/drawing/2014/main" id="{E00DE925-EA84-2B48-027C-DBC55FA421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570" y="2408555"/>
              <a:ext cx="6189345" cy="618490"/>
            </a:xfrm>
            <a:prstGeom prst="rect">
              <a:avLst/>
            </a:prstGeom>
            <a:ln>
              <a:noFill/>
            </a:ln>
            <a:effectLst>
              <a:outerShdw blurRad="292100" dist="139700" dir="2700000" algn="tl" rotWithShape="0">
                <a:srgbClr val="333333">
                  <a:alpha val="65000"/>
                </a:srgbClr>
              </a:outerShdw>
            </a:effectLst>
          </p:spPr>
        </p:pic>
        <p:sp>
          <p:nvSpPr>
            <p:cNvPr id="15" name="Curved Left Arrow 391">
              <a:extLst>
                <a:ext uri="{FF2B5EF4-FFF2-40B4-BE49-F238E27FC236}">
                  <a16:creationId xmlns:a16="http://schemas.microsoft.com/office/drawing/2014/main" id="{F6B3DF8E-2486-494A-FF6D-64A7254253C8}"/>
                </a:ext>
              </a:extLst>
            </p:cNvPr>
            <p:cNvSpPr>
              <a:spLocks noChangeArrowheads="1"/>
            </p:cNvSpPr>
            <p:nvPr/>
          </p:nvSpPr>
          <p:spPr bwMode="auto">
            <a:xfrm>
              <a:off x="2555875" y="2124075"/>
              <a:ext cx="344488" cy="593725"/>
            </a:xfrm>
            <a:prstGeom prst="curvedLeftArrow">
              <a:avLst>
                <a:gd name="adj1" fmla="val 24991"/>
                <a:gd name="adj2" fmla="val 49981"/>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390">
              <a:extLst>
                <a:ext uri="{FF2B5EF4-FFF2-40B4-BE49-F238E27FC236}">
                  <a16:creationId xmlns:a16="http://schemas.microsoft.com/office/drawing/2014/main" id="{699F4982-F939-21E7-2368-94A4D0694360}"/>
                </a:ext>
              </a:extLst>
            </p:cNvPr>
            <p:cNvSpPr txBox="1">
              <a:spLocks noChangeArrowheads="1"/>
            </p:cNvSpPr>
            <p:nvPr/>
          </p:nvSpPr>
          <p:spPr bwMode="auto">
            <a:xfrm>
              <a:off x="-279400" y="2300288"/>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Rectangle 12">
              <a:extLst>
                <a:ext uri="{FF2B5EF4-FFF2-40B4-BE49-F238E27FC236}">
                  <a16:creationId xmlns:a16="http://schemas.microsoft.com/office/drawing/2014/main" id="{F6DA7260-6A2A-C9B6-F8AE-A14B07C8D33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6">
              <a:extLst>
                <a:ext uri="{FF2B5EF4-FFF2-40B4-BE49-F238E27FC236}">
                  <a16:creationId xmlns:a16="http://schemas.microsoft.com/office/drawing/2014/main" id="{663C9219-8F06-3B6F-4F67-EB18B7B29923}"/>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92350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Sales Activity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82395"/>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sales activity–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sales activity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26A3604-D173-1F79-0B5C-AE507AFC983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3" name="TextBox 42">
            <a:extLst>
              <a:ext uri="{FF2B5EF4-FFF2-40B4-BE49-F238E27FC236}">
                <a16:creationId xmlns:a16="http://schemas.microsoft.com/office/drawing/2014/main" id="{0DBF431B-6C28-83D4-6561-01BB13148891}"/>
              </a:ext>
            </a:extLst>
          </p:cNvPr>
          <p:cNvSpPr txBox="1"/>
          <p:nvPr/>
        </p:nvSpPr>
        <p:spPr>
          <a:xfrm>
            <a:off x="7074262" y="253277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Sales activity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2547D3A9-C779-A9E8-18E4-BCED8E314569}"/>
              </a:ext>
            </a:extLst>
          </p:cNvPr>
          <p:cNvGrpSpPr/>
          <p:nvPr/>
        </p:nvGrpSpPr>
        <p:grpSpPr>
          <a:xfrm>
            <a:off x="5374888" y="299508"/>
            <a:ext cx="12192000" cy="2250312"/>
            <a:chOff x="0" y="0"/>
            <a:chExt cx="12192000" cy="2250312"/>
          </a:xfrm>
        </p:grpSpPr>
        <p:pic>
          <p:nvPicPr>
            <p:cNvPr id="7169" name="Picture 431">
              <a:extLst>
                <a:ext uri="{FF2B5EF4-FFF2-40B4-BE49-F238E27FC236}">
                  <a16:creationId xmlns:a16="http://schemas.microsoft.com/office/drawing/2014/main" id="{B2D247F8-B530-891E-655F-92C1CA4AE1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98" y="600899"/>
              <a:ext cx="6084888" cy="164941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395">
              <a:extLst>
                <a:ext uri="{FF2B5EF4-FFF2-40B4-BE49-F238E27FC236}">
                  <a16:creationId xmlns:a16="http://schemas.microsoft.com/office/drawing/2014/main" id="{6E0FC49D-3EB6-0446-0128-DE3718C20899}"/>
                </a:ext>
              </a:extLst>
            </p:cNvPr>
            <p:cNvGrpSpPr>
              <a:grpSpLocks/>
            </p:cNvGrpSpPr>
            <p:nvPr/>
          </p:nvGrpSpPr>
          <p:grpSpPr bwMode="auto">
            <a:xfrm>
              <a:off x="209550" y="1397000"/>
              <a:ext cx="1476375" cy="247650"/>
              <a:chOff x="0" y="285"/>
              <a:chExt cx="14763" cy="2476"/>
            </a:xfrm>
          </p:grpSpPr>
          <p:sp>
            <p:nvSpPr>
              <p:cNvPr id="7" name="Rectangle 396">
                <a:extLst>
                  <a:ext uri="{FF2B5EF4-FFF2-40B4-BE49-F238E27FC236}">
                    <a16:creationId xmlns:a16="http://schemas.microsoft.com/office/drawing/2014/main" id="{C82CBB06-AC11-66C1-D353-A95770EC52F9}"/>
                  </a:ext>
                </a:extLst>
              </p:cNvPr>
              <p:cNvSpPr>
                <a:spLocks noChangeArrowheads="1"/>
              </p:cNvSpPr>
              <p:nvPr/>
            </p:nvSpPr>
            <p:spPr bwMode="auto">
              <a:xfrm>
                <a:off x="0" y="571"/>
                <a:ext cx="8001" cy="168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traight Arrow Connector 397">
                <a:extLst>
                  <a:ext uri="{FF2B5EF4-FFF2-40B4-BE49-F238E27FC236}">
                    <a16:creationId xmlns:a16="http://schemas.microsoft.com/office/drawing/2014/main" id="{23608B71-91EF-3B2A-AB32-DBCB8A9A8CE4}"/>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Box 398">
                <a:extLst>
                  <a:ext uri="{FF2B5EF4-FFF2-40B4-BE49-F238E27FC236}">
                    <a16:creationId xmlns:a16="http://schemas.microsoft.com/office/drawing/2014/main" id="{9AE59501-EF63-70E0-39EE-2198312A35AD}"/>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0" name="Rectangle 6">
              <a:extLst>
                <a:ext uri="{FF2B5EF4-FFF2-40B4-BE49-F238E27FC236}">
                  <a16:creationId xmlns:a16="http://schemas.microsoft.com/office/drawing/2014/main" id="{BFC4E387-5D8D-BA6D-7ABE-E88A93C508F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8">
              <a:extLst>
                <a:ext uri="{FF2B5EF4-FFF2-40B4-BE49-F238E27FC236}">
                  <a16:creationId xmlns:a16="http://schemas.microsoft.com/office/drawing/2014/main" id="{2E4E4A37-0E40-144A-E006-3DE5599FD94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PH" altLang="en-US" sz="900" b="0" i="0" u="none" strike="noStrike" kern="1200" cap="none" spc="0" normalizeH="0" baseline="0" noProof="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PH" altLang="en-US" sz="900" b="0" i="0" u="none" strike="noStrike" kern="1200" cap="none" spc="0" normalizeH="0" baseline="0" noProof="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	</a:t>
              </a:r>
              <a:endParaRPr kumimoji="0" lang="en-PH"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3" name="Rectangle 9">
              <a:extLst>
                <a:ext uri="{FF2B5EF4-FFF2-40B4-BE49-F238E27FC236}">
                  <a16:creationId xmlns:a16="http://schemas.microsoft.com/office/drawing/2014/main" id="{E068748D-31DA-2406-8CC3-B10A0F243167}"/>
                </a:ext>
              </a:extLst>
            </p:cNvPr>
            <p:cNvSpPr>
              <a:spLocks noChangeArrowheads="1"/>
            </p:cNvSpPr>
            <p:nvPr/>
          </p:nvSpPr>
          <p:spPr bwMode="auto">
            <a:xfrm>
              <a:off x="0" y="2106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2" name="Group 31">
            <a:extLst>
              <a:ext uri="{FF2B5EF4-FFF2-40B4-BE49-F238E27FC236}">
                <a16:creationId xmlns:a16="http://schemas.microsoft.com/office/drawing/2014/main" id="{3BAE82F8-7C5C-E911-DB19-B81DC948078A}"/>
              </a:ext>
            </a:extLst>
          </p:cNvPr>
          <p:cNvGrpSpPr/>
          <p:nvPr/>
        </p:nvGrpSpPr>
        <p:grpSpPr>
          <a:xfrm>
            <a:off x="5374888" y="2918795"/>
            <a:ext cx="12192000" cy="2324100"/>
            <a:chOff x="0" y="0"/>
            <a:chExt cx="12192000" cy="2324100"/>
          </a:xfrm>
        </p:grpSpPr>
        <p:pic>
          <p:nvPicPr>
            <p:cNvPr id="7178" name="Picture 446">
              <a:extLst>
                <a:ext uri="{FF2B5EF4-FFF2-40B4-BE49-F238E27FC236}">
                  <a16:creationId xmlns:a16="http://schemas.microsoft.com/office/drawing/2014/main" id="{2F56361A-6FA2-C556-86EA-FFC50D079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6188075" cy="1812925"/>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409">
              <a:extLst>
                <a:ext uri="{FF2B5EF4-FFF2-40B4-BE49-F238E27FC236}">
                  <a16:creationId xmlns:a16="http://schemas.microsoft.com/office/drawing/2014/main" id="{093D4BCE-F4E0-A382-4DD8-C3DD11606DE0}"/>
                </a:ext>
              </a:extLst>
            </p:cNvPr>
            <p:cNvGrpSpPr>
              <a:grpSpLocks/>
            </p:cNvGrpSpPr>
            <p:nvPr/>
          </p:nvGrpSpPr>
          <p:grpSpPr bwMode="auto">
            <a:xfrm>
              <a:off x="1270000" y="1146175"/>
              <a:ext cx="952500" cy="247650"/>
              <a:chOff x="5238" y="285"/>
              <a:chExt cx="9525" cy="2476"/>
            </a:xfrm>
          </p:grpSpPr>
          <p:sp>
            <p:nvSpPr>
              <p:cNvPr id="16" name="Rectangle 410">
                <a:extLst>
                  <a:ext uri="{FF2B5EF4-FFF2-40B4-BE49-F238E27FC236}">
                    <a16:creationId xmlns:a16="http://schemas.microsoft.com/office/drawing/2014/main" id="{08EBF498-BCFA-123D-A5A6-D2FC639E579D}"/>
                  </a:ext>
                </a:extLst>
              </p:cNvPr>
              <p:cNvSpPr>
                <a:spLocks noChangeArrowheads="1"/>
              </p:cNvSpPr>
              <p:nvPr/>
            </p:nvSpPr>
            <p:spPr bwMode="auto">
              <a:xfrm>
                <a:off x="5238" y="285"/>
                <a:ext cx="2759" cy="184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traight Arrow Connector 411">
                <a:extLst>
                  <a:ext uri="{FF2B5EF4-FFF2-40B4-BE49-F238E27FC236}">
                    <a16:creationId xmlns:a16="http://schemas.microsoft.com/office/drawing/2014/main" id="{CA9A8BE7-E660-DB10-162A-D1CA14652DFC}"/>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Box 412">
                <a:extLst>
                  <a:ext uri="{FF2B5EF4-FFF2-40B4-BE49-F238E27FC236}">
                    <a16:creationId xmlns:a16="http://schemas.microsoft.com/office/drawing/2014/main" id="{C5F09328-C97C-E0CA-4F80-70AD3D6326A2}"/>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9" name="Group 399">
              <a:extLst>
                <a:ext uri="{FF2B5EF4-FFF2-40B4-BE49-F238E27FC236}">
                  <a16:creationId xmlns:a16="http://schemas.microsoft.com/office/drawing/2014/main" id="{24737D96-DCB0-8682-C075-B35A6D13FD7C}"/>
                </a:ext>
              </a:extLst>
            </p:cNvPr>
            <p:cNvGrpSpPr>
              <a:grpSpLocks/>
            </p:cNvGrpSpPr>
            <p:nvPr/>
          </p:nvGrpSpPr>
          <p:grpSpPr bwMode="auto">
            <a:xfrm>
              <a:off x="2794000" y="879475"/>
              <a:ext cx="960438" cy="247650"/>
              <a:chOff x="4478" y="285"/>
              <a:chExt cx="8665" cy="2476"/>
            </a:xfrm>
          </p:grpSpPr>
          <p:sp>
            <p:nvSpPr>
              <p:cNvPr id="20" name="Rectangle 400">
                <a:extLst>
                  <a:ext uri="{FF2B5EF4-FFF2-40B4-BE49-F238E27FC236}">
                    <a16:creationId xmlns:a16="http://schemas.microsoft.com/office/drawing/2014/main" id="{A01A6499-EC24-E089-D974-725AE1A9D570}"/>
                  </a:ext>
                </a:extLst>
              </p:cNvPr>
              <p:cNvSpPr>
                <a:spLocks noChangeArrowheads="1"/>
              </p:cNvSpPr>
              <p:nvPr/>
            </p:nvSpPr>
            <p:spPr bwMode="auto">
              <a:xfrm>
                <a:off x="4478" y="285"/>
                <a:ext cx="3518" cy="22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traight Arrow Connector 401">
                <a:extLst>
                  <a:ext uri="{FF2B5EF4-FFF2-40B4-BE49-F238E27FC236}">
                    <a16:creationId xmlns:a16="http://schemas.microsoft.com/office/drawing/2014/main" id="{C5307EF1-57EE-61EB-753C-11479E581FE0}"/>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Box 402">
                <a:extLst>
                  <a:ext uri="{FF2B5EF4-FFF2-40B4-BE49-F238E27FC236}">
                    <a16:creationId xmlns:a16="http://schemas.microsoft.com/office/drawing/2014/main" id="{682EAF7C-A04D-C5B1-2780-CCF56E398597}"/>
                  </a:ext>
                </a:extLst>
              </p:cNvPr>
              <p:cNvSpPr txBox="1">
                <a:spLocks noChangeArrowheads="1"/>
              </p:cNvSpPr>
              <p:nvPr/>
            </p:nvSpPr>
            <p:spPr bwMode="auto">
              <a:xfrm>
                <a:off x="10096" y="285"/>
                <a:ext cx="3048"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25" name="Text Box 20">
              <a:extLst>
                <a:ext uri="{FF2B5EF4-FFF2-40B4-BE49-F238E27FC236}">
                  <a16:creationId xmlns:a16="http://schemas.microsoft.com/office/drawing/2014/main" id="{B5BC9BFA-1BAB-69ED-7E27-681C470FF5D9}"/>
                </a:ext>
              </a:extLst>
            </p:cNvPr>
            <p:cNvSpPr txBox="1">
              <a:spLocks noChangeArrowheads="1"/>
            </p:cNvSpPr>
            <p:nvPr/>
          </p:nvSpPr>
          <p:spPr bwMode="auto">
            <a:xfrm>
              <a:off x="1168400" y="1444625"/>
              <a:ext cx="2301875"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Sales Activity transaction?</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delete</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6" name="Text Box 403">
              <a:extLst>
                <a:ext uri="{FF2B5EF4-FFF2-40B4-BE49-F238E27FC236}">
                  <a16:creationId xmlns:a16="http://schemas.microsoft.com/office/drawing/2014/main" id="{CBCBC78A-3F32-A41A-B8B7-29F4C665D20C}"/>
                </a:ext>
              </a:extLst>
            </p:cNvPr>
            <p:cNvSpPr txBox="1">
              <a:spLocks noChangeArrowheads="1"/>
            </p:cNvSpPr>
            <p:nvPr/>
          </p:nvSpPr>
          <p:spPr bwMode="auto">
            <a:xfrm>
              <a:off x="0" y="458788"/>
              <a:ext cx="1306513"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Rectangle 21">
              <a:extLst>
                <a:ext uri="{FF2B5EF4-FFF2-40B4-BE49-F238E27FC236}">
                  <a16:creationId xmlns:a16="http://schemas.microsoft.com/office/drawing/2014/main" id="{3034D403-6896-3B29-EFD1-FCC94832443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Rectangle 26">
              <a:extLst>
                <a:ext uri="{FF2B5EF4-FFF2-40B4-BE49-F238E27FC236}">
                  <a16:creationId xmlns:a16="http://schemas.microsoft.com/office/drawing/2014/main" id="{000B5991-D294-4954-E648-F2BFE1544CAB}"/>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367896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3180497" y="15869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Slide Number Placeholder 2">
            <a:extLst>
              <a:ext uri="{FF2B5EF4-FFF2-40B4-BE49-F238E27FC236}">
                <a16:creationId xmlns:a16="http://schemas.microsoft.com/office/drawing/2014/main" id="{F59CB602-EEFF-E9A4-DE53-E17734D392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DE9A14A-0E79-1997-9F70-226487AE263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Sales Activity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6" name="Picture 5">
            <a:extLst>
              <a:ext uri="{FF2B5EF4-FFF2-40B4-BE49-F238E27FC236}">
                <a16:creationId xmlns:a16="http://schemas.microsoft.com/office/drawing/2014/main" id="{707F3B8D-0E3F-964D-1167-8D58BDB4F8D7}"/>
              </a:ext>
            </a:extLst>
          </p:cNvPr>
          <p:cNvPicPr>
            <a:picLocks noChangeAspect="1"/>
          </p:cNvPicPr>
          <p:nvPr/>
        </p:nvPicPr>
        <p:blipFill>
          <a:blip r:embed="rId3"/>
          <a:stretch>
            <a:fillRect/>
          </a:stretch>
        </p:blipFill>
        <p:spPr>
          <a:xfrm>
            <a:off x="3117997" y="1924339"/>
            <a:ext cx="6313568" cy="2804621"/>
          </a:xfrm>
          <a:prstGeom prst="rect">
            <a:avLst/>
          </a:prstGeom>
        </p:spPr>
      </p:pic>
    </p:spTree>
    <p:extLst>
      <p:ext uri="{BB962C8B-B14F-4D97-AF65-F5344CB8AC3E}">
        <p14:creationId xmlns:p14="http://schemas.microsoft.com/office/powerpoint/2010/main" val="297969506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1276</Words>
  <Application>Microsoft Office PowerPoint</Application>
  <PresentationFormat>Widescreen</PresentationFormat>
  <Paragraphs>301</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Animosa Extra Bold</vt:lpstr>
      <vt:lpstr>Arial</vt:lpstr>
      <vt:lpstr>Bodoni MT Condensed</vt:lpstr>
      <vt:lpstr>Calibri</vt:lpstr>
      <vt:lpstr>Calibri Light</vt:lpstr>
      <vt:lpstr>Chivo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2023-01-10T05:44:13Z</dcterms:created>
  <dcterms:modified xsi:type="dcterms:W3CDTF">2023-01-10T05:44:24Z</dcterms:modified>
</cp:coreProperties>
</file>