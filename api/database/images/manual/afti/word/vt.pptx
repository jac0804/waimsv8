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81" r:id="rId2"/>
    <p:sldId id="482" r:id="rId3"/>
    <p:sldId id="483" r:id="rId4"/>
    <p:sldId id="484" r:id="rId5"/>
    <p:sldId id="485" r:id="rId6"/>
    <p:sldId id="486" r:id="rId7"/>
    <p:sldId id="487" r:id="rId8"/>
    <p:sldId id="4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2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5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Void Sales Order</a:t>
            </a:r>
            <a:endParaRPr lang="en-US" sz="80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Void Sales Order is where voiding of Sales Order transaction is recorded. </a:t>
            </a: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7496-1034-196F-6300-3534FAAD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44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Main Window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Void Sales Order module under Sales, Void Sales Order transactions list will display based on filtered date and status in the Void Sales Order main window.</a:t>
            </a: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6787599" y="4356946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Void Sales order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F19C-814C-4975-A22C-FCF6AC461B6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72DE2-59DB-B986-5463-F32324D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C99CBD-8C31-316D-B14A-80B0E63EE1C8}"/>
              </a:ext>
            </a:extLst>
          </p:cNvPr>
          <p:cNvGrpSpPr/>
          <p:nvPr/>
        </p:nvGrpSpPr>
        <p:grpSpPr>
          <a:xfrm>
            <a:off x="5380051" y="1790700"/>
            <a:ext cx="12192000" cy="2425700"/>
            <a:chOff x="0" y="0"/>
            <a:chExt cx="12192000" cy="2425700"/>
          </a:xfrm>
        </p:grpSpPr>
        <p:pic>
          <p:nvPicPr>
            <p:cNvPr id="40961" name="Picture 780">
              <a:extLst>
                <a:ext uri="{FF2B5EF4-FFF2-40B4-BE49-F238E27FC236}">
                  <a16:creationId xmlns:a16="http://schemas.microsoft.com/office/drawing/2014/main" id="{C853AFE2-CA54-0347-3297-8E7E1438C9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0" y="511175"/>
              <a:ext cx="5903913" cy="1914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99EFE0D4-6519-A292-1DF9-1C1B79B47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75" y="1560513"/>
              <a:ext cx="5892800" cy="7556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822390A9-7F00-B517-ECD5-1A36C7245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BEAB375D-5F84-EC59-EC2A-22D1BF53E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PH" altLang="en-US" sz="900" b="1" i="1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Chivo Light" panose="020B03030302020208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900" b="1" i="1" u="none" strike="noStrike" cap="none" normalizeH="0" baseline="0">
                  <a:ln>
                    <a:noFill/>
                  </a:ln>
                  <a:solidFill>
                    <a:srgbClr val="404040"/>
                  </a:solidFill>
                  <a:effectLst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</a:t>
              </a: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3518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Void Sales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Void Sales Order – Main Window, you will notice a create button in the upper left of the window. Click the create button and you will be redirect in void sales order – main form.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a dialog box will pop out with list of customer. Search and select a customer or SO transaction number.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3CD29-562D-241B-A89E-D96BF17A173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44620F-CE45-79C3-BD1C-636325447083}"/>
              </a:ext>
            </a:extLst>
          </p:cNvPr>
          <p:cNvGrpSpPr/>
          <p:nvPr/>
        </p:nvGrpSpPr>
        <p:grpSpPr>
          <a:xfrm>
            <a:off x="5510191" y="477110"/>
            <a:ext cx="12192000" cy="1349375"/>
            <a:chOff x="0" y="0"/>
            <a:chExt cx="12192000" cy="1349375"/>
          </a:xfrm>
        </p:grpSpPr>
        <p:pic>
          <p:nvPicPr>
            <p:cNvPr id="39941" name="Picture 781">
              <a:extLst>
                <a:ext uri="{FF2B5EF4-FFF2-40B4-BE49-F238E27FC236}">
                  <a16:creationId xmlns:a16="http://schemas.microsoft.com/office/drawing/2014/main" id="{0C53A645-B458-CE42-E773-0F23C4A357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163" y="541338"/>
              <a:ext cx="5613400" cy="808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9925E3B8-2F5B-4EC5-576F-F876D0092E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450" y="650875"/>
              <a:ext cx="1209675" cy="333375"/>
              <a:chOff x="0" y="0"/>
              <a:chExt cx="12096" cy="3333"/>
            </a:xfrm>
          </p:grpSpPr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44EE19A0-4427-EDB4-6CCD-484071FA9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001" cy="33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AutoShape 3">
                <a:extLst>
                  <a:ext uri="{FF2B5EF4-FFF2-40B4-BE49-F238E27FC236}">
                    <a16:creationId xmlns:a16="http://schemas.microsoft.com/office/drawing/2014/main" id="{5C798D60-A394-3B1E-62F0-53153A196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Text Box 2">
                <a:extLst>
                  <a:ext uri="{FF2B5EF4-FFF2-40B4-BE49-F238E27FC236}">
                    <a16:creationId xmlns:a16="http://schemas.microsoft.com/office/drawing/2014/main" id="{669306BB-D042-53FC-207E-3B327A723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2000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19B2D6FF-5C2D-CA86-CC47-F6194D572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535E6A9A-48B3-CCCC-A191-07EF2C59A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pic>
        <p:nvPicPr>
          <p:cNvPr id="39945" name="Picture 69">
            <a:extLst>
              <a:ext uri="{FF2B5EF4-FFF2-40B4-BE49-F238E27FC236}">
                <a16:creationId xmlns:a16="http://schemas.microsoft.com/office/drawing/2014/main" id="{98386081-AC19-B313-6DBB-2544A1E8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787" y="2926510"/>
            <a:ext cx="5889625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6" name="Picture 161">
            <a:extLst>
              <a:ext uri="{FF2B5EF4-FFF2-40B4-BE49-F238E27FC236}">
                <a16:creationId xmlns:a16="http://schemas.microsoft.com/office/drawing/2014/main" id="{65759BA4-E8C1-44B5-44BC-EC3F42B45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587" y="2923335"/>
            <a:ext cx="1455738" cy="19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2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1427" y="626973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Void Sales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you select the customer, click customer PO lookup to select QTN transaction for reference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Fill in other necessary information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 to save details from header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SO button and a dialog box of list of pending sales order details will appear.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3CD29-562D-241B-A89E-D96BF17A173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0B5F0-EA4A-C5CF-331D-2D79E85F0EBB}"/>
              </a:ext>
            </a:extLst>
          </p:cNvPr>
          <p:cNvGrpSpPr/>
          <p:nvPr/>
        </p:nvGrpSpPr>
        <p:grpSpPr>
          <a:xfrm>
            <a:off x="4840922" y="831053"/>
            <a:ext cx="12624118" cy="2320925"/>
            <a:chOff x="-432118" y="0"/>
            <a:chExt cx="12624118" cy="2320925"/>
          </a:xfrm>
        </p:grpSpPr>
        <p:pic>
          <p:nvPicPr>
            <p:cNvPr id="43010" name="Picture 149">
              <a:extLst>
                <a:ext uri="{FF2B5EF4-FFF2-40B4-BE49-F238E27FC236}">
                  <a16:creationId xmlns:a16="http://schemas.microsoft.com/office/drawing/2014/main" id="{C51842C7-4989-5145-9536-1F1046CD8C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88075" cy="1649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09" name="Picture 7">
              <a:extLst>
                <a:ext uri="{FF2B5EF4-FFF2-40B4-BE49-F238E27FC236}">
                  <a16:creationId xmlns:a16="http://schemas.microsoft.com/office/drawing/2014/main" id="{55C3E683-9A2E-0703-D648-393D55CA61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06613"/>
              <a:ext cx="6188075" cy="190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A091EB55-27DF-BA73-E269-5EF417288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975" y="1563688"/>
              <a:ext cx="219075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F1173740-BC15-7AD3-875E-2B9C367CD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877888"/>
              <a:ext cx="450850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312F2BED-B021-BFA4-2E59-F59F6ED71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088" y="1563688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EDACF062-13B2-9910-6A13-A0B65D6E7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0863" y="850900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56459648-3ED3-EF86-35D7-2F2533D64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2118" y="304361"/>
              <a:ext cx="1055688" cy="29527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P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F9FE3BC8-508B-79B9-D8B8-28DDA8FBD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913" y="2082800"/>
              <a:ext cx="312737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AutoShape 7">
              <a:extLst>
                <a:ext uri="{FF2B5EF4-FFF2-40B4-BE49-F238E27FC236}">
                  <a16:creationId xmlns:a16="http://schemas.microsoft.com/office/drawing/2014/main" id="{A7FF5614-1919-9308-7B8F-E591773C5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4100" y="2082800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3EF7158A-0DA1-CE09-413F-197846540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A543EFEA-CD87-059F-FE53-353182436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102A1C0E-E9CE-8928-ABF0-D9422A5AC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6" name="Rectangle 17">
              <a:extLst>
                <a:ext uri="{FF2B5EF4-FFF2-40B4-BE49-F238E27FC236}">
                  <a16:creationId xmlns:a16="http://schemas.microsoft.com/office/drawing/2014/main" id="{E8C998E3-2B50-405A-9CCB-24C674EF5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97113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636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1427" y="626973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Void Sales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Select the item you want to void by ticking the check box of selected SO 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selecting, click accept button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 in main form. Click the arrow parallel to main window to minimize the main form tab.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 comments if there’s any by clicking the arrow parallel to comments tab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3CD29-562D-241B-A89E-D96BF17A173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363872-1432-9BA3-09B5-568B2F0AED17}"/>
              </a:ext>
            </a:extLst>
          </p:cNvPr>
          <p:cNvGrpSpPr/>
          <p:nvPr/>
        </p:nvGrpSpPr>
        <p:grpSpPr>
          <a:xfrm>
            <a:off x="5574462" y="92075"/>
            <a:ext cx="12192000" cy="3336925"/>
            <a:chOff x="0" y="0"/>
            <a:chExt cx="12192000" cy="3336925"/>
          </a:xfrm>
        </p:grpSpPr>
        <p:pic>
          <p:nvPicPr>
            <p:cNvPr id="44048" name="Picture 155">
              <a:extLst>
                <a:ext uri="{FF2B5EF4-FFF2-40B4-BE49-F238E27FC236}">
                  <a16:creationId xmlns:a16="http://schemas.microsoft.com/office/drawing/2014/main" id="{759BDEC5-A5C4-C0E0-2B97-3F75139312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91250" cy="287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AutoShape 20">
              <a:extLst>
                <a:ext uri="{FF2B5EF4-FFF2-40B4-BE49-F238E27FC236}">
                  <a16:creationId xmlns:a16="http://schemas.microsoft.com/office/drawing/2014/main" id="{A3800D78-A4A6-094D-FA7C-F7923F168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888" y="3014663"/>
              <a:ext cx="614362" cy="2635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AutoShape 19">
              <a:extLst>
                <a:ext uri="{FF2B5EF4-FFF2-40B4-BE49-F238E27FC236}">
                  <a16:creationId xmlns:a16="http://schemas.microsoft.com/office/drawing/2014/main" id="{05A09497-E99B-1903-8D92-8B39B9395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5" y="3014663"/>
              <a:ext cx="333375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AutoShape 22">
              <a:extLst>
                <a:ext uri="{FF2B5EF4-FFF2-40B4-BE49-F238E27FC236}">
                  <a16:creationId xmlns:a16="http://schemas.microsoft.com/office/drawing/2014/main" id="{7A356522-F5DF-831B-AFE6-C9EB95401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8" y="1516063"/>
              <a:ext cx="312737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AutoShape 21">
              <a:extLst>
                <a:ext uri="{FF2B5EF4-FFF2-40B4-BE49-F238E27FC236}">
                  <a16:creationId xmlns:a16="http://schemas.microsoft.com/office/drawing/2014/main" id="{2A607561-7C5B-0B01-75CA-CB7B4BE2C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" y="1516063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4">
              <a:extLst>
                <a:ext uri="{FF2B5EF4-FFF2-40B4-BE49-F238E27FC236}">
                  <a16:creationId xmlns:a16="http://schemas.microsoft.com/office/drawing/2014/main" id="{D10739A9-CA4B-C096-01FD-F2C54583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EB584CED-9A71-C793-7660-A9C87BB64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28E6AF1A-33F1-513F-155D-53391EF9C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36925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0D09A6-C325-2797-DD36-8EF65CDB0D3A}"/>
              </a:ext>
            </a:extLst>
          </p:cNvPr>
          <p:cNvGrpSpPr/>
          <p:nvPr/>
        </p:nvGrpSpPr>
        <p:grpSpPr>
          <a:xfrm>
            <a:off x="5574462" y="3106737"/>
            <a:ext cx="12192000" cy="1933575"/>
            <a:chOff x="0" y="0"/>
            <a:chExt cx="12192000" cy="1933575"/>
          </a:xfrm>
        </p:grpSpPr>
        <p:pic>
          <p:nvPicPr>
            <p:cNvPr id="44065" name="Picture 84">
              <a:extLst>
                <a:ext uri="{FF2B5EF4-FFF2-40B4-BE49-F238E27FC236}">
                  <a16:creationId xmlns:a16="http://schemas.microsoft.com/office/drawing/2014/main" id="{BD150A89-0BA1-5123-7ABF-3F7F341F37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" y="615950"/>
              <a:ext cx="6430963" cy="1317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EED00D91-85E3-3AC9-42F7-9E9543D3F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8" y="1239838"/>
              <a:ext cx="1544637" cy="2174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31">
              <a:extLst>
                <a:ext uri="{FF2B5EF4-FFF2-40B4-BE49-F238E27FC236}">
                  <a16:creationId xmlns:a16="http://schemas.microsoft.com/office/drawing/2014/main" id="{62A6D99E-D83C-E1EA-B953-94DCB223D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8" y="1457325"/>
              <a:ext cx="1544637" cy="2174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34">
              <a:extLst>
                <a:ext uri="{FF2B5EF4-FFF2-40B4-BE49-F238E27FC236}">
                  <a16:creationId xmlns:a16="http://schemas.microsoft.com/office/drawing/2014/main" id="{CC12840D-0090-F555-1089-216D6C71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6" name="Rectangle 35">
              <a:extLst>
                <a:ext uri="{FF2B5EF4-FFF2-40B4-BE49-F238E27FC236}">
                  <a16:creationId xmlns:a16="http://schemas.microsoft.com/office/drawing/2014/main" id="{C7DDC42E-ECA7-2757-95AD-E2400FFD8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48" name="AutoShape 36">
            <a:extLst>
              <a:ext uri="{FF2B5EF4-FFF2-40B4-BE49-F238E27FC236}">
                <a16:creationId xmlns:a16="http://schemas.microsoft.com/office/drawing/2014/main" id="{AC1867BE-605E-2DDB-FF85-764F9BD2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7037" y="3646684"/>
            <a:ext cx="414338" cy="290513"/>
          </a:xfrm>
          <a:prstGeom prst="flowChartProcess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069658C-B3DB-02F2-1744-6864944D7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1465" y="3921236"/>
            <a:ext cx="620268" cy="27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3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1427" y="626973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Void Sales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viewing of shipping/ billing address and instruction tab, click also the arrow parallel to the tab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finalized the transaction, go to main form and click post button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3CD29-562D-241B-A89E-D96BF17A173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3AC550-38A6-A2DB-E77E-ACF90FA92898}"/>
              </a:ext>
            </a:extLst>
          </p:cNvPr>
          <p:cNvGrpSpPr/>
          <p:nvPr/>
        </p:nvGrpSpPr>
        <p:grpSpPr>
          <a:xfrm>
            <a:off x="5208206" y="958850"/>
            <a:ext cx="12192000" cy="2558574"/>
            <a:chOff x="152400" y="152400"/>
            <a:chExt cx="12192000" cy="2558574"/>
          </a:xfrm>
        </p:grpSpPr>
        <p:pic>
          <p:nvPicPr>
            <p:cNvPr id="45058" name="Picture 107">
              <a:extLst>
                <a:ext uri="{FF2B5EF4-FFF2-40B4-BE49-F238E27FC236}">
                  <a16:creationId xmlns:a16="http://schemas.microsoft.com/office/drawing/2014/main" id="{E6FE03FC-65AA-6D68-DEEB-E9788943DC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863" y="609600"/>
              <a:ext cx="6188075" cy="138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57" name="Picture 110">
              <a:extLst>
                <a:ext uri="{FF2B5EF4-FFF2-40B4-BE49-F238E27FC236}">
                  <a16:creationId xmlns:a16="http://schemas.microsoft.com/office/drawing/2014/main" id="{333D03FD-1327-650A-D3E7-8E14D260A0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8532" y="1487011"/>
              <a:ext cx="1760537" cy="1223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EE694983-5F9B-A3E7-4B93-3ECEA39E6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1276350"/>
              <a:ext cx="962025" cy="1619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EE51BBC0-4D34-87D7-BD1E-495B97CE4D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50796" flipH="1">
              <a:off x="5259388" y="1473200"/>
              <a:ext cx="539750" cy="254000"/>
            </a:xfrm>
            <a:prstGeom prst="curvedUpArrow">
              <a:avLst>
                <a:gd name="adj1" fmla="val 25008"/>
                <a:gd name="adj2" fmla="val 49997"/>
                <a:gd name="adj3" fmla="val 17500"/>
              </a:avLst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D2B0B6CD-F14B-D02A-114A-80682D0CB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250" y="1884363"/>
              <a:ext cx="1644650" cy="155575"/>
            </a:xfrm>
            <a:prstGeom prst="rect">
              <a:avLst/>
            </a:prstGeom>
            <a:noFill/>
            <a:ln w="19050">
              <a:solidFill>
                <a:srgbClr val="4472C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D3D08E1F-D667-E31F-9F58-AF4CF5E5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25" y="1393825"/>
              <a:ext cx="3035300" cy="122872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/>
              <a:endParaRPr kumimoji="0" lang="en-PH" altLang="en-US" sz="1000" b="0" i="1" u="none" strike="noStrike" cap="none" normalizeH="0" baseline="0" dirty="0">
                <a:ln>
                  <a:noFill/>
                </a:ln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66700"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upload document?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title of the document.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add button to add the chosen document to upload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upload button.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you want to add more document, click add document button and repeat steps #1 to 3.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0B7F3320-E286-E6DA-2542-6C3B9C7C5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1727200"/>
              <a:ext cx="5588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2140D618-DC2F-0E52-843A-56EAB419E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2057400"/>
              <a:ext cx="5461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208CFEF7-9687-30A5-433E-DFAAF1A9A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524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3C86F966-65B5-2C54-3B55-E1F5462CD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6096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9B9D900A-AF0E-3735-0E76-4E0AABB22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6096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765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676525" algn="l"/>
                </a:tabLst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676525" algn="l"/>
                </a:tabLst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29D4A8B-2E4C-1CAE-6EF6-C53FD389C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8132" y="2730020"/>
            <a:ext cx="248412" cy="4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6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Delete Void Sales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void Sales Order – main window, search the transaction you want to delete.</a:t>
            </a: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In void Sales Order– main form, click the lookup button and select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If done, click delete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3CD29-562D-241B-A89E-D96BF17A173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7A7E80-5630-DF46-983D-9C1FC32E781D}"/>
              </a:ext>
            </a:extLst>
          </p:cNvPr>
          <p:cNvGrpSpPr/>
          <p:nvPr/>
        </p:nvGrpSpPr>
        <p:grpSpPr>
          <a:xfrm>
            <a:off x="5410426" y="477110"/>
            <a:ext cx="12192000" cy="2438400"/>
            <a:chOff x="5227320" y="1056484"/>
            <a:chExt cx="12192000" cy="2438400"/>
          </a:xfrm>
        </p:grpSpPr>
        <p:pic>
          <p:nvPicPr>
            <p:cNvPr id="46081" name="Picture 158">
              <a:extLst>
                <a:ext uri="{FF2B5EF4-FFF2-40B4-BE49-F238E27FC236}">
                  <a16:creationId xmlns:a16="http://schemas.microsoft.com/office/drawing/2014/main" id="{FC86AE89-7F2E-745B-59A9-A848CDA5C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7320" y="1513684"/>
              <a:ext cx="6191250" cy="198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A276FA6-D5A2-7EBB-939E-E657AA83C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2245" y="2404272"/>
              <a:ext cx="1139825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AutoShape 2">
              <a:extLst>
                <a:ext uri="{FF2B5EF4-FFF2-40B4-BE49-F238E27FC236}">
                  <a16:creationId xmlns:a16="http://schemas.microsoft.com/office/drawing/2014/main" id="{8E9B44B3-5BA8-5321-AAA8-CBD73209A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483" y="2509047"/>
              <a:ext cx="200025" cy="9525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12FCB566-B964-7363-1B95-F938D508F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033" y="2404272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65C5FE16-FFBF-883F-EB8B-3F12FF33E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320" y="1056484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F9B6EA7B-C82F-936A-1AF9-DA8559F2D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320" y="1513684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FBA63847-DC7B-1D38-E356-746F0D979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320" y="3494884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C5BC44F-B807-D4F1-E9FD-78FCDCB53164}"/>
              </a:ext>
            </a:extLst>
          </p:cNvPr>
          <p:cNvSpPr txBox="1"/>
          <p:nvPr/>
        </p:nvSpPr>
        <p:spPr>
          <a:xfrm>
            <a:off x="6683601" y="2746448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Void Sales order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ED5994-0E08-4B48-BB56-895DA65990E7}"/>
              </a:ext>
            </a:extLst>
          </p:cNvPr>
          <p:cNvGrpSpPr/>
          <p:nvPr/>
        </p:nvGrpSpPr>
        <p:grpSpPr>
          <a:xfrm>
            <a:off x="5142069" y="2882607"/>
            <a:ext cx="12513310" cy="2581275"/>
            <a:chOff x="-321310" y="0"/>
            <a:chExt cx="12513310" cy="2581275"/>
          </a:xfrm>
        </p:grpSpPr>
        <p:pic>
          <p:nvPicPr>
            <p:cNvPr id="46089" name="Picture 853">
              <a:extLst>
                <a:ext uri="{FF2B5EF4-FFF2-40B4-BE49-F238E27FC236}">
                  <a16:creationId xmlns:a16="http://schemas.microsoft.com/office/drawing/2014/main" id="{DC5ECC1F-B2EF-AFF8-5CC6-B6D998363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106" y="706803"/>
              <a:ext cx="5969000" cy="1685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16">
              <a:extLst>
                <a:ext uri="{FF2B5EF4-FFF2-40B4-BE49-F238E27FC236}">
                  <a16:creationId xmlns:a16="http://schemas.microsoft.com/office/drawing/2014/main" id="{2B14B53E-31CE-1010-B0F7-7CE5E51CDA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663" y="1376363"/>
              <a:ext cx="952500" cy="304800"/>
              <a:chOff x="5238" y="285"/>
              <a:chExt cx="9525" cy="3048"/>
            </a:xfrm>
          </p:grpSpPr>
          <p:sp>
            <p:nvSpPr>
              <p:cNvPr id="25" name="Rectangle 19">
                <a:extLst>
                  <a:ext uri="{FF2B5EF4-FFF2-40B4-BE49-F238E27FC236}">
                    <a16:creationId xmlns:a16="http://schemas.microsoft.com/office/drawing/2014/main" id="{D5FA3074-2590-A77D-B2BB-05FB64F78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" y="285"/>
                <a:ext cx="2759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AutoShape 18">
                <a:extLst>
                  <a:ext uri="{FF2B5EF4-FFF2-40B4-BE49-F238E27FC236}">
                    <a16:creationId xmlns:a16="http://schemas.microsoft.com/office/drawing/2014/main" id="{2209DC7D-5795-A782-4186-C66167493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Text Box 17">
                <a:extLst>
                  <a:ext uri="{FF2B5EF4-FFF2-40B4-BE49-F238E27FC236}">
                    <a16:creationId xmlns:a16="http://schemas.microsoft.com/office/drawing/2014/main" id="{31AF1E61-4005-5B3F-EEAD-BAC582BDC1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PH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  <a:endParaRPr kumimoji="0" lang="en-PH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" name="Group 12">
              <a:extLst>
                <a:ext uri="{FF2B5EF4-FFF2-40B4-BE49-F238E27FC236}">
                  <a16:creationId xmlns:a16="http://schemas.microsoft.com/office/drawing/2014/main" id="{44F15343-B7FE-64B3-03AC-8AF7EB6902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763" y="1071563"/>
              <a:ext cx="981075" cy="304800"/>
              <a:chOff x="3333" y="285"/>
              <a:chExt cx="9810" cy="3048"/>
            </a:xfrm>
          </p:grpSpPr>
          <p:sp>
            <p:nvSpPr>
              <p:cNvPr id="29" name="Rectangle 844">
                <a:extLst>
                  <a:ext uri="{FF2B5EF4-FFF2-40B4-BE49-F238E27FC236}">
                    <a16:creationId xmlns:a16="http://schemas.microsoft.com/office/drawing/2014/main" id="{1B11F595-A133-248D-55F0-883A4DB14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3" y="285"/>
                <a:ext cx="4664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Straight Arrow Connector 845">
                <a:extLst>
                  <a:ext uri="{FF2B5EF4-FFF2-40B4-BE49-F238E27FC236}">
                    <a16:creationId xmlns:a16="http://schemas.microsoft.com/office/drawing/2014/main" id="{F8DE72C8-9D27-A942-79AB-67099CB21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Text Box 846">
                <a:extLst>
                  <a:ext uri="{FF2B5EF4-FFF2-40B4-BE49-F238E27FC236}">
                    <a16:creationId xmlns:a16="http://schemas.microsoft.com/office/drawing/2014/main" id="{94896C0C-B54D-857B-963A-202BED6FCC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3048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460EBCA9-761E-D822-F44E-8ADCC1417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9913" y="1701800"/>
              <a:ext cx="2838928" cy="87947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/>
              <a:endParaRPr kumimoji="0" lang="en-PH" altLang="en-US" sz="1000" b="0" i="1" u="none" strike="noStrike" cap="none" normalizeH="0" baseline="0" dirty="0">
                <a:ln>
                  <a:noFill/>
                </a:ln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void sales order transaction?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transaction number in the search bar.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 search.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to select the transaction you want to delete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034E848F-3F16-D13A-792B-2E04B05C3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21310" y="526510"/>
              <a:ext cx="1306513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285C6267-7E36-E759-5F71-CDFB04D6C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AF3B60FD-A7C1-D8BC-7126-2E860BDA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26">
              <a:extLst>
                <a:ext uri="{FF2B5EF4-FFF2-40B4-BE49-F238E27FC236}">
                  <a16:creationId xmlns:a16="http://schemas.microsoft.com/office/drawing/2014/main" id="{131ABA95-58F5-864D-14BC-C2FD36CB1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44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752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752600" algn="l"/>
                </a:tabLst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752600" algn="l"/>
                </a:tabLst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404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3095170" y="176665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Other Buttons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F36D5-D6DD-044F-B1DE-47256EC7E15B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Void Sales order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38834B-C299-84A8-D2F2-C09279E2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217" y="2104043"/>
            <a:ext cx="6534944" cy="295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12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544</Words>
  <Application>Microsoft Office PowerPoint</Application>
  <PresentationFormat>Widescreen</PresentationFormat>
  <Paragraphs>172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Animosa Extra Bold</vt:lpstr>
      <vt:lpstr>Arial</vt:lpstr>
      <vt:lpstr>Bodoni MT Condensed</vt:lpstr>
      <vt:lpstr>Calibri</vt:lpstr>
      <vt:lpstr>Calibri Light</vt:lpstr>
      <vt:lpstr>Chivo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4</cp:revision>
  <dcterms:created xsi:type="dcterms:W3CDTF">2023-01-10T05:46:41Z</dcterms:created>
  <dcterms:modified xsi:type="dcterms:W3CDTF">2023-01-10T06:04:21Z</dcterms:modified>
</cp:coreProperties>
</file>