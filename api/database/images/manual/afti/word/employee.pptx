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9" r:id="rId2"/>
    <p:sldId id="350" r:id="rId3"/>
    <p:sldId id="351" r:id="rId4"/>
    <p:sldId id="352" r:id="rId5"/>
    <p:sldId id="353" r:id="rId6"/>
    <p:sldId id="354" r:id="rId7"/>
    <p:sldId id="3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8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6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7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3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392244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Employee Ledger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Is a list of employees of the company.</a:t>
            </a: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It is where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all information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of employee are recorded  and transaction history can be viewed.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95EBC-BE13-D975-694F-E034165F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26" y="2080039"/>
            <a:ext cx="6735249" cy="2270942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09" y="123167"/>
            <a:ext cx="4156189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Employee module under Masterfile, employee list will display in the employee ledger main window.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149426" y="3129784"/>
            <a:ext cx="858782" cy="18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111137" y="2660610"/>
            <a:ext cx="5716796" cy="1703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/>
          <p:nvPr/>
        </p:nvCxnSpPr>
        <p:spPr>
          <a:xfrm>
            <a:off x="5987888" y="3204647"/>
            <a:ext cx="2571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6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Create New Employee?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Employee Ledger – Main Window, you will notice a create button in the upper left of the window. Click the create button and you will be redirect in employee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employee ledger – main window, you will be redirected in employee ledger – main form where you will encode the employee other information.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55738" y="573918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E37E-12BA-0A40-6642-87BF9604F9D2}"/>
              </a:ext>
            </a:extLst>
          </p:cNvPr>
          <p:cNvSpPr txBox="1"/>
          <p:nvPr/>
        </p:nvSpPr>
        <p:spPr>
          <a:xfrm>
            <a:off x="805109" y="123167"/>
            <a:ext cx="4156189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4A7D14-BD44-1815-DAA6-E89CA4004953}"/>
              </a:ext>
            </a:extLst>
          </p:cNvPr>
          <p:cNvGrpSpPr/>
          <p:nvPr/>
        </p:nvGrpSpPr>
        <p:grpSpPr>
          <a:xfrm>
            <a:off x="5119020" y="846499"/>
            <a:ext cx="6918665" cy="905009"/>
            <a:chOff x="5106289" y="885167"/>
            <a:chExt cx="6918665" cy="9050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9F3DEC-138B-A0FB-DEC3-91BC9E19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6289" y="885167"/>
              <a:ext cx="6918665" cy="90500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3CBF49-A613-26C1-AB6C-63725474DD93}"/>
                </a:ext>
              </a:extLst>
            </p:cNvPr>
            <p:cNvGrpSpPr/>
            <p:nvPr/>
          </p:nvGrpSpPr>
          <p:grpSpPr>
            <a:xfrm>
              <a:off x="5119020" y="896251"/>
              <a:ext cx="1244829" cy="280959"/>
              <a:chOff x="-41832" y="-1342088"/>
              <a:chExt cx="1244829" cy="3333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76147-C3E3-A3DA-9EE6-28B4093A79F4}"/>
                  </a:ext>
                </a:extLst>
              </p:cNvPr>
              <p:cNvSpPr/>
              <p:nvPr/>
            </p:nvSpPr>
            <p:spPr>
              <a:xfrm>
                <a:off x="-41832" y="-1342088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5904C1A-F510-BBFA-2227-3539E4068D38}"/>
                  </a:ext>
                </a:extLst>
              </p:cNvPr>
              <p:cNvCxnSpPr/>
              <p:nvPr/>
            </p:nvCxnSpPr>
            <p:spPr>
              <a:xfrm>
                <a:off x="793422" y="-11805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 Box 355">
                <a:extLst>
                  <a:ext uri="{FF2B5EF4-FFF2-40B4-BE49-F238E27FC236}">
                    <a16:creationId xmlns:a16="http://schemas.microsoft.com/office/drawing/2014/main" id="{FFBB7070-CC0B-EF23-347F-4E42EAD89C94}"/>
                  </a:ext>
                </a:extLst>
              </p:cNvPr>
              <p:cNvSpPr txBox="1"/>
              <p:nvPr/>
            </p:nvSpPr>
            <p:spPr>
              <a:xfrm>
                <a:off x="1002972" y="-1285353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4C0249-1378-0390-0CFF-44172F8455E0}"/>
              </a:ext>
            </a:extLst>
          </p:cNvPr>
          <p:cNvGrpSpPr/>
          <p:nvPr/>
        </p:nvGrpSpPr>
        <p:grpSpPr>
          <a:xfrm>
            <a:off x="5180201" y="2308477"/>
            <a:ext cx="6796301" cy="2857072"/>
            <a:chOff x="5180201" y="2308477"/>
            <a:chExt cx="6796301" cy="28570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52DC01-FC74-48F2-45CE-1221E29E8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0201" y="2308477"/>
              <a:ext cx="6796301" cy="261396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336419-2718-5D85-E4EF-E11E2647B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3587" y="2691220"/>
              <a:ext cx="2473765" cy="189933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4BC6F-8D06-351A-78D5-0D65D0BBA18F}"/>
                </a:ext>
              </a:extLst>
            </p:cNvPr>
            <p:cNvGrpSpPr/>
            <p:nvPr/>
          </p:nvGrpSpPr>
          <p:grpSpPr>
            <a:xfrm>
              <a:off x="5205515" y="2595885"/>
              <a:ext cx="6406003" cy="2569664"/>
              <a:chOff x="57147" y="777727"/>
              <a:chExt cx="6406215" cy="2569888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34011A-CB2F-0F7B-0FF2-04D64801080B}"/>
                  </a:ext>
                </a:extLst>
              </p:cNvPr>
              <p:cNvSpPr/>
              <p:nvPr/>
            </p:nvSpPr>
            <p:spPr>
              <a:xfrm>
                <a:off x="57147" y="1084996"/>
                <a:ext cx="5721446" cy="226261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855F6AD-4941-0B4B-DC08-B9E09A657770}"/>
                  </a:ext>
                </a:extLst>
              </p:cNvPr>
              <p:cNvCxnSpPr/>
              <p:nvPr/>
            </p:nvCxnSpPr>
            <p:spPr>
              <a:xfrm>
                <a:off x="5803411" y="1361417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51484750-A205-2952-D928-DE6BF39C0A3B}"/>
                  </a:ext>
                </a:extLst>
              </p:cNvPr>
              <p:cNvSpPr txBox="1"/>
              <p:nvPr/>
            </p:nvSpPr>
            <p:spPr>
              <a:xfrm>
                <a:off x="6003437" y="1266167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8A16E66-69A4-243B-0F94-DBCB2EB99BA6}"/>
                  </a:ext>
                </a:extLst>
              </p:cNvPr>
              <p:cNvGrpSpPr/>
              <p:nvPr/>
            </p:nvGrpSpPr>
            <p:grpSpPr>
              <a:xfrm>
                <a:off x="5459026" y="777727"/>
                <a:ext cx="1004336" cy="274557"/>
                <a:chOff x="839401" y="282427"/>
                <a:chExt cx="1004336" cy="274557"/>
              </a:xfrm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560DB8D-17FB-17E7-1EAB-52716642AC6A}"/>
                    </a:ext>
                  </a:extLst>
                </p:cNvPr>
                <p:cNvCxnSpPr/>
                <p:nvPr/>
              </p:nvCxnSpPr>
              <p:spPr>
                <a:xfrm>
                  <a:off x="1434163" y="453877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 Box 258">
                  <a:extLst>
                    <a:ext uri="{FF2B5EF4-FFF2-40B4-BE49-F238E27FC236}">
                      <a16:creationId xmlns:a16="http://schemas.microsoft.com/office/drawing/2014/main" id="{D6EA8A42-93AE-E96D-3444-1C1D8D8AFD7E}"/>
                    </a:ext>
                  </a:extLst>
                </p:cNvPr>
                <p:cNvSpPr txBox="1"/>
                <p:nvPr/>
              </p:nvSpPr>
              <p:spPr>
                <a:xfrm>
                  <a:off x="1643712" y="282427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6C00499-D6A5-F6AC-684E-5C86DE14771A}"/>
                    </a:ext>
                  </a:extLst>
                </p:cNvPr>
                <p:cNvSpPr/>
                <p:nvPr/>
              </p:nvSpPr>
              <p:spPr>
                <a:xfrm>
                  <a:off x="839401" y="347247"/>
                  <a:ext cx="565265" cy="20973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396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086F30-8E9A-0606-89A4-5C557FFA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14" y="1394886"/>
            <a:ext cx="7031743" cy="118695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Employee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employee ledger – main window, search the employee you wish to edit its information in the search bar. Or,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employee ledger – main form, click the lookup button and select the employee you wish to edit its information by typing its employee name in the search bar.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09" y="123167"/>
            <a:ext cx="4192403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C2A51-5CB3-3FB5-FA5F-C26AF4A6D904}"/>
              </a:ext>
            </a:extLst>
          </p:cNvPr>
          <p:cNvGrpSpPr/>
          <p:nvPr/>
        </p:nvGrpSpPr>
        <p:grpSpPr>
          <a:xfrm>
            <a:off x="4942559" y="1659529"/>
            <a:ext cx="1466219" cy="247651"/>
            <a:chOff x="0" y="0"/>
            <a:chExt cx="1466850" cy="2476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EA4B7F-7D44-EF40-E3F4-CCFB75B018EB}"/>
                </a:ext>
              </a:extLst>
            </p:cNvPr>
            <p:cNvSpPr/>
            <p:nvPr/>
          </p:nvSpPr>
          <p:spPr>
            <a:xfrm>
              <a:off x="0" y="0"/>
              <a:ext cx="800100" cy="2476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0389530-8833-2023-F83C-C5108D0F69FC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 Box 265">
              <a:extLst>
                <a:ext uri="{FF2B5EF4-FFF2-40B4-BE49-F238E27FC236}">
                  <a16:creationId xmlns:a16="http://schemas.microsoft.com/office/drawing/2014/main" id="{5D55487E-B5AE-450C-4A61-6AB493085F0E}"/>
                </a:ext>
              </a:extLst>
            </p:cNvPr>
            <p:cNvSpPr txBox="1"/>
            <p:nvPr/>
          </p:nvSpPr>
          <p:spPr>
            <a:xfrm>
              <a:off x="1000125" y="1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528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1760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employee, click edit button in the upper right side of employee ledger – main form.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9CAC5D-1C5D-3580-CE17-99C820390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402" y="3365720"/>
            <a:ext cx="2473765" cy="18993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E6E6975-233F-AF53-8B27-D0FF8FBC31B3}"/>
              </a:ext>
            </a:extLst>
          </p:cNvPr>
          <p:cNvGrpSpPr/>
          <p:nvPr/>
        </p:nvGrpSpPr>
        <p:grpSpPr>
          <a:xfrm>
            <a:off x="4880413" y="2979834"/>
            <a:ext cx="7031743" cy="3117294"/>
            <a:chOff x="4880413" y="2979834"/>
            <a:chExt cx="7031743" cy="31172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50464B-AB0D-2CE2-A668-D962BE1A9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0413" y="2979834"/>
              <a:ext cx="7031743" cy="311729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318A0C-2DBA-1F4E-7778-F4E2D2CCF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26345" y="3355314"/>
              <a:ext cx="2902590" cy="183583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7EA82B-5E49-8646-125F-6AB2ADD93454}"/>
              </a:ext>
            </a:extLst>
          </p:cNvPr>
          <p:cNvGrpSpPr/>
          <p:nvPr/>
        </p:nvGrpSpPr>
        <p:grpSpPr>
          <a:xfrm>
            <a:off x="6324470" y="3305175"/>
            <a:ext cx="5422689" cy="1568790"/>
            <a:chOff x="3761740" y="2666660"/>
            <a:chExt cx="5422689" cy="156879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689608C-3E74-0E27-3EFE-720C52831995}"/>
                </a:ext>
              </a:extLst>
            </p:cNvPr>
            <p:cNvGrpSpPr/>
            <p:nvPr/>
          </p:nvGrpSpPr>
          <p:grpSpPr>
            <a:xfrm>
              <a:off x="3820160" y="2988945"/>
              <a:ext cx="952500" cy="304800"/>
              <a:chOff x="523874" y="28575"/>
              <a:chExt cx="952500" cy="304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37C7C-B025-AAB8-2AFA-3DFCCBC4185E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8CC685C-12ED-BDDC-18D5-DCC6ED123D0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 Box 276">
                <a:extLst>
                  <a:ext uri="{FF2B5EF4-FFF2-40B4-BE49-F238E27FC236}">
                    <a16:creationId xmlns:a16="http://schemas.microsoft.com/office/drawing/2014/main" id="{9891C8B0-7153-FBCE-9ADA-6B79902806AA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0297773-007F-DA82-D198-EAB33EF5300A}"/>
                </a:ext>
              </a:extLst>
            </p:cNvPr>
            <p:cNvGrpSpPr/>
            <p:nvPr/>
          </p:nvGrpSpPr>
          <p:grpSpPr>
            <a:xfrm>
              <a:off x="8203353" y="2666660"/>
              <a:ext cx="981076" cy="304800"/>
              <a:chOff x="1088177" y="72685"/>
              <a:chExt cx="981076" cy="3048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FA48B7-3C92-7267-B30F-63BF37E9D414}"/>
                  </a:ext>
                </a:extLst>
              </p:cNvPr>
              <p:cNvSpPr/>
              <p:nvPr/>
            </p:nvSpPr>
            <p:spPr>
              <a:xfrm>
                <a:off x="1088177" y="72685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B8E6BAD-06D4-A8AE-62CE-1B79ECDA62F7}"/>
                  </a:ext>
                </a:extLst>
              </p:cNvPr>
              <p:cNvCxnSpPr/>
              <p:nvPr/>
            </p:nvCxnSpPr>
            <p:spPr>
              <a:xfrm>
                <a:off x="1554903" y="17746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272">
                <a:extLst>
                  <a:ext uri="{FF2B5EF4-FFF2-40B4-BE49-F238E27FC236}">
                    <a16:creationId xmlns:a16="http://schemas.microsoft.com/office/drawing/2014/main" id="{C491AD24-135D-0067-906F-F3018D8475B0}"/>
                  </a:ext>
                </a:extLst>
              </p:cNvPr>
              <p:cNvSpPr txBox="1"/>
              <p:nvPr/>
            </p:nvSpPr>
            <p:spPr>
              <a:xfrm>
                <a:off x="1764453" y="7268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CACA86-1A4F-62C4-E1B1-4BC87B84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740" y="3355975"/>
              <a:ext cx="2301875" cy="879475"/>
              <a:chOff x="6116" y="177"/>
              <a:chExt cx="3625" cy="138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1E66854-5D62-787B-D08A-9CDB45750E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Text Box 241">
                <a:extLst>
                  <a:ext uri="{FF2B5EF4-FFF2-40B4-BE49-F238E27FC236}">
                    <a16:creationId xmlns:a16="http://schemas.microsoft.com/office/drawing/2014/main" id="{0B3097DE-90B5-6D17-1A62-2A2A4383A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employee?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2733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employee name in the search bar.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kumimoji="0" lang="en-US" sz="8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employee code to select the employee.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02565" marR="0" lvl="0" indent="-101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466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Employee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23767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10470" y="545493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06161" y="2610895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F1A8C4-81E3-A818-F1C0-774E7C400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441" y="2745516"/>
            <a:ext cx="2473765" cy="1899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BD127C-F54C-86C5-CCB8-366226FB5DFB}"/>
              </a:ext>
            </a:extLst>
          </p:cNvPr>
          <p:cNvGrpSpPr/>
          <p:nvPr/>
        </p:nvGrpSpPr>
        <p:grpSpPr>
          <a:xfrm>
            <a:off x="4812642" y="1807934"/>
            <a:ext cx="6796301" cy="3417593"/>
            <a:chOff x="4803588" y="2367893"/>
            <a:chExt cx="6796301" cy="3417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D0BE9C-8238-B735-BE0C-249D1AF24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3588" y="2367893"/>
              <a:ext cx="6796301" cy="2613962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F7AFEB-9F40-1FA2-755B-040B7D1644D3}"/>
                </a:ext>
              </a:extLst>
            </p:cNvPr>
            <p:cNvGrpSpPr/>
            <p:nvPr/>
          </p:nvGrpSpPr>
          <p:grpSpPr>
            <a:xfrm>
              <a:off x="4803588" y="2593435"/>
              <a:ext cx="6385608" cy="3192051"/>
              <a:chOff x="65253" y="636676"/>
              <a:chExt cx="6664411" cy="385519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D20FE0-0186-C89A-DFBA-F2D26622C520}"/>
                  </a:ext>
                </a:extLst>
              </p:cNvPr>
              <p:cNvSpPr/>
              <p:nvPr/>
            </p:nvSpPr>
            <p:spPr>
              <a:xfrm>
                <a:off x="65253" y="1049745"/>
                <a:ext cx="5981700" cy="344212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1889273-5D06-1AB6-16B3-CF668D3923B2}"/>
                  </a:ext>
                </a:extLst>
              </p:cNvPr>
              <p:cNvCxnSpPr/>
              <p:nvPr/>
            </p:nvCxnSpPr>
            <p:spPr>
              <a:xfrm>
                <a:off x="6046953" y="1212949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 Box 285">
                <a:extLst>
                  <a:ext uri="{FF2B5EF4-FFF2-40B4-BE49-F238E27FC236}">
                    <a16:creationId xmlns:a16="http://schemas.microsoft.com/office/drawing/2014/main" id="{11378A30-8DC1-5BD3-17CE-B97D4A3F91A5}"/>
                  </a:ext>
                </a:extLst>
              </p:cNvPr>
              <p:cNvSpPr txBox="1"/>
              <p:nvPr/>
            </p:nvSpPr>
            <p:spPr>
              <a:xfrm>
                <a:off x="6246978" y="1097227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358F7C-03F6-2AA3-0D0B-DE50FC0D8BDB}"/>
                  </a:ext>
                </a:extLst>
              </p:cNvPr>
              <p:cNvGrpSpPr/>
              <p:nvPr/>
            </p:nvGrpSpPr>
            <p:grpSpPr>
              <a:xfrm>
                <a:off x="5672389" y="636676"/>
                <a:ext cx="1057275" cy="436316"/>
                <a:chOff x="1052764" y="141376"/>
                <a:chExt cx="1057275" cy="43631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C2BF7CD-9B52-C96E-11B0-148D00974EBF}"/>
                    </a:ext>
                  </a:extLst>
                </p:cNvPr>
                <p:cNvSpPr/>
                <p:nvPr/>
              </p:nvSpPr>
              <p:spPr>
                <a:xfrm>
                  <a:off x="1052764" y="291942"/>
                  <a:ext cx="647700" cy="28575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7A8BFD95-40AC-671A-034D-93365A5AB785}"/>
                    </a:ext>
                  </a:extLst>
                </p:cNvPr>
                <p:cNvCxnSpPr/>
                <p:nvPr/>
              </p:nvCxnSpPr>
              <p:spPr>
                <a:xfrm>
                  <a:off x="1700465" y="312826"/>
                  <a:ext cx="200025" cy="9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 Box 289">
                  <a:extLst>
                    <a:ext uri="{FF2B5EF4-FFF2-40B4-BE49-F238E27FC236}">
                      <a16:creationId xmlns:a16="http://schemas.microsoft.com/office/drawing/2014/main" id="{7F66E00E-0785-2FE5-5A24-4C022672E67F}"/>
                    </a:ext>
                  </a:extLst>
                </p:cNvPr>
                <p:cNvSpPr txBox="1"/>
                <p:nvPr/>
              </p:nvSpPr>
              <p:spPr>
                <a:xfrm>
                  <a:off x="1910014" y="141376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6391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Delete a Employee Ledger?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employee ledger – main window, search the customer you want to delete.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employee ledger – main form, click the lookup button and select the customer you want to delete.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D2FD2-D35B-25B8-7672-ADCA2176CBD1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45DB3D-E140-BD4F-B96E-735B53003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1F9DC9-B20E-0C53-0AE5-9803F1BE6717}"/>
                </a:ext>
              </a:extLst>
            </p:cNvPr>
            <p:cNvSpPr/>
            <p:nvPr/>
          </p:nvSpPr>
          <p:spPr>
            <a:xfrm>
              <a:off x="4880414" y="1652680"/>
              <a:ext cx="799465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22A5D2-CACB-6BC1-8999-3ACE61E269B1}"/>
                </a:ext>
              </a:extLst>
            </p:cNvPr>
            <p:cNvCxnSpPr/>
            <p:nvPr/>
          </p:nvCxnSpPr>
          <p:spPr>
            <a:xfrm>
              <a:off x="5679879" y="1786030"/>
              <a:ext cx="19939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 Box 367">
              <a:extLst>
                <a:ext uri="{FF2B5EF4-FFF2-40B4-BE49-F238E27FC236}">
                  <a16:creationId xmlns:a16="http://schemas.microsoft.com/office/drawing/2014/main" id="{F56C846C-6A29-44C1-3FCF-8C3B58432683}"/>
                </a:ext>
              </a:extLst>
            </p:cNvPr>
            <p:cNvSpPr txBox="1"/>
            <p:nvPr/>
          </p:nvSpPr>
          <p:spPr>
            <a:xfrm>
              <a:off x="5889429" y="1681255"/>
              <a:ext cx="46609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A313B37-FA5B-8E7B-E9D8-93D943CDB099}"/>
              </a:ext>
            </a:extLst>
          </p:cNvPr>
          <p:cNvGrpSpPr/>
          <p:nvPr/>
        </p:nvGrpSpPr>
        <p:grpSpPr>
          <a:xfrm>
            <a:off x="4998134" y="3224936"/>
            <a:ext cx="6796301" cy="2613962"/>
            <a:chOff x="4998134" y="3224936"/>
            <a:chExt cx="6796301" cy="2613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BEAA7D-84B3-6C40-8475-A23F53C2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8134" y="3224936"/>
              <a:ext cx="6796301" cy="2613962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DB0631-E625-8F5F-AF13-F236F0CACAA3}"/>
                </a:ext>
              </a:extLst>
            </p:cNvPr>
            <p:cNvGrpSpPr/>
            <p:nvPr/>
          </p:nvGrpSpPr>
          <p:grpSpPr>
            <a:xfrm>
              <a:off x="6464161" y="3525038"/>
              <a:ext cx="4144940" cy="617702"/>
              <a:chOff x="4612005" y="3168168"/>
              <a:chExt cx="4144940" cy="61770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5880B84-AF2E-B0EC-EF64-D6F44D07AA54}"/>
                  </a:ext>
                </a:extLst>
              </p:cNvPr>
              <p:cNvGrpSpPr/>
              <p:nvPr/>
            </p:nvGrpSpPr>
            <p:grpSpPr>
              <a:xfrm>
                <a:off x="4612005" y="3481070"/>
                <a:ext cx="952500" cy="304800"/>
                <a:chOff x="523874" y="28575"/>
                <a:chExt cx="952500" cy="3048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FF93F7A-6093-B26F-D1AC-D4F50B88B27F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B0675E4-1ADA-15E4-A0E3-2BF948FBF8FF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 Box 310">
                  <a:extLst>
                    <a:ext uri="{FF2B5EF4-FFF2-40B4-BE49-F238E27FC236}">
                      <a16:creationId xmlns:a16="http://schemas.microsoft.com/office/drawing/2014/main" id="{500EB092-4843-CE10-FDF3-A8141B2B7B2C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40B9861-F4E1-471D-E9D0-2187EA29AE57}"/>
                  </a:ext>
                </a:extLst>
              </p:cNvPr>
              <p:cNvGrpSpPr/>
              <p:nvPr/>
            </p:nvGrpSpPr>
            <p:grpSpPr>
              <a:xfrm>
                <a:off x="7671095" y="3168168"/>
                <a:ext cx="1085850" cy="304800"/>
                <a:chOff x="1405550" y="124613"/>
                <a:chExt cx="1085850" cy="30480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44300EF-D8BB-CA38-B4B6-BD8EF7C2D4CB}"/>
                    </a:ext>
                  </a:extLst>
                </p:cNvPr>
                <p:cNvSpPr/>
                <p:nvPr/>
              </p:nvSpPr>
              <p:spPr>
                <a:xfrm>
                  <a:off x="1405550" y="124613"/>
                  <a:ext cx="571156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C73845B-7225-887A-3A8D-85996B5200CB}"/>
                    </a:ext>
                  </a:extLst>
                </p:cNvPr>
                <p:cNvCxnSpPr/>
                <p:nvPr/>
              </p:nvCxnSpPr>
              <p:spPr>
                <a:xfrm>
                  <a:off x="1977050" y="229388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 Box 306">
                  <a:extLst>
                    <a:ext uri="{FF2B5EF4-FFF2-40B4-BE49-F238E27FC236}">
                      <a16:creationId xmlns:a16="http://schemas.microsoft.com/office/drawing/2014/main" id="{D90DF803-36B4-AB88-F156-DE429DBF8423}"/>
                    </a:ext>
                  </a:extLst>
                </p:cNvPr>
                <p:cNvSpPr txBox="1"/>
                <p:nvPr/>
              </p:nvSpPr>
              <p:spPr>
                <a:xfrm>
                  <a:off x="2186600" y="124613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7AA47-E130-5DF7-AF4A-ED0236F7FD77}"/>
              </a:ext>
            </a:extLst>
          </p:cNvPr>
          <p:cNvSpPr txBox="1"/>
          <p:nvPr/>
        </p:nvSpPr>
        <p:spPr>
          <a:xfrm>
            <a:off x="805110" y="123167"/>
            <a:ext cx="423767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93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Employee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Information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employee ledger – main form will minimize and the other information will be displayed as shown in the photo below.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241006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Employee Ledger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8A09F-309B-6C08-179C-472EE329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15" y="1053547"/>
            <a:ext cx="6456918" cy="1364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C7A20D-41C3-6DC4-B7A7-0F8897F18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07" y="3148970"/>
            <a:ext cx="67818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021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539</Words>
  <Application>Microsoft Office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2023-01-10T03:19:06Z</dcterms:created>
  <dcterms:modified xsi:type="dcterms:W3CDTF">2023-01-10T03:21:04Z</dcterms:modified>
</cp:coreProperties>
</file>