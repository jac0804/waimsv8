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73" r:id="rId3"/>
    <p:sldId id="374" r:id="rId4"/>
    <p:sldId id="375" r:id="rId5"/>
    <p:sldId id="383" r:id="rId6"/>
    <p:sldId id="384" r:id="rId7"/>
    <p:sldId id="385" r:id="rId8"/>
    <p:sldId id="379" r:id="rId9"/>
    <p:sldId id="387" r:id="rId10"/>
    <p:sldId id="381" r:id="rId11"/>
    <p:sldId id="43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D878-0753-F392-AF9F-41E67EC01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9813077E-086C-AE3D-6B1D-48EA5DDB8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5D98DA7-E558-AA30-AF15-0340E663566E}"/>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51907BBB-F5DC-8469-704A-ADCF7382EB3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63A25FF-B186-86B3-5DA7-0DE737161EEB}"/>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047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09EB-F45E-5020-F092-CAB4E2A1A5C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DCFE082-0056-6934-4F20-AAF8A35B34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1202C01-33C7-6DFD-A7F9-D6EFAE1C7B6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4F60123-AE56-3775-17A7-376313A5A12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BF1040-D801-1A33-2ABA-12B3ECE3F7DA}"/>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78169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12C8-C193-CA77-F267-F2D38AEB04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DABA16E-F445-6DE0-E4AB-FA857BB0D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1706-6377-16A3-26C0-CDC1DD14F53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43740A1B-6E28-00A2-A359-1A81493F2A8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2FD67A-984D-CB54-7D3C-E41FBC48DB29}"/>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46157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B3E1-011C-FF64-6675-6A294EAEBD8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D063726-BE72-D88A-8722-6EB8A1051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21CDFA6-F6FD-FE06-B7DD-CCF09FFC8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BE782168-B6CD-866F-7DCE-910E73DA24BD}"/>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3D417449-BD17-3108-EC60-4424F748D2C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5E131C9-76A9-AF13-9BC5-42B8ABB5232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6725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A3D1-9EBA-97EE-D4D3-163570241AB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8AFADDC-271B-8CAE-5707-8BA2EC4C9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010C24-F835-154B-9CA6-0FBECEAF4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52F982B2-D809-5BA7-E41A-65DA4EBF0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2E793-30A9-2F51-D8C8-CF34D4E8D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9A48DE28-86B4-52BC-CF04-9EE4C65E6743}"/>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8" name="Footer Placeholder 7">
            <a:extLst>
              <a:ext uri="{FF2B5EF4-FFF2-40B4-BE49-F238E27FC236}">
                <a16:creationId xmlns:a16="http://schemas.microsoft.com/office/drawing/2014/main" id="{3C1E5AA5-3CC8-CA75-120A-ED5A54D9E72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C877E7FD-696D-A86A-C8CF-112FEDACAB4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209855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065E-FD78-E30D-DCDF-2590444617FE}"/>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DDBC497B-9109-B54D-C969-200277CA5E01}"/>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4" name="Footer Placeholder 3">
            <a:extLst>
              <a:ext uri="{FF2B5EF4-FFF2-40B4-BE49-F238E27FC236}">
                <a16:creationId xmlns:a16="http://schemas.microsoft.com/office/drawing/2014/main" id="{88469FF5-4430-4A3C-6348-D516AF654BB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F7EF08B-23C7-A26B-1EBF-D6480DF3563E}"/>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79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96A591-1EC1-91A1-DF00-9F80C23039EF}"/>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3" name="Footer Placeholder 2">
            <a:extLst>
              <a:ext uri="{FF2B5EF4-FFF2-40B4-BE49-F238E27FC236}">
                <a16:creationId xmlns:a16="http://schemas.microsoft.com/office/drawing/2014/main" id="{F8DEE169-FCA4-1F57-C74A-6F1BEA7D0033}"/>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E2D1F2A7-930B-275F-204F-FBBA78C2F1B5}"/>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7692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2D76-2ABE-D57C-EB8A-CBC797BAC8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714EB5C1-03B1-D6C8-2F6D-80C73EB29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E0EE84D-5466-A990-ED4D-1C915B538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0B405-C12F-8974-AFAC-BC02E749E54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CD577E86-7A35-D515-665F-D31416F3597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B6795A9-CE47-DF3D-F79D-D538E68AEAC3}"/>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828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2437-CA9E-008C-E67B-EFFEE88E9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CAF6E16A-A812-5234-FAA8-2FA2AB64A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A767D58-2C56-F05C-191C-78A940B29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12E6F-08D8-8634-9298-426512867EB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E42A3B93-4B8B-6960-21DF-3162DDBBE30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61E6718-0304-24D4-DE74-D99D4B86514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18128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5083-DFDF-EFB5-3210-786B4CDD5D1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0F30E59-0B36-9BDC-9E1A-90F2E2FE5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23758F8-6CD8-DAAC-BD28-D77A8221C08A}"/>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DDA0FC65-5187-9868-048F-753747C9A3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F020681-FA3F-CDF4-4736-BE90574904A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02813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94EB09-8790-825C-E6DF-DC3D220AB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C93AC03-5B79-B3CC-937A-E9326AD903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7F3150F-FF7F-423F-A07D-2196E530A9C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6228607-03AE-F239-DF0F-DBE38C417C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32C7311-2AD4-0720-88BE-D53F67274AB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077593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66639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1528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163981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135933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339427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473671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6914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1158197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731378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9226624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013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19E0E-E3DB-1F61-737B-981CECC0B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B3AFFF6-9EFE-E46E-19D4-D1D38810D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DF1A037-1FE2-0FE0-A9A3-BE0A04F93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EBDD2511-467C-00AC-A741-7BD7B2FD4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D3F12802-CEDB-1835-A96E-E43D007F88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FD21C-FA42-4D69-9558-A07270C73C58}" type="slidenum">
              <a:rPr lang="en-PH" smtClean="0"/>
              <a:t>‹#›</a:t>
            </a:fld>
            <a:endParaRPr lang="en-PH"/>
          </a:p>
        </p:txBody>
      </p:sp>
    </p:spTree>
    <p:extLst>
      <p:ext uri="{BB962C8B-B14F-4D97-AF65-F5344CB8AC3E}">
        <p14:creationId xmlns:p14="http://schemas.microsoft.com/office/powerpoint/2010/main" val="296282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691448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Purchase Return</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Purchase Return is where item returned that has been previously purchased from the supplier are recorded.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F8AB4A6-7C7B-BE57-7745-6EDE2A0DD3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5835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E71A6-2229-BC7B-0BFF-9C0F67C51DE2}"/>
              </a:ext>
            </a:extLst>
          </p:cNvPr>
          <p:cNvPicPr>
            <a:picLocks noChangeAspect="1"/>
          </p:cNvPicPr>
          <p:nvPr/>
        </p:nvPicPr>
        <p:blipFill>
          <a:blip r:embed="rId2"/>
          <a:stretch>
            <a:fillRect/>
          </a:stretch>
        </p:blipFill>
        <p:spPr>
          <a:xfrm>
            <a:off x="5417255" y="1860309"/>
            <a:ext cx="5969635" cy="197485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Purchase Return module under Purchases, Purchase Return transactions list will display based on filtered date and status in the purchases return main window.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BB2F2EF-C10B-C2E7-92D8-0FC691798FC9}"/>
              </a:ext>
            </a:extLst>
          </p:cNvPr>
          <p:cNvGrpSpPr/>
          <p:nvPr/>
        </p:nvGrpSpPr>
        <p:grpSpPr>
          <a:xfrm>
            <a:off x="5417308" y="2923135"/>
            <a:ext cx="5941820" cy="912024"/>
            <a:chOff x="3127250" y="3151187"/>
            <a:chExt cx="5941820" cy="912024"/>
          </a:xfrm>
        </p:grpSpPr>
        <p:sp>
          <p:nvSpPr>
            <p:cNvPr id="10" name="Rectangle 9">
              <a:extLst>
                <a:ext uri="{FF2B5EF4-FFF2-40B4-BE49-F238E27FC236}">
                  <a16:creationId xmlns:a16="http://schemas.microsoft.com/office/drawing/2014/main" id="{F18004E0-9A1A-AFE4-2288-F4A59C29D523}"/>
                </a:ext>
              </a:extLst>
            </p:cNvPr>
            <p:cNvSpPr/>
            <p:nvPr/>
          </p:nvSpPr>
          <p:spPr>
            <a:xfrm>
              <a:off x="3127250" y="3729545"/>
              <a:ext cx="854183" cy="1747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4075430" y="3151187"/>
              <a:ext cx="4993640" cy="912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a:cxnSpLocks/>
            </p:cNvCxnSpPr>
            <p:nvPr/>
          </p:nvCxnSpPr>
          <p:spPr>
            <a:xfrm flipV="1">
              <a:off x="3736666" y="3584559"/>
              <a:ext cx="338764" cy="1259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Slide Number Placeholder 2">
            <a:extLst>
              <a:ext uri="{FF2B5EF4-FFF2-40B4-BE49-F238E27FC236}">
                <a16:creationId xmlns:a16="http://schemas.microsoft.com/office/drawing/2014/main" id="{91C6F7ED-3152-2463-0BF1-DA064D5D79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5013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119577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91637"/>
            <a:ext cx="4179346" cy="38705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Return – Main Window, you will notice a create button in the upper left of the window. Click the create button and you will be redirect in purchase return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purchase return – main form where you will encode the other necessary information of the transaction and record the items’ returned to the supplier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16" name="Group 15">
            <a:extLst>
              <a:ext uri="{FF2B5EF4-FFF2-40B4-BE49-F238E27FC236}">
                <a16:creationId xmlns:a16="http://schemas.microsoft.com/office/drawing/2014/main" id="{66912E27-6946-8771-8A5C-FB406CCF467F}"/>
              </a:ext>
            </a:extLst>
          </p:cNvPr>
          <p:cNvGrpSpPr/>
          <p:nvPr/>
        </p:nvGrpSpPr>
        <p:grpSpPr>
          <a:xfrm>
            <a:off x="5191125" y="1195779"/>
            <a:ext cx="6195765" cy="1163320"/>
            <a:chOff x="5191125" y="1195779"/>
            <a:chExt cx="6195765" cy="1163320"/>
          </a:xfrm>
        </p:grpSpPr>
        <p:grpSp>
          <p:nvGrpSpPr>
            <p:cNvPr id="15" name="Group 14">
              <a:extLst>
                <a:ext uri="{FF2B5EF4-FFF2-40B4-BE49-F238E27FC236}">
                  <a16:creationId xmlns:a16="http://schemas.microsoft.com/office/drawing/2014/main" id="{2642837E-6668-E5D7-8895-55F88E3DC90E}"/>
                </a:ext>
              </a:extLst>
            </p:cNvPr>
            <p:cNvGrpSpPr/>
            <p:nvPr/>
          </p:nvGrpSpPr>
          <p:grpSpPr>
            <a:xfrm>
              <a:off x="5191125" y="1195779"/>
              <a:ext cx="6195765" cy="1163320"/>
              <a:chOff x="5191125" y="1195779"/>
              <a:chExt cx="6195765" cy="1163320"/>
            </a:xfrm>
          </p:grpSpPr>
          <p:pic>
            <p:nvPicPr>
              <p:cNvPr id="10" name="Picture 9">
                <a:extLst>
                  <a:ext uri="{FF2B5EF4-FFF2-40B4-BE49-F238E27FC236}">
                    <a16:creationId xmlns:a16="http://schemas.microsoft.com/office/drawing/2014/main" id="{3FA31FB3-3D1F-2A99-1BD7-6F2B0D751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7545" y="1195779"/>
                <a:ext cx="6189345" cy="1163320"/>
              </a:xfrm>
              <a:prstGeom prst="rect">
                <a:avLst/>
              </a:prstGeom>
            </p:spPr>
          </p:pic>
          <p:pic>
            <p:nvPicPr>
              <p:cNvPr id="11" name="Picture 10">
                <a:extLst>
                  <a:ext uri="{FF2B5EF4-FFF2-40B4-BE49-F238E27FC236}">
                    <a16:creationId xmlns:a16="http://schemas.microsoft.com/office/drawing/2014/main" id="{A71B61A1-B8B4-8D0B-240F-E2E9C3C536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1125" y="1218632"/>
                <a:ext cx="2315210" cy="230505"/>
              </a:xfrm>
              <a:prstGeom prst="rect">
                <a:avLst/>
              </a:prstGeom>
            </p:spPr>
          </p:pic>
        </p:grpSp>
        <p:grpSp>
          <p:nvGrpSpPr>
            <p:cNvPr id="6" name="Group 5">
              <a:extLst>
                <a:ext uri="{FF2B5EF4-FFF2-40B4-BE49-F238E27FC236}">
                  <a16:creationId xmlns:a16="http://schemas.microsoft.com/office/drawing/2014/main" id="{23E2DEEB-D647-DC75-CE9D-060676AC7006}"/>
                </a:ext>
              </a:extLst>
            </p:cNvPr>
            <p:cNvGrpSpPr/>
            <p:nvPr/>
          </p:nvGrpSpPr>
          <p:grpSpPr>
            <a:xfrm>
              <a:off x="5259550" y="1503341"/>
              <a:ext cx="1209675" cy="333375"/>
              <a:chOff x="0" y="0"/>
              <a:chExt cx="1209675" cy="333375"/>
            </a:xfrm>
          </p:grpSpPr>
          <p:sp>
            <p:nvSpPr>
              <p:cNvPr id="7" name="Rectangle 6">
                <a:extLst>
                  <a:ext uri="{FF2B5EF4-FFF2-40B4-BE49-F238E27FC236}">
                    <a16:creationId xmlns:a16="http://schemas.microsoft.com/office/drawing/2014/main" id="{54449394-DFD5-D3BC-F5C9-C860486922A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A0EA4698-3A96-C971-C02C-9C6113E06C3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75">
                <a:extLst>
                  <a:ext uri="{FF2B5EF4-FFF2-40B4-BE49-F238E27FC236}">
                    <a16:creationId xmlns:a16="http://schemas.microsoft.com/office/drawing/2014/main" id="{6961AC46-827E-43BD-B8F7-0ECD313B14B4}"/>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17" name="Group 16">
            <a:extLst>
              <a:ext uri="{FF2B5EF4-FFF2-40B4-BE49-F238E27FC236}">
                <a16:creationId xmlns:a16="http://schemas.microsoft.com/office/drawing/2014/main" id="{EFB4D266-DBA7-3DFB-06AF-8FE56256E58C}"/>
              </a:ext>
            </a:extLst>
          </p:cNvPr>
          <p:cNvGrpSpPr/>
          <p:nvPr/>
        </p:nvGrpSpPr>
        <p:grpSpPr>
          <a:xfrm>
            <a:off x="5327020" y="2841964"/>
            <a:ext cx="5982970" cy="2484120"/>
            <a:chOff x="137847" y="-263031"/>
            <a:chExt cx="6189345" cy="2902124"/>
          </a:xfrm>
        </p:grpSpPr>
        <p:pic>
          <p:nvPicPr>
            <p:cNvPr id="18" name="Picture 17">
              <a:extLst>
                <a:ext uri="{FF2B5EF4-FFF2-40B4-BE49-F238E27FC236}">
                  <a16:creationId xmlns:a16="http://schemas.microsoft.com/office/drawing/2014/main" id="{76F5EF6F-34E2-C675-E18B-56BC9CE743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847" y="-263031"/>
              <a:ext cx="6189345" cy="2902124"/>
            </a:xfrm>
            <a:prstGeom prst="rect">
              <a:avLst/>
            </a:prstGeom>
          </p:spPr>
        </p:pic>
        <p:grpSp>
          <p:nvGrpSpPr>
            <p:cNvPr id="19" name="Group 18">
              <a:extLst>
                <a:ext uri="{FF2B5EF4-FFF2-40B4-BE49-F238E27FC236}">
                  <a16:creationId xmlns:a16="http://schemas.microsoft.com/office/drawing/2014/main" id="{E7513ADE-3E98-6E00-80B0-FA7ECD09A30C}"/>
                </a:ext>
              </a:extLst>
            </p:cNvPr>
            <p:cNvGrpSpPr/>
            <p:nvPr/>
          </p:nvGrpSpPr>
          <p:grpSpPr>
            <a:xfrm>
              <a:off x="609458" y="672573"/>
              <a:ext cx="5592194" cy="365643"/>
              <a:chOff x="-4010167" y="177273"/>
              <a:chExt cx="5592194" cy="365643"/>
            </a:xfrm>
          </p:grpSpPr>
          <p:sp>
            <p:nvSpPr>
              <p:cNvPr id="20" name="Rectangle 19">
                <a:extLst>
                  <a:ext uri="{FF2B5EF4-FFF2-40B4-BE49-F238E27FC236}">
                    <a16:creationId xmlns:a16="http://schemas.microsoft.com/office/drawing/2014/main" id="{D13C1736-BD6F-F577-7FB6-725CC27762D9}"/>
                  </a:ext>
                </a:extLst>
              </p:cNvPr>
              <p:cNvSpPr/>
              <p:nvPr/>
            </p:nvSpPr>
            <p:spPr>
              <a:xfrm>
                <a:off x="-4010167" y="177273"/>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09A8DC65-4E3D-CAC1-3920-F53B98A494D7}"/>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04">
                <a:extLst>
                  <a:ext uri="{FF2B5EF4-FFF2-40B4-BE49-F238E27FC236}">
                    <a16:creationId xmlns:a16="http://schemas.microsoft.com/office/drawing/2014/main" id="{C6958467-A1CD-2184-E354-28A5BC1895EF}"/>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sp>
        <p:nvSpPr>
          <p:cNvPr id="5" name="Slide Number Placeholder 4">
            <a:extLst>
              <a:ext uri="{FF2B5EF4-FFF2-40B4-BE49-F238E27FC236}">
                <a16:creationId xmlns:a16="http://schemas.microsoft.com/office/drawing/2014/main" id="{7568C476-097E-EB06-DFCC-3FF535DC39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Text Box 6">
            <a:extLst>
              <a:ext uri="{FF2B5EF4-FFF2-40B4-BE49-F238E27FC236}">
                <a16:creationId xmlns:a16="http://schemas.microsoft.com/office/drawing/2014/main" id="{71FF3268-3AA6-DB2B-7C80-83ADCBF30A1F}"/>
              </a:ext>
            </a:extLst>
          </p:cNvPr>
          <p:cNvSpPr txBox="1">
            <a:spLocks noChangeArrowheads="1"/>
          </p:cNvSpPr>
          <p:nvPr/>
        </p:nvSpPr>
        <p:spPr bwMode="auto">
          <a:xfrm>
            <a:off x="7059927" y="4175888"/>
            <a:ext cx="2420016" cy="625124"/>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268288" marR="0" lvl="0" indent="-176213"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supplier?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supplier name in the search bar.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supplier.</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676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D420179-1DC8-1B43-5F50-67445AA59F61}"/>
              </a:ext>
            </a:extLst>
          </p:cNvPr>
          <p:cNvPicPr>
            <a:picLocks noChangeAspect="1"/>
          </p:cNvPicPr>
          <p:nvPr/>
        </p:nvPicPr>
        <p:blipFill>
          <a:blip r:embed="rId2"/>
          <a:stretch>
            <a:fillRect/>
          </a:stretch>
        </p:blipFill>
        <p:spPr>
          <a:xfrm>
            <a:off x="5756322" y="1337728"/>
            <a:ext cx="6106160" cy="3084195"/>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49138"/>
            <a:ext cx="4179346" cy="38328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returned items to supplier.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Add item: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returned items don’t have any reference, manually add the item by clicking the add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Quick Add: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know the item code, you may click this button to manually add an item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RR: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returned items are from Purchase Receiving, click RR button to select transaction from purchase receiving module.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5" name="Group 4">
            <a:extLst>
              <a:ext uri="{FF2B5EF4-FFF2-40B4-BE49-F238E27FC236}">
                <a16:creationId xmlns:a16="http://schemas.microsoft.com/office/drawing/2014/main" id="{EC0449A2-AAF7-C4E8-F59E-9638AEAA6303}"/>
              </a:ext>
            </a:extLst>
          </p:cNvPr>
          <p:cNvGrpSpPr/>
          <p:nvPr/>
        </p:nvGrpSpPr>
        <p:grpSpPr>
          <a:xfrm>
            <a:off x="5784194" y="1563600"/>
            <a:ext cx="6043739" cy="2834925"/>
            <a:chOff x="810986" y="-124422"/>
            <a:chExt cx="6043947" cy="2835196"/>
          </a:xfrm>
        </p:grpSpPr>
        <p:sp>
          <p:nvSpPr>
            <p:cNvPr id="13" name="Rectangle 12">
              <a:extLst>
                <a:ext uri="{FF2B5EF4-FFF2-40B4-BE49-F238E27FC236}">
                  <a16:creationId xmlns:a16="http://schemas.microsoft.com/office/drawing/2014/main" id="{A2BDDBB1-26D3-3FB3-2D1E-CF4D39BE1FFE}"/>
                </a:ext>
              </a:extLst>
            </p:cNvPr>
            <p:cNvSpPr/>
            <p:nvPr/>
          </p:nvSpPr>
          <p:spPr>
            <a:xfrm>
              <a:off x="810986" y="357409"/>
              <a:ext cx="6043947" cy="110881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C77FC66-B207-87B3-DDDB-65808E647E5E}"/>
                </a:ext>
              </a:extLst>
            </p:cNvPr>
            <p:cNvSpPr/>
            <p:nvPr/>
          </p:nvSpPr>
          <p:spPr>
            <a:xfrm>
              <a:off x="921484" y="1720174"/>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Text Box 714">
              <a:extLst>
                <a:ext uri="{FF2B5EF4-FFF2-40B4-BE49-F238E27FC236}">
                  <a16:creationId xmlns:a16="http://schemas.microsoft.com/office/drawing/2014/main" id="{B2C14DFC-BED9-3872-B62A-B9DB8B9E8545}"/>
                </a:ext>
              </a:extLst>
            </p:cNvPr>
            <p:cNvSpPr txBox="1"/>
            <p:nvPr/>
          </p:nvSpPr>
          <p:spPr>
            <a:xfrm>
              <a:off x="843643" y="1489506"/>
              <a:ext cx="787400" cy="28363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25" name="Text Box 708">
              <a:extLst>
                <a:ext uri="{FF2B5EF4-FFF2-40B4-BE49-F238E27FC236}">
                  <a16:creationId xmlns:a16="http://schemas.microsoft.com/office/drawing/2014/main" id="{A108C9DD-38C3-66A6-D399-13CD0B3143D7}"/>
                </a:ext>
              </a:extLst>
            </p:cNvPr>
            <p:cNvSpPr txBox="1"/>
            <p:nvPr/>
          </p:nvSpPr>
          <p:spPr>
            <a:xfrm>
              <a:off x="843643" y="-124422"/>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6" name="Text Box 710">
              <a:extLst>
                <a:ext uri="{FF2B5EF4-FFF2-40B4-BE49-F238E27FC236}">
                  <a16:creationId xmlns:a16="http://schemas.microsoft.com/office/drawing/2014/main" id="{A1E13475-8B57-6BCF-80B3-65122CC564B2}"/>
                </a:ext>
              </a:extLst>
            </p:cNvPr>
            <p:cNvSpPr txBox="1"/>
            <p:nvPr/>
          </p:nvSpPr>
          <p:spPr>
            <a:xfrm>
              <a:off x="5611586" y="832757"/>
              <a:ext cx="961902" cy="28582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a:t>
              </a:r>
            </a:p>
          </p:txBody>
        </p:sp>
        <p:sp>
          <p:nvSpPr>
            <p:cNvPr id="27" name="Rectangle 26">
              <a:extLst>
                <a:ext uri="{FF2B5EF4-FFF2-40B4-BE49-F238E27FC236}">
                  <a16:creationId xmlns:a16="http://schemas.microsoft.com/office/drawing/2014/main" id="{6C9CC331-DCC5-DF9A-A077-52B1D900F2E6}"/>
                </a:ext>
              </a:extLst>
            </p:cNvPr>
            <p:cNvSpPr/>
            <p:nvPr/>
          </p:nvSpPr>
          <p:spPr>
            <a:xfrm>
              <a:off x="5121729" y="103414"/>
              <a:ext cx="675088" cy="2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E1E70A34-120F-271F-4A2F-414E3248A371}"/>
                </a:ext>
              </a:extLst>
            </p:cNvPr>
            <p:cNvCxnSpPr/>
            <p:nvPr/>
          </p:nvCxnSpPr>
          <p:spPr>
            <a:xfrm>
              <a:off x="5774872" y="117021"/>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704">
              <a:extLst>
                <a:ext uri="{FF2B5EF4-FFF2-40B4-BE49-F238E27FC236}">
                  <a16:creationId xmlns:a16="http://schemas.microsoft.com/office/drawing/2014/main" id="{DBD8B356-962B-0C94-5B15-16BF4028B1D7}"/>
                </a:ext>
              </a:extLst>
            </p:cNvPr>
            <p:cNvSpPr txBox="1"/>
            <p:nvPr/>
          </p:nvSpPr>
          <p:spPr>
            <a:xfrm>
              <a:off x="5976257"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4.2</a:t>
              </a:r>
            </a:p>
          </p:txBody>
        </p:sp>
        <p:sp>
          <p:nvSpPr>
            <p:cNvPr id="30" name="Rectangle 29">
              <a:extLst>
                <a:ext uri="{FF2B5EF4-FFF2-40B4-BE49-F238E27FC236}">
                  <a16:creationId xmlns:a16="http://schemas.microsoft.com/office/drawing/2014/main" id="{0879499D-6A20-624C-12DE-2E87412EA286}"/>
                </a:ext>
              </a:extLst>
            </p:cNvPr>
            <p:cNvSpPr/>
            <p:nvPr/>
          </p:nvSpPr>
          <p:spPr>
            <a:xfrm>
              <a:off x="4081376" y="1484616"/>
              <a:ext cx="1140407" cy="2355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0BAE9885-C3DC-2ADF-2E14-AF201D01E7B5}"/>
                </a:ext>
              </a:extLst>
            </p:cNvPr>
            <p:cNvCxnSpPr>
              <a:cxnSpLocks/>
            </p:cNvCxnSpPr>
            <p:nvPr/>
          </p:nvCxnSpPr>
          <p:spPr>
            <a:xfrm>
              <a:off x="5038564" y="1758372"/>
              <a:ext cx="314130" cy="1576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712">
              <a:extLst>
                <a:ext uri="{FF2B5EF4-FFF2-40B4-BE49-F238E27FC236}">
                  <a16:creationId xmlns:a16="http://schemas.microsoft.com/office/drawing/2014/main" id="{04D4FB79-0AC9-3696-6AD1-8CE076112717}"/>
                </a:ext>
              </a:extLst>
            </p:cNvPr>
            <p:cNvSpPr txBox="1"/>
            <p:nvPr/>
          </p:nvSpPr>
          <p:spPr>
            <a:xfrm>
              <a:off x="5391615" y="177314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sp>
        <p:nvSpPr>
          <p:cNvPr id="7" name="Slide Number Placeholder 6">
            <a:extLst>
              <a:ext uri="{FF2B5EF4-FFF2-40B4-BE49-F238E27FC236}">
                <a16:creationId xmlns:a16="http://schemas.microsoft.com/office/drawing/2014/main" id="{8C198340-91AB-4920-BEA9-99CBEFB454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E50FAE7C-AF0D-93DA-5591-310EEDCDF18E}"/>
              </a:ext>
            </a:extLst>
          </p:cNvPr>
          <p:cNvSpPr/>
          <p:nvPr/>
        </p:nvSpPr>
        <p:spPr>
          <a:xfrm>
            <a:off x="11424251" y="3172484"/>
            <a:ext cx="403682" cy="2143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2B9F7C53-4BBC-35BF-16FB-41FCEB6CD6AC}"/>
              </a:ext>
            </a:extLst>
          </p:cNvPr>
          <p:cNvCxnSpPr>
            <a:cxnSpLocks/>
          </p:cNvCxnSpPr>
          <p:nvPr/>
        </p:nvCxnSpPr>
        <p:spPr>
          <a:xfrm flipH="1">
            <a:off x="10839629" y="3351026"/>
            <a:ext cx="545703" cy="2528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77332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49137"/>
            <a:ext cx="4179346" cy="50134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returned items to supplier from Receiving Report and select the items returned by clicking RR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RR button, a dialog box of all receiving report transactions to the supplier will be displayed. Search the document number and select the received items, returned to supplier by ticking the check box. You may select multiple receiving report transactions in one purchase return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show details button, to itemize the receiving report transaction.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accept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57" name="Group 56">
            <a:extLst>
              <a:ext uri="{FF2B5EF4-FFF2-40B4-BE49-F238E27FC236}">
                <a16:creationId xmlns:a16="http://schemas.microsoft.com/office/drawing/2014/main" id="{A27FBD53-2C37-D3A5-CBA5-5C45EC5773D3}"/>
              </a:ext>
            </a:extLst>
          </p:cNvPr>
          <p:cNvGrpSpPr/>
          <p:nvPr/>
        </p:nvGrpSpPr>
        <p:grpSpPr>
          <a:xfrm>
            <a:off x="5615836" y="315372"/>
            <a:ext cx="6279424" cy="3320419"/>
            <a:chOff x="1141884" y="3696785"/>
            <a:chExt cx="6279424" cy="3320419"/>
          </a:xfrm>
        </p:grpSpPr>
        <p:pic>
          <p:nvPicPr>
            <p:cNvPr id="55" name="Picture 54">
              <a:extLst>
                <a:ext uri="{FF2B5EF4-FFF2-40B4-BE49-F238E27FC236}">
                  <a16:creationId xmlns:a16="http://schemas.microsoft.com/office/drawing/2014/main" id="{CE04B258-07C9-90FA-8F0D-32D394233F71}"/>
                </a:ext>
              </a:extLst>
            </p:cNvPr>
            <p:cNvPicPr>
              <a:picLocks noChangeAspect="1"/>
            </p:cNvPicPr>
            <p:nvPr/>
          </p:nvPicPr>
          <p:blipFill rotWithShape="1">
            <a:blip r:embed="rId2"/>
            <a:srcRect b="43490"/>
            <a:stretch/>
          </p:blipFill>
          <p:spPr>
            <a:xfrm>
              <a:off x="1141884" y="3696785"/>
              <a:ext cx="6279424" cy="2342695"/>
            </a:xfrm>
            <a:prstGeom prst="rect">
              <a:avLst/>
            </a:prstGeom>
          </p:spPr>
        </p:pic>
        <p:pic>
          <p:nvPicPr>
            <p:cNvPr id="56" name="Picture 55">
              <a:extLst>
                <a:ext uri="{FF2B5EF4-FFF2-40B4-BE49-F238E27FC236}">
                  <a16:creationId xmlns:a16="http://schemas.microsoft.com/office/drawing/2014/main" id="{886B7A16-C2EB-34A2-7499-958E3D0AD7AF}"/>
                </a:ext>
              </a:extLst>
            </p:cNvPr>
            <p:cNvPicPr>
              <a:picLocks noChangeAspect="1"/>
            </p:cNvPicPr>
            <p:nvPr/>
          </p:nvPicPr>
          <p:blipFill rotWithShape="1">
            <a:blip r:embed="rId2"/>
            <a:srcRect t="75192" b="798"/>
            <a:stretch/>
          </p:blipFill>
          <p:spPr>
            <a:xfrm>
              <a:off x="1141884" y="6021790"/>
              <a:ext cx="6279424" cy="995414"/>
            </a:xfrm>
            <a:prstGeom prst="rect">
              <a:avLst/>
            </a:prstGeom>
          </p:spPr>
        </p:pic>
      </p:grpSp>
      <p:grpSp>
        <p:nvGrpSpPr>
          <p:cNvPr id="63" name="Group 62">
            <a:extLst>
              <a:ext uri="{FF2B5EF4-FFF2-40B4-BE49-F238E27FC236}">
                <a16:creationId xmlns:a16="http://schemas.microsoft.com/office/drawing/2014/main" id="{8F1462DA-C5EE-C0FF-2F91-867F283B5A15}"/>
              </a:ext>
            </a:extLst>
          </p:cNvPr>
          <p:cNvGrpSpPr/>
          <p:nvPr/>
        </p:nvGrpSpPr>
        <p:grpSpPr>
          <a:xfrm>
            <a:off x="5285524" y="3758387"/>
            <a:ext cx="6189345" cy="2906395"/>
            <a:chOff x="5356860" y="3729256"/>
            <a:chExt cx="6189345" cy="2906395"/>
          </a:xfrm>
        </p:grpSpPr>
        <p:pic>
          <p:nvPicPr>
            <p:cNvPr id="58" name="Picture 57">
              <a:extLst>
                <a:ext uri="{FF2B5EF4-FFF2-40B4-BE49-F238E27FC236}">
                  <a16:creationId xmlns:a16="http://schemas.microsoft.com/office/drawing/2014/main" id="{0CC48E73-98F8-0FE4-9F0C-EAF59351F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6860" y="3729256"/>
              <a:ext cx="6189345" cy="2906395"/>
            </a:xfrm>
            <a:prstGeom prst="rect">
              <a:avLst/>
            </a:prstGeom>
          </p:spPr>
        </p:pic>
        <p:grpSp>
          <p:nvGrpSpPr>
            <p:cNvPr id="62" name="Group 61">
              <a:extLst>
                <a:ext uri="{FF2B5EF4-FFF2-40B4-BE49-F238E27FC236}">
                  <a16:creationId xmlns:a16="http://schemas.microsoft.com/office/drawing/2014/main" id="{4BF65F0F-997F-0800-1843-9358DF066A16}"/>
                </a:ext>
              </a:extLst>
            </p:cNvPr>
            <p:cNvGrpSpPr/>
            <p:nvPr/>
          </p:nvGrpSpPr>
          <p:grpSpPr>
            <a:xfrm>
              <a:off x="5438437" y="4854258"/>
              <a:ext cx="977900" cy="807085"/>
              <a:chOff x="5607050" y="3025458"/>
              <a:chExt cx="977900" cy="807085"/>
            </a:xfrm>
          </p:grpSpPr>
          <p:sp>
            <p:nvSpPr>
              <p:cNvPr id="59" name="Rectangle 58">
                <a:extLst>
                  <a:ext uri="{FF2B5EF4-FFF2-40B4-BE49-F238E27FC236}">
                    <a16:creationId xmlns:a16="http://schemas.microsoft.com/office/drawing/2014/main" id="{09BB46AB-9AE3-9060-EA58-FCD5D710A96E}"/>
                  </a:ext>
                </a:extLst>
              </p:cNvPr>
              <p:cNvSpPr/>
              <p:nvPr/>
            </p:nvSpPr>
            <p:spPr>
              <a:xfrm>
                <a:off x="5607050" y="3025458"/>
                <a:ext cx="367030" cy="80708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0" name="Straight Arrow Connector 59">
                <a:extLst>
                  <a:ext uri="{FF2B5EF4-FFF2-40B4-BE49-F238E27FC236}">
                    <a16:creationId xmlns:a16="http://schemas.microsoft.com/office/drawing/2014/main" id="{F08F7AB3-7F45-AE56-1991-A7043D330446}"/>
                  </a:ext>
                </a:extLst>
              </p:cNvPr>
              <p:cNvCxnSpPr/>
              <p:nvPr/>
            </p:nvCxnSpPr>
            <p:spPr>
              <a:xfrm>
                <a:off x="5960745" y="332263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Text Box 271">
                <a:extLst>
                  <a:ext uri="{FF2B5EF4-FFF2-40B4-BE49-F238E27FC236}">
                    <a16:creationId xmlns:a16="http://schemas.microsoft.com/office/drawing/2014/main" id="{7535A538-E863-D770-EA05-BB5A451D7919}"/>
                  </a:ext>
                </a:extLst>
              </p:cNvPr>
              <p:cNvSpPr txBox="1"/>
              <p:nvPr/>
            </p:nvSpPr>
            <p:spPr>
              <a:xfrm>
                <a:off x="6109970" y="308197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5.2.1</a:t>
                </a:r>
              </a:p>
            </p:txBody>
          </p:sp>
        </p:grpSp>
      </p:grpSp>
      <p:sp>
        <p:nvSpPr>
          <p:cNvPr id="5" name="Slide Number Placeholder 4">
            <a:extLst>
              <a:ext uri="{FF2B5EF4-FFF2-40B4-BE49-F238E27FC236}">
                <a16:creationId xmlns:a16="http://schemas.microsoft.com/office/drawing/2014/main" id="{67B0342E-D14F-C81C-0DD1-39A7173A93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9999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30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56818" y="1906526"/>
            <a:ext cx="4179346" cy="223076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click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D42ACBC-8915-DE1C-85D6-B618C2A599E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5" name="Group 34">
            <a:extLst>
              <a:ext uri="{FF2B5EF4-FFF2-40B4-BE49-F238E27FC236}">
                <a16:creationId xmlns:a16="http://schemas.microsoft.com/office/drawing/2014/main" id="{C4349297-FB14-972B-258D-0ADAA162A8CA}"/>
              </a:ext>
            </a:extLst>
          </p:cNvPr>
          <p:cNvGrpSpPr/>
          <p:nvPr/>
        </p:nvGrpSpPr>
        <p:grpSpPr>
          <a:xfrm>
            <a:off x="5374888" y="1923211"/>
            <a:ext cx="6359375" cy="2521541"/>
            <a:chOff x="5492320" y="3665950"/>
            <a:chExt cx="6359375" cy="2521541"/>
          </a:xfrm>
        </p:grpSpPr>
        <p:grpSp>
          <p:nvGrpSpPr>
            <p:cNvPr id="25" name="Group 24">
              <a:extLst>
                <a:ext uri="{FF2B5EF4-FFF2-40B4-BE49-F238E27FC236}">
                  <a16:creationId xmlns:a16="http://schemas.microsoft.com/office/drawing/2014/main" id="{FAEED6B2-1C9A-58AC-931A-28C032003F23}"/>
                </a:ext>
              </a:extLst>
            </p:cNvPr>
            <p:cNvGrpSpPr/>
            <p:nvPr/>
          </p:nvGrpSpPr>
          <p:grpSpPr>
            <a:xfrm>
              <a:off x="5492320" y="3665950"/>
              <a:ext cx="6273650" cy="2521541"/>
              <a:chOff x="5492320" y="3639836"/>
              <a:chExt cx="6273650" cy="2521541"/>
            </a:xfrm>
          </p:grpSpPr>
          <p:pic>
            <p:nvPicPr>
              <p:cNvPr id="22" name="Picture 21">
                <a:extLst>
                  <a:ext uri="{FF2B5EF4-FFF2-40B4-BE49-F238E27FC236}">
                    <a16:creationId xmlns:a16="http://schemas.microsoft.com/office/drawing/2014/main" id="{C6239108-FF2C-FA5B-8AC7-4C3C0FF35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320" y="3639836"/>
                <a:ext cx="6189345" cy="1687830"/>
              </a:xfrm>
              <a:prstGeom prst="rect">
                <a:avLst/>
              </a:prstGeom>
            </p:spPr>
          </p:pic>
          <p:pic>
            <p:nvPicPr>
              <p:cNvPr id="24" name="Picture 23">
                <a:extLst>
                  <a:ext uri="{FF2B5EF4-FFF2-40B4-BE49-F238E27FC236}">
                    <a16:creationId xmlns:a16="http://schemas.microsoft.com/office/drawing/2014/main" id="{2DAD0532-23B6-BA0A-A204-744B4C8F1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2350" y="4571337"/>
                <a:ext cx="6103620" cy="1590040"/>
              </a:xfrm>
              <a:prstGeom prst="rect">
                <a:avLst/>
              </a:prstGeom>
              <a:ln>
                <a:noFill/>
              </a:ln>
              <a:effectLst>
                <a:outerShdw blurRad="292100" dist="139700" dir="2700000" algn="tl" rotWithShape="0">
                  <a:srgbClr val="333333">
                    <a:alpha val="65000"/>
                  </a:srgbClr>
                </a:outerShdw>
              </a:effectLst>
            </p:spPr>
          </p:pic>
        </p:grpSp>
        <p:grpSp>
          <p:nvGrpSpPr>
            <p:cNvPr id="27" name="Group 26">
              <a:extLst>
                <a:ext uri="{FF2B5EF4-FFF2-40B4-BE49-F238E27FC236}">
                  <a16:creationId xmlns:a16="http://schemas.microsoft.com/office/drawing/2014/main" id="{062CA1CC-0E6B-BF61-1E3C-CEFF85DD9AA8}"/>
                </a:ext>
              </a:extLst>
            </p:cNvPr>
            <p:cNvGrpSpPr/>
            <p:nvPr/>
          </p:nvGrpSpPr>
          <p:grpSpPr>
            <a:xfrm>
              <a:off x="9052615" y="3976156"/>
              <a:ext cx="2799080" cy="1244600"/>
              <a:chOff x="0" y="0"/>
              <a:chExt cx="2799080" cy="1244963"/>
            </a:xfrm>
          </p:grpSpPr>
          <p:sp>
            <p:nvSpPr>
              <p:cNvPr id="28" name="Rectangle 27">
                <a:extLst>
                  <a:ext uri="{FF2B5EF4-FFF2-40B4-BE49-F238E27FC236}">
                    <a16:creationId xmlns:a16="http://schemas.microsoft.com/office/drawing/2014/main" id="{6FF9E599-95D7-7294-2447-0305530B66E4}"/>
                  </a:ext>
                </a:extLst>
              </p:cNvPr>
              <p:cNvSpPr/>
              <p:nvPr/>
            </p:nvSpPr>
            <p:spPr>
              <a:xfrm>
                <a:off x="1801586" y="87085"/>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FAAF31CD-AE48-87B2-E22E-D1DB5DF6E347}"/>
                  </a:ext>
                </a:extLst>
              </p:cNvPr>
              <p:cNvCxnSpPr/>
              <p:nvPr/>
            </p:nvCxnSpPr>
            <p:spPr>
              <a:xfrm flipV="1">
                <a:off x="2149929" y="2721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858">
                <a:extLst>
                  <a:ext uri="{FF2B5EF4-FFF2-40B4-BE49-F238E27FC236}">
                    <a16:creationId xmlns:a16="http://schemas.microsoft.com/office/drawing/2014/main" id="{EDA4775B-9159-0CA3-7F51-6D4E6742398B}"/>
                  </a:ext>
                </a:extLst>
              </p:cNvPr>
              <p:cNvSpPr txBox="1"/>
              <p:nvPr/>
            </p:nvSpPr>
            <p:spPr>
              <a:xfrm>
                <a:off x="23241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31" name="Curved Right Arrow 855">
                <a:extLst>
                  <a:ext uri="{FF2B5EF4-FFF2-40B4-BE49-F238E27FC236}">
                    <a16:creationId xmlns:a16="http://schemas.microsoft.com/office/drawing/2014/main" id="{0DF4369B-7A2B-4106-C987-F16CED5E534D}"/>
                  </a:ext>
                </a:extLst>
              </p:cNvPr>
              <p:cNvSpPr/>
              <p:nvPr/>
            </p:nvSpPr>
            <p:spPr>
              <a:xfrm>
                <a:off x="1094014" y="33745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256485DD-9BDC-6DFA-FE16-D0E562624AE2}"/>
                  </a:ext>
                </a:extLst>
              </p:cNvPr>
              <p:cNvSpPr/>
              <p:nvPr/>
            </p:nvSpPr>
            <p:spPr>
              <a:xfrm>
                <a:off x="0" y="996043"/>
                <a:ext cx="446792"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73C8F35-160A-C83F-EEFE-260180BC5846}"/>
                  </a:ext>
                </a:extLst>
              </p:cNvPr>
              <p:cNvCxnSpPr/>
              <p:nvPr/>
            </p:nvCxnSpPr>
            <p:spPr>
              <a:xfrm flipV="1">
                <a:off x="468086" y="9579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817">
                <a:extLst>
                  <a:ext uri="{FF2B5EF4-FFF2-40B4-BE49-F238E27FC236}">
                    <a16:creationId xmlns:a16="http://schemas.microsoft.com/office/drawing/2014/main" id="{0B389BCB-0FEA-DA7C-054B-947F9E897B14}"/>
                  </a:ext>
                </a:extLst>
              </p:cNvPr>
              <p:cNvSpPr txBox="1"/>
              <p:nvPr/>
            </p:nvSpPr>
            <p:spPr>
              <a:xfrm>
                <a:off x="631372" y="7620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grpSp>
      <p:sp>
        <p:nvSpPr>
          <p:cNvPr id="6" name="Slide Number Placeholder 5">
            <a:extLst>
              <a:ext uri="{FF2B5EF4-FFF2-40B4-BE49-F238E27FC236}">
                <a16:creationId xmlns:a16="http://schemas.microsoft.com/office/drawing/2014/main" id="{7CE1E6F6-A0CE-187D-10A5-253DA7C3D4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178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007F43-A1C4-8485-CF33-914B9F4819AD}"/>
              </a:ext>
            </a:extLst>
          </p:cNvPr>
          <p:cNvPicPr>
            <a:picLocks noChangeAspect="1"/>
          </p:cNvPicPr>
          <p:nvPr/>
        </p:nvPicPr>
        <p:blipFill>
          <a:blip r:embed="rId2"/>
          <a:stretch>
            <a:fillRect/>
          </a:stretch>
        </p:blipFill>
        <p:spPr>
          <a:xfrm>
            <a:off x="5446256" y="857770"/>
            <a:ext cx="6149975" cy="226568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07368" y="1448674"/>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return – main window, search the purchase return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return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purchase return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purchase return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44893" y="311830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296700" y="57563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3"/>
          <a:stretch>
            <a:fillRect/>
          </a:stretch>
        </p:blipFill>
        <p:spPr>
          <a:xfrm>
            <a:off x="10780479" y="6391410"/>
            <a:ext cx="1047454" cy="267619"/>
          </a:xfrm>
          <a:prstGeom prst="rect">
            <a:avLst/>
          </a:prstGeom>
          <a:effectLst/>
        </p:spPr>
      </p:pic>
      <p:grpSp>
        <p:nvGrpSpPr>
          <p:cNvPr id="9" name="Group 8">
            <a:extLst>
              <a:ext uri="{FF2B5EF4-FFF2-40B4-BE49-F238E27FC236}">
                <a16:creationId xmlns:a16="http://schemas.microsoft.com/office/drawing/2014/main" id="{0ED599D9-8FDD-9F6B-2B93-ABC51681585D}"/>
              </a:ext>
            </a:extLst>
          </p:cNvPr>
          <p:cNvGrpSpPr/>
          <p:nvPr/>
        </p:nvGrpSpPr>
        <p:grpSpPr>
          <a:xfrm>
            <a:off x="5475041" y="2076082"/>
            <a:ext cx="1475739" cy="275590"/>
            <a:chOff x="-819988" y="179365"/>
            <a:chExt cx="1476374" cy="276224"/>
          </a:xfrm>
        </p:grpSpPr>
        <p:sp>
          <p:nvSpPr>
            <p:cNvPr id="10" name="Rectangle 9">
              <a:extLst>
                <a:ext uri="{FF2B5EF4-FFF2-40B4-BE49-F238E27FC236}">
                  <a16:creationId xmlns:a16="http://schemas.microsoft.com/office/drawing/2014/main" id="{757F6ED5-32CD-3D03-14AC-37B6277EB7CF}"/>
                </a:ext>
              </a:extLst>
            </p:cNvPr>
            <p:cNvSpPr/>
            <p:nvPr/>
          </p:nvSpPr>
          <p:spPr>
            <a:xfrm>
              <a:off x="-819988" y="179365"/>
              <a:ext cx="800100" cy="2667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906F0D4-0A3D-491C-0599-6F5F9EB7EC5F}"/>
                </a:ext>
              </a:extLst>
            </p:cNvPr>
            <p:cNvCxnSpPr/>
            <p:nvPr/>
          </p:nvCxnSpPr>
          <p:spPr>
            <a:xfrm>
              <a:off x="-19888" y="312714"/>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864">
              <a:extLst>
                <a:ext uri="{FF2B5EF4-FFF2-40B4-BE49-F238E27FC236}">
                  <a16:creationId xmlns:a16="http://schemas.microsoft.com/office/drawing/2014/main" id="{68B9FA24-35F7-0192-CC84-D1405961A814}"/>
                </a:ext>
              </a:extLst>
            </p:cNvPr>
            <p:cNvSpPr txBox="1"/>
            <p:nvPr/>
          </p:nvSpPr>
          <p:spPr>
            <a:xfrm>
              <a:off x="189661" y="207939"/>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nvGrpSpPr>
          <p:cNvPr id="39" name="Group 38">
            <a:extLst>
              <a:ext uri="{FF2B5EF4-FFF2-40B4-BE49-F238E27FC236}">
                <a16:creationId xmlns:a16="http://schemas.microsoft.com/office/drawing/2014/main" id="{48A892FF-E9AE-320A-D480-086AE1837C75}"/>
              </a:ext>
            </a:extLst>
          </p:cNvPr>
          <p:cNvGrpSpPr/>
          <p:nvPr/>
        </p:nvGrpSpPr>
        <p:grpSpPr>
          <a:xfrm>
            <a:off x="4986590" y="3675617"/>
            <a:ext cx="6698042" cy="1919429"/>
            <a:chOff x="4986590" y="3675617"/>
            <a:chExt cx="6698042" cy="1919429"/>
          </a:xfrm>
        </p:grpSpPr>
        <p:pic>
          <p:nvPicPr>
            <p:cNvPr id="15" name="Picture 14">
              <a:extLst>
                <a:ext uri="{FF2B5EF4-FFF2-40B4-BE49-F238E27FC236}">
                  <a16:creationId xmlns:a16="http://schemas.microsoft.com/office/drawing/2014/main" id="{B1C57E4B-91CC-6CA6-AC61-E5F69561F5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5287" y="3675617"/>
              <a:ext cx="6189345" cy="1626870"/>
            </a:xfrm>
            <a:prstGeom prst="rect">
              <a:avLst/>
            </a:prstGeom>
          </p:spPr>
        </p:pic>
        <p:grpSp>
          <p:nvGrpSpPr>
            <p:cNvPr id="38" name="Group 37">
              <a:extLst>
                <a:ext uri="{FF2B5EF4-FFF2-40B4-BE49-F238E27FC236}">
                  <a16:creationId xmlns:a16="http://schemas.microsoft.com/office/drawing/2014/main" id="{5D524393-07A9-5088-A62E-71C657D1F696}"/>
                </a:ext>
              </a:extLst>
            </p:cNvPr>
            <p:cNvGrpSpPr/>
            <p:nvPr/>
          </p:nvGrpSpPr>
          <p:grpSpPr>
            <a:xfrm>
              <a:off x="4986590" y="4103431"/>
              <a:ext cx="6317616" cy="1491615"/>
              <a:chOff x="2937192" y="2683193"/>
              <a:chExt cx="6317616" cy="1491615"/>
            </a:xfrm>
          </p:grpSpPr>
          <p:grpSp>
            <p:nvGrpSpPr>
              <p:cNvPr id="20" name="Group 19">
                <a:extLst>
                  <a:ext uri="{FF2B5EF4-FFF2-40B4-BE49-F238E27FC236}">
                    <a16:creationId xmlns:a16="http://schemas.microsoft.com/office/drawing/2014/main" id="{38EFDB90-E1AA-4AD0-6389-E4152CBB0BAE}"/>
                  </a:ext>
                </a:extLst>
              </p:cNvPr>
              <p:cNvGrpSpPr/>
              <p:nvPr/>
            </p:nvGrpSpPr>
            <p:grpSpPr>
              <a:xfrm>
                <a:off x="4727257" y="2942908"/>
                <a:ext cx="952500" cy="304800"/>
                <a:chOff x="523874" y="28575"/>
                <a:chExt cx="952500" cy="304800"/>
              </a:xfrm>
            </p:grpSpPr>
            <p:sp>
              <p:nvSpPr>
                <p:cNvPr id="35" name="Rectangle 34">
                  <a:extLst>
                    <a:ext uri="{FF2B5EF4-FFF2-40B4-BE49-F238E27FC236}">
                      <a16:creationId xmlns:a16="http://schemas.microsoft.com/office/drawing/2014/main" id="{0312A666-A2C3-729C-71E3-28F853E142CE}"/>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50DFA42A-61E3-B397-0700-14ABFB22196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873">
                  <a:extLst>
                    <a:ext uri="{FF2B5EF4-FFF2-40B4-BE49-F238E27FC236}">
                      <a16:creationId xmlns:a16="http://schemas.microsoft.com/office/drawing/2014/main" id="{E18EE214-4A54-CDF8-EFB8-3BACC4190A4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9" name="Group 28">
                <a:extLst>
                  <a:ext uri="{FF2B5EF4-FFF2-40B4-BE49-F238E27FC236}">
                    <a16:creationId xmlns:a16="http://schemas.microsoft.com/office/drawing/2014/main" id="{CE927FD2-A157-AED7-57C4-826D117778F7}"/>
                  </a:ext>
                </a:extLst>
              </p:cNvPr>
              <p:cNvGrpSpPr/>
              <p:nvPr/>
            </p:nvGrpSpPr>
            <p:grpSpPr>
              <a:xfrm>
                <a:off x="8273732" y="2683193"/>
                <a:ext cx="981076" cy="304800"/>
                <a:chOff x="333374" y="28575"/>
                <a:chExt cx="981076" cy="304800"/>
              </a:xfrm>
            </p:grpSpPr>
            <p:sp>
              <p:nvSpPr>
                <p:cNvPr id="32" name="Rectangle 31">
                  <a:extLst>
                    <a:ext uri="{FF2B5EF4-FFF2-40B4-BE49-F238E27FC236}">
                      <a16:creationId xmlns:a16="http://schemas.microsoft.com/office/drawing/2014/main" id="{3E24450F-5246-02B1-59AE-201BBECDC86C}"/>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9EF14113-C8E8-8B68-0F43-B415E6BACF6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868">
                  <a:extLst>
                    <a:ext uri="{FF2B5EF4-FFF2-40B4-BE49-F238E27FC236}">
                      <a16:creationId xmlns:a16="http://schemas.microsoft.com/office/drawing/2014/main" id="{2CF54C06-5793-7992-A2F8-601644875E11}"/>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0" name="Text Box 241">
                <a:extLst>
                  <a:ext uri="{FF2B5EF4-FFF2-40B4-BE49-F238E27FC236}">
                    <a16:creationId xmlns:a16="http://schemas.microsoft.com/office/drawing/2014/main" id="{74FC0C65-0832-CA36-768D-0B0709E5C7D8}"/>
                  </a:ext>
                </a:extLst>
              </p:cNvPr>
              <p:cNvSpPr txBox="1">
                <a:spLocks noChangeArrowheads="1"/>
              </p:cNvSpPr>
              <p:nvPr/>
            </p:nvSpPr>
            <p:spPr bwMode="auto">
              <a:xfrm>
                <a:off x="4587557" y="3295333"/>
                <a:ext cx="3071249"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PR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874">
                <a:extLst>
                  <a:ext uri="{FF2B5EF4-FFF2-40B4-BE49-F238E27FC236}">
                    <a16:creationId xmlns:a16="http://schemas.microsoft.com/office/drawing/2014/main" id="{22F4ECC4-D2CA-F0AE-6EF3-CBE500D2E1F5}"/>
                  </a:ext>
                </a:extLst>
              </p:cNvPr>
              <p:cNvSpPr txBox="1"/>
              <p:nvPr/>
            </p:nvSpPr>
            <p:spPr>
              <a:xfrm>
                <a:off x="2937192" y="2727643"/>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48" name="TextBox 47">
            <a:extLst>
              <a:ext uri="{FF2B5EF4-FFF2-40B4-BE49-F238E27FC236}">
                <a16:creationId xmlns:a16="http://schemas.microsoft.com/office/drawing/2014/main" id="{36740CD6-F523-7B88-805E-14028641434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5" name="Slide Number Placeholder 4">
            <a:extLst>
              <a:ext uri="{FF2B5EF4-FFF2-40B4-BE49-F238E27FC236}">
                <a16:creationId xmlns:a16="http://schemas.microsoft.com/office/drawing/2014/main" id="{FCF02D9A-B1B1-AAF5-05C6-912581CEAC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841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2396" y="2032771"/>
            <a:ext cx="4179346" cy="189880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purchase return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48" name="TextBox 47">
            <a:extLst>
              <a:ext uri="{FF2B5EF4-FFF2-40B4-BE49-F238E27FC236}">
                <a16:creationId xmlns:a16="http://schemas.microsoft.com/office/drawing/2014/main" id="{36740CD6-F523-7B88-805E-14028641434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Slide Number Placeholder 6">
            <a:extLst>
              <a:ext uri="{FF2B5EF4-FFF2-40B4-BE49-F238E27FC236}">
                <a16:creationId xmlns:a16="http://schemas.microsoft.com/office/drawing/2014/main" id="{7C09F5CB-8D4A-FDB7-00E7-017CE7EB24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9EE52845-3E23-1988-EBD0-F9A04FBCA41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4E1AA8AC-91C1-88E6-4672-137D4A901358}"/>
                </a:ext>
              </a:extLst>
            </p:cNvPr>
            <p:cNvGrpSpPr/>
            <p:nvPr/>
          </p:nvGrpSpPr>
          <p:grpSpPr>
            <a:xfrm>
              <a:off x="5171495" y="2046996"/>
              <a:ext cx="6440200" cy="2332990"/>
              <a:chOff x="5171495" y="941067"/>
              <a:chExt cx="6440200" cy="2332990"/>
            </a:xfrm>
          </p:grpSpPr>
          <p:grpSp>
            <p:nvGrpSpPr>
              <p:cNvPr id="22" name="Group 21">
                <a:extLst>
                  <a:ext uri="{FF2B5EF4-FFF2-40B4-BE49-F238E27FC236}">
                    <a16:creationId xmlns:a16="http://schemas.microsoft.com/office/drawing/2014/main" id="{1F7A9159-04CB-3CA8-DD55-1067D01B393B}"/>
                  </a:ext>
                </a:extLst>
              </p:cNvPr>
              <p:cNvGrpSpPr/>
              <p:nvPr/>
            </p:nvGrpSpPr>
            <p:grpSpPr>
              <a:xfrm>
                <a:off x="5365200" y="970444"/>
                <a:ext cx="6246495" cy="1658617"/>
                <a:chOff x="31914" y="203778"/>
                <a:chExt cx="6246768" cy="1659243"/>
              </a:xfrm>
            </p:grpSpPr>
            <p:pic>
              <p:nvPicPr>
                <p:cNvPr id="33" name="Picture 32">
                  <a:extLst>
                    <a:ext uri="{FF2B5EF4-FFF2-40B4-BE49-F238E27FC236}">
                      <a16:creationId xmlns:a16="http://schemas.microsoft.com/office/drawing/2014/main" id="{28E8C17D-6CE4-0BEA-6D8D-150CC16E61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4" name="Rectangle 33">
                  <a:extLst>
                    <a:ext uri="{FF2B5EF4-FFF2-40B4-BE49-F238E27FC236}">
                      <a16:creationId xmlns:a16="http://schemas.microsoft.com/office/drawing/2014/main" id="{75118DB0-4755-9F39-0DFD-26F467A8FA2E}"/>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372D3DF7-59EE-205D-49EA-D26C0C021D53}"/>
                    </a:ext>
                  </a:extLst>
                </p:cNvPr>
                <p:cNvGrpSpPr/>
                <p:nvPr/>
              </p:nvGrpSpPr>
              <p:grpSpPr>
                <a:xfrm>
                  <a:off x="4926412" y="203778"/>
                  <a:ext cx="647700" cy="796655"/>
                  <a:chOff x="306787" y="-291522"/>
                  <a:chExt cx="647700" cy="796655"/>
                </a:xfrm>
              </p:grpSpPr>
              <p:sp>
                <p:nvSpPr>
                  <p:cNvPr id="36" name="Rectangle 35">
                    <a:extLst>
                      <a:ext uri="{FF2B5EF4-FFF2-40B4-BE49-F238E27FC236}">
                        <a16:creationId xmlns:a16="http://schemas.microsoft.com/office/drawing/2014/main" id="{7B860AEC-E2FC-294F-9C85-9E00312CDEBA}"/>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7" name="Straight Arrow Connector 36">
                    <a:extLst>
                      <a:ext uri="{FF2B5EF4-FFF2-40B4-BE49-F238E27FC236}">
                        <a16:creationId xmlns:a16="http://schemas.microsoft.com/office/drawing/2014/main" id="{C8C4DA60-61A6-FC7A-F0CE-9C15C21E087C}"/>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756">
                    <a:extLst>
                      <a:ext uri="{FF2B5EF4-FFF2-40B4-BE49-F238E27FC236}">
                        <a16:creationId xmlns:a16="http://schemas.microsoft.com/office/drawing/2014/main" id="{0E32FEB7-13E9-4060-C55B-864760DB41AB}"/>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6" name="Group 25">
                <a:extLst>
                  <a:ext uri="{FF2B5EF4-FFF2-40B4-BE49-F238E27FC236}">
                    <a16:creationId xmlns:a16="http://schemas.microsoft.com/office/drawing/2014/main" id="{30C8D7B7-79A9-7232-9640-31EDE98A05F1}"/>
                  </a:ext>
                </a:extLst>
              </p:cNvPr>
              <p:cNvGrpSpPr/>
              <p:nvPr/>
            </p:nvGrpSpPr>
            <p:grpSpPr>
              <a:xfrm>
                <a:off x="5171495" y="941067"/>
                <a:ext cx="3176904" cy="2332990"/>
                <a:chOff x="0" y="0"/>
                <a:chExt cx="3177391" cy="2332990"/>
              </a:xfrm>
            </p:grpSpPr>
            <p:sp>
              <p:nvSpPr>
                <p:cNvPr id="29" name="Text Box 749">
                  <a:extLst>
                    <a:ext uri="{FF2B5EF4-FFF2-40B4-BE49-F238E27FC236}">
                      <a16:creationId xmlns:a16="http://schemas.microsoft.com/office/drawing/2014/main" id="{845B9916-65A4-5D7B-CD94-5DD67B369C83}"/>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0" name="Picture 29">
                  <a:extLst>
                    <a:ext uri="{FF2B5EF4-FFF2-40B4-BE49-F238E27FC236}">
                      <a16:creationId xmlns:a16="http://schemas.microsoft.com/office/drawing/2014/main" id="{381AC5E8-0169-2B23-D50B-07CD2D597A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1" name="Curved Left Arrow 758">
                  <a:extLst>
                    <a:ext uri="{FF2B5EF4-FFF2-40B4-BE49-F238E27FC236}">
                      <a16:creationId xmlns:a16="http://schemas.microsoft.com/office/drawing/2014/main" id="{0859A185-4D27-9F58-144F-A8F59C11FD16}"/>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 Box 757">
                  <a:extLst>
                    <a:ext uri="{FF2B5EF4-FFF2-40B4-BE49-F238E27FC236}">
                      <a16:creationId xmlns:a16="http://schemas.microsoft.com/office/drawing/2014/main" id="{CC0E12BD-BC0B-C2F0-5490-CD638E3F2E93}"/>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E4400B8-2EE8-DB4D-BC90-78E24A6347BD}"/>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8E488F5E-C923-0000-193F-8DAE0FF88A5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40926032-AFBD-5854-A383-B8EF8C2DF1F9}"/>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C0608490-A500-C1BC-27B6-1B1246FFA339}"/>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7CDE4FB8-70FE-166F-A3E5-1308FFF5353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FFAFC8A1-0404-2395-D59E-E82DCB5FD534}"/>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868516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4A73115-88DB-9ED6-DDA5-151D6A6F4568}"/>
              </a:ext>
            </a:extLst>
          </p:cNvPr>
          <p:cNvGrpSpPr/>
          <p:nvPr/>
        </p:nvGrpSpPr>
        <p:grpSpPr>
          <a:xfrm>
            <a:off x="5129211" y="854812"/>
            <a:ext cx="6356985" cy="2341880"/>
            <a:chOff x="5129211" y="854812"/>
            <a:chExt cx="6356985" cy="2341880"/>
          </a:xfrm>
        </p:grpSpPr>
        <p:pic>
          <p:nvPicPr>
            <p:cNvPr id="23" name="Picture 22">
              <a:extLst>
                <a:ext uri="{FF2B5EF4-FFF2-40B4-BE49-F238E27FC236}">
                  <a16:creationId xmlns:a16="http://schemas.microsoft.com/office/drawing/2014/main" id="{8B773254-ED07-AB46-7679-BED4C08C8C1B}"/>
                </a:ext>
              </a:extLst>
            </p:cNvPr>
            <p:cNvPicPr>
              <a:picLocks noChangeAspect="1"/>
            </p:cNvPicPr>
            <p:nvPr/>
          </p:nvPicPr>
          <p:blipFill>
            <a:blip r:embed="rId2"/>
            <a:stretch>
              <a:fillRect/>
            </a:stretch>
          </p:blipFill>
          <p:spPr>
            <a:xfrm>
              <a:off x="5129211" y="854812"/>
              <a:ext cx="6356985" cy="2341880"/>
            </a:xfrm>
            <a:prstGeom prst="rect">
              <a:avLst/>
            </a:prstGeom>
          </p:spPr>
        </p:pic>
        <p:grpSp>
          <p:nvGrpSpPr>
            <p:cNvPr id="34" name="Group 33">
              <a:extLst>
                <a:ext uri="{FF2B5EF4-FFF2-40B4-BE49-F238E27FC236}">
                  <a16:creationId xmlns:a16="http://schemas.microsoft.com/office/drawing/2014/main" id="{38DA90B3-A411-CD47-96D7-5114B151432A}"/>
                </a:ext>
              </a:extLst>
            </p:cNvPr>
            <p:cNvGrpSpPr/>
            <p:nvPr/>
          </p:nvGrpSpPr>
          <p:grpSpPr>
            <a:xfrm>
              <a:off x="5201883" y="2114800"/>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return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return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11838"/>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Purchase Return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2" name="TextBox 1">
            <a:extLst>
              <a:ext uri="{FF2B5EF4-FFF2-40B4-BE49-F238E27FC236}">
                <a16:creationId xmlns:a16="http://schemas.microsoft.com/office/drawing/2014/main" id="{5DAD03DB-0913-93CA-7826-D8AFD5CA6C2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4D4C7657-22C0-A286-A875-2B25A2C391F3}"/>
              </a:ext>
            </a:extLst>
          </p:cNvPr>
          <p:cNvSpPr txBox="1"/>
          <p:nvPr/>
        </p:nvSpPr>
        <p:spPr>
          <a:xfrm>
            <a:off x="7284343" y="3275378"/>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50B9984-814C-2848-E7D8-2E78720D65A2}"/>
              </a:ext>
            </a:extLst>
          </p:cNvPr>
          <p:cNvSpPr txBox="1"/>
          <p:nvPr/>
        </p:nvSpPr>
        <p:spPr>
          <a:xfrm>
            <a:off x="7284343" y="601769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Return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0" name="Picture 19">
            <a:extLst>
              <a:ext uri="{FF2B5EF4-FFF2-40B4-BE49-F238E27FC236}">
                <a16:creationId xmlns:a16="http://schemas.microsoft.com/office/drawing/2014/main" id="{3D425956-D1F7-7246-E66E-A4F7F8708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3032" y="4070684"/>
            <a:ext cx="6189345" cy="1626870"/>
          </a:xfrm>
          <a:prstGeom prst="rect">
            <a:avLst/>
          </a:prstGeom>
        </p:spPr>
      </p:pic>
      <p:grpSp>
        <p:nvGrpSpPr>
          <p:cNvPr id="19" name="Group 18">
            <a:extLst>
              <a:ext uri="{FF2B5EF4-FFF2-40B4-BE49-F238E27FC236}">
                <a16:creationId xmlns:a16="http://schemas.microsoft.com/office/drawing/2014/main" id="{A75184BB-F142-53F9-489A-23B9AB6E2A87}"/>
              </a:ext>
            </a:extLst>
          </p:cNvPr>
          <p:cNvGrpSpPr/>
          <p:nvPr/>
        </p:nvGrpSpPr>
        <p:grpSpPr>
          <a:xfrm>
            <a:off x="4685889" y="4486694"/>
            <a:ext cx="4711030" cy="1491615"/>
            <a:chOff x="2937192" y="2683193"/>
            <a:chExt cx="4711030" cy="1491615"/>
          </a:xfrm>
        </p:grpSpPr>
        <p:grpSp>
          <p:nvGrpSpPr>
            <p:cNvPr id="8" name="Group 7">
              <a:extLst>
                <a:ext uri="{FF2B5EF4-FFF2-40B4-BE49-F238E27FC236}">
                  <a16:creationId xmlns:a16="http://schemas.microsoft.com/office/drawing/2014/main" id="{0CECE706-67F7-34FB-F7CA-0EFCC6CCEED2}"/>
                </a:ext>
              </a:extLst>
            </p:cNvPr>
            <p:cNvGrpSpPr/>
            <p:nvPr/>
          </p:nvGrpSpPr>
          <p:grpSpPr>
            <a:xfrm>
              <a:off x="4727257" y="2942908"/>
              <a:ext cx="952500" cy="304800"/>
              <a:chOff x="523874" y="28575"/>
              <a:chExt cx="952500" cy="304800"/>
            </a:xfrm>
          </p:grpSpPr>
          <p:sp>
            <p:nvSpPr>
              <p:cNvPr id="16" name="Rectangle 15">
                <a:extLst>
                  <a:ext uri="{FF2B5EF4-FFF2-40B4-BE49-F238E27FC236}">
                    <a16:creationId xmlns:a16="http://schemas.microsoft.com/office/drawing/2014/main" id="{5D6CBC1E-A03C-B55F-89A9-A285E502B7A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2ED4DCC-9C4A-0E9E-8D5F-EB301D8872F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279">
                <a:extLst>
                  <a:ext uri="{FF2B5EF4-FFF2-40B4-BE49-F238E27FC236}">
                    <a16:creationId xmlns:a16="http://schemas.microsoft.com/office/drawing/2014/main" id="{368118D0-9916-607B-88E0-CD7013A1524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9" name="Group 8">
              <a:extLst>
                <a:ext uri="{FF2B5EF4-FFF2-40B4-BE49-F238E27FC236}">
                  <a16:creationId xmlns:a16="http://schemas.microsoft.com/office/drawing/2014/main" id="{8BAA3A75-DCE9-C8DD-D3EC-20ED4F88FF65}"/>
                </a:ext>
              </a:extLst>
            </p:cNvPr>
            <p:cNvGrpSpPr/>
            <p:nvPr/>
          </p:nvGrpSpPr>
          <p:grpSpPr>
            <a:xfrm>
              <a:off x="6009195" y="2683193"/>
              <a:ext cx="981076" cy="304800"/>
              <a:chOff x="-1931163" y="28575"/>
              <a:chExt cx="981076" cy="304800"/>
            </a:xfrm>
          </p:grpSpPr>
          <p:sp>
            <p:nvSpPr>
              <p:cNvPr id="13" name="Rectangle 12">
                <a:extLst>
                  <a:ext uri="{FF2B5EF4-FFF2-40B4-BE49-F238E27FC236}">
                    <a16:creationId xmlns:a16="http://schemas.microsoft.com/office/drawing/2014/main" id="{59D6B0A5-6AC6-52E1-F746-E72B6BB6500C}"/>
                  </a:ext>
                </a:extLst>
              </p:cNvPr>
              <p:cNvSpPr/>
              <p:nvPr/>
            </p:nvSpPr>
            <p:spPr>
              <a:xfrm>
                <a:off x="-1931163"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33336C4-9401-6ADB-B502-BFCF01FBA98E}"/>
                  </a:ext>
                </a:extLst>
              </p:cNvPr>
              <p:cNvCxnSpPr/>
              <p:nvPr/>
            </p:nvCxnSpPr>
            <p:spPr>
              <a:xfrm>
                <a:off x="-1464437"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283">
                <a:extLst>
                  <a:ext uri="{FF2B5EF4-FFF2-40B4-BE49-F238E27FC236}">
                    <a16:creationId xmlns:a16="http://schemas.microsoft.com/office/drawing/2014/main" id="{1204BE0C-3798-39AB-524A-703A68DBEB99}"/>
                  </a:ext>
                </a:extLst>
              </p:cNvPr>
              <p:cNvSpPr txBox="1"/>
              <p:nvPr/>
            </p:nvSpPr>
            <p:spPr>
              <a:xfrm>
                <a:off x="-1254887"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10" name="Text Box 241">
              <a:extLst>
                <a:ext uri="{FF2B5EF4-FFF2-40B4-BE49-F238E27FC236}">
                  <a16:creationId xmlns:a16="http://schemas.microsoft.com/office/drawing/2014/main" id="{7F4E2178-42DF-1F69-881E-21EA8D6EDD3E}"/>
                </a:ext>
              </a:extLst>
            </p:cNvPr>
            <p:cNvSpPr txBox="1">
              <a:spLocks noChangeArrowheads="1"/>
            </p:cNvSpPr>
            <p:nvPr/>
          </p:nvSpPr>
          <p:spPr bwMode="auto">
            <a:xfrm>
              <a:off x="4587557" y="3295333"/>
              <a:ext cx="306066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PR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685800" marR="0" lvl="1" indent="-2286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285">
              <a:extLst>
                <a:ext uri="{FF2B5EF4-FFF2-40B4-BE49-F238E27FC236}">
                  <a16:creationId xmlns:a16="http://schemas.microsoft.com/office/drawing/2014/main" id="{D28CF874-9D50-B8E2-3D91-2EDFBA135CC2}"/>
                </a:ext>
              </a:extLst>
            </p:cNvPr>
            <p:cNvSpPr txBox="1"/>
            <p:nvPr/>
          </p:nvSpPr>
          <p:spPr>
            <a:xfrm>
              <a:off x="2937192" y="2727643"/>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2" name="Slide Number Placeholder 21">
            <a:extLst>
              <a:ext uri="{FF2B5EF4-FFF2-40B4-BE49-F238E27FC236}">
                <a16:creationId xmlns:a16="http://schemas.microsoft.com/office/drawing/2014/main" id="{CC7D1F9A-D593-AF25-5068-F5A26569B2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6134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Box 2">
            <a:extLst>
              <a:ext uri="{FF2B5EF4-FFF2-40B4-BE49-F238E27FC236}">
                <a16:creationId xmlns:a16="http://schemas.microsoft.com/office/drawing/2014/main" id="{1A3F9E31-7459-0787-C83C-77A9E5AF21C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Return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0765E8B5-3833-3CCA-8AE0-81C3C773C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 Box 102">
            <a:extLst>
              <a:ext uri="{FF2B5EF4-FFF2-40B4-BE49-F238E27FC236}">
                <a16:creationId xmlns:a16="http://schemas.microsoft.com/office/drawing/2014/main" id="{E4571DCA-CD7A-258E-B41B-5E7CA6828086}"/>
              </a:ext>
            </a:extLst>
          </p:cNvPr>
          <p:cNvSpPr txBox="1"/>
          <p:nvPr/>
        </p:nvSpPr>
        <p:spPr>
          <a:xfrm>
            <a:off x="549849" y="1561639"/>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purchase return– main form will be minimize and the other tab will be visible.</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Shipping tab</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icon parallel to Shipping/ billing address</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You may view or edit the Shipping and Billing Address for the return transaction. </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5D3E226D-FDEC-A46E-1E05-E4B6C63FFF4A}"/>
              </a:ext>
            </a:extLst>
          </p:cNvPr>
          <p:cNvGrpSpPr/>
          <p:nvPr/>
        </p:nvGrpSpPr>
        <p:grpSpPr>
          <a:xfrm>
            <a:off x="380999" y="4671895"/>
            <a:ext cx="5332798" cy="1682115"/>
            <a:chOff x="5891614" y="735422"/>
            <a:chExt cx="5332798" cy="1682115"/>
          </a:xfrm>
        </p:grpSpPr>
        <p:pic>
          <p:nvPicPr>
            <p:cNvPr id="10" name="Picture 9">
              <a:extLst>
                <a:ext uri="{FF2B5EF4-FFF2-40B4-BE49-F238E27FC236}">
                  <a16:creationId xmlns:a16="http://schemas.microsoft.com/office/drawing/2014/main" id="{22CDC2AC-DA14-3C61-9DFF-3103E938C1DD}"/>
                </a:ext>
              </a:extLst>
            </p:cNvPr>
            <p:cNvPicPr>
              <a:picLocks noChangeAspect="1"/>
            </p:cNvPicPr>
            <p:nvPr/>
          </p:nvPicPr>
          <p:blipFill>
            <a:blip r:embed="rId3"/>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149C5B78-AFD6-1F1E-02F0-9E2E58AF1591}"/>
                </a:ext>
              </a:extLst>
            </p:cNvPr>
            <p:cNvPicPr>
              <a:picLocks noChangeAspect="1"/>
            </p:cNvPicPr>
            <p:nvPr/>
          </p:nvPicPr>
          <p:blipFill>
            <a:blip r:embed="rId4"/>
            <a:srcRect/>
            <a:stretch>
              <a:fillRect/>
            </a:stretch>
          </p:blipFill>
          <p:spPr bwMode="auto">
            <a:xfrm>
              <a:off x="8318584" y="1162142"/>
              <a:ext cx="1795780" cy="1255395"/>
            </a:xfrm>
            <a:prstGeom prst="rect">
              <a:avLst/>
            </a:prstGeom>
            <a:noFill/>
            <a:ln w="9525">
              <a:noFill/>
              <a:miter lim="800000"/>
              <a:headEnd/>
              <a:tailEnd/>
            </a:ln>
          </p:spPr>
        </p:pic>
        <p:grpSp>
          <p:nvGrpSpPr>
            <p:cNvPr id="13" name="Group 2">
              <a:extLst>
                <a:ext uri="{FF2B5EF4-FFF2-40B4-BE49-F238E27FC236}">
                  <a16:creationId xmlns:a16="http://schemas.microsoft.com/office/drawing/2014/main" id="{D67873FC-3940-F873-075B-D45690961169}"/>
                </a:ext>
              </a:extLst>
            </p:cNvPr>
            <p:cNvGrpSpPr>
              <a:grpSpLocks/>
            </p:cNvGrpSpPr>
            <p:nvPr/>
          </p:nvGrpSpPr>
          <p:grpSpPr bwMode="auto">
            <a:xfrm>
              <a:off x="10019500" y="879237"/>
              <a:ext cx="1204912" cy="504825"/>
              <a:chOff x="8538" y="13287"/>
              <a:chExt cx="1898" cy="796"/>
            </a:xfrm>
          </p:grpSpPr>
          <p:sp>
            <p:nvSpPr>
              <p:cNvPr id="15" name="Rectangle 3">
                <a:extLst>
                  <a:ext uri="{FF2B5EF4-FFF2-40B4-BE49-F238E27FC236}">
                    <a16:creationId xmlns:a16="http://schemas.microsoft.com/office/drawing/2014/main" id="{A4C828AF-D9B7-224A-ABB9-88D925259797}"/>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utoShape 4">
                <a:extLst>
                  <a:ext uri="{FF2B5EF4-FFF2-40B4-BE49-F238E27FC236}">
                    <a16:creationId xmlns:a16="http://schemas.microsoft.com/office/drawing/2014/main" id="{7567ADCE-FAAF-03C3-8B41-CF1A8B48E003}"/>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5">
                <a:extLst>
                  <a:ext uri="{FF2B5EF4-FFF2-40B4-BE49-F238E27FC236}">
                    <a16:creationId xmlns:a16="http://schemas.microsoft.com/office/drawing/2014/main" id="{17920109-C35D-7F89-81AB-AC355D118954}"/>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4" name="Text Box 6">
              <a:extLst>
                <a:ext uri="{FF2B5EF4-FFF2-40B4-BE49-F238E27FC236}">
                  <a16:creationId xmlns:a16="http://schemas.microsoft.com/office/drawing/2014/main" id="{4E4D8E85-3A7E-323A-599C-CEF1B04DD230}"/>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upload document?</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document you want to upload.</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 name="TextBox 17">
            <a:extLst>
              <a:ext uri="{FF2B5EF4-FFF2-40B4-BE49-F238E27FC236}">
                <a16:creationId xmlns:a16="http://schemas.microsoft.com/office/drawing/2014/main" id="{4E9A7810-A520-E2FC-CBF1-824BB7A7C179}"/>
              </a:ext>
            </a:extLst>
          </p:cNvPr>
          <p:cNvSpPr txBox="1"/>
          <p:nvPr/>
        </p:nvSpPr>
        <p:spPr>
          <a:xfrm>
            <a:off x="7110375"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 name="Picture 1">
            <a:extLst>
              <a:ext uri="{FF2B5EF4-FFF2-40B4-BE49-F238E27FC236}">
                <a16:creationId xmlns:a16="http://schemas.microsoft.com/office/drawing/2014/main" id="{F002692E-29C0-A0B8-BFE3-F536B3D41124}"/>
              </a:ext>
            </a:extLst>
          </p:cNvPr>
          <p:cNvPicPr>
            <a:picLocks noChangeAspect="1"/>
          </p:cNvPicPr>
          <p:nvPr/>
        </p:nvPicPr>
        <p:blipFill>
          <a:blip r:embed="rId5"/>
          <a:stretch>
            <a:fillRect/>
          </a:stretch>
        </p:blipFill>
        <p:spPr>
          <a:xfrm>
            <a:off x="5476369" y="1639196"/>
            <a:ext cx="6408334" cy="2812353"/>
          </a:xfrm>
          <a:prstGeom prst="rect">
            <a:avLst/>
          </a:prstGeom>
        </p:spPr>
      </p:pic>
    </p:spTree>
    <p:extLst>
      <p:ext uri="{BB962C8B-B14F-4D97-AF65-F5344CB8AC3E}">
        <p14:creationId xmlns:p14="http://schemas.microsoft.com/office/powerpoint/2010/main" val="1331273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1084</Words>
  <Application>Microsoft Office PowerPoint</Application>
  <PresentationFormat>Widescreen</PresentationFormat>
  <Paragraphs>176</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Animosa Extra Bold</vt:lpstr>
      <vt:lpstr>Arial</vt:lpstr>
      <vt:lpstr>Bodoni MT Condensed</vt:lpstr>
      <vt:lpstr>Calibri</vt:lpstr>
      <vt:lpstr>Calibri Light</vt:lpstr>
      <vt:lpstr>Chivo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4</cp:revision>
  <dcterms:created xsi:type="dcterms:W3CDTF">2023-01-10T04:13:01Z</dcterms:created>
  <dcterms:modified xsi:type="dcterms:W3CDTF">2023-01-10T04:18:03Z</dcterms:modified>
</cp:coreProperties>
</file>