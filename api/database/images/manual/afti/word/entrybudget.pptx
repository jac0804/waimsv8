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7" r:id="rId2"/>
    <p:sldId id="398" r:id="rId3"/>
    <p:sldId id="39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50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91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2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3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6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7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6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4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2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42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9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07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1524001" y="2055283"/>
            <a:ext cx="9502140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00B050"/>
                </a:solidFill>
                <a:latin typeface="Bodoni MT Condensed" panose="02070606080606020203" pitchFamily="18" charset="0"/>
              </a:rPr>
              <a:t>Budget Setup</a:t>
            </a:r>
            <a:endParaRPr lang="en-US" sz="9600" dirty="0">
              <a:solidFill>
                <a:srgbClr val="00B050"/>
              </a:solidFill>
              <a:latin typeface="Bodoni MT Condensed" panose="02070606080606020203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Budget Setup is where we setup yearly budget per project, branch and department.</a:t>
            </a: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655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2405"/>
            <a:ext cx="5516880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5290890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Accounting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/Budget Setup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106925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Window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579626"/>
            <a:ext cx="3887062" cy="1271768"/>
          </a:xfrm>
          <a:prstGeom prst="rect">
            <a:avLst/>
          </a:prstGeom>
          <a:noFill/>
          <a:ln w="6350">
            <a:solidFill>
              <a:schemeClr val="bg2"/>
            </a:solidFill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Budget Setup module under Accounting, Budget Setup main form will display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119936" y="416190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Setup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5604AD2D-C9EF-A4FB-EAE8-D0079B2FE9DB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011A348-4251-8388-EA3E-621FBAA15BBC}"/>
              </a:ext>
            </a:extLst>
          </p:cNvPr>
          <p:cNvGrpSpPr/>
          <p:nvPr/>
        </p:nvGrpSpPr>
        <p:grpSpPr>
          <a:xfrm>
            <a:off x="5564800" y="1293315"/>
            <a:ext cx="6045200" cy="2819400"/>
            <a:chOff x="5564800" y="1293315"/>
            <a:chExt cx="6045200" cy="2819400"/>
          </a:xfrm>
        </p:grpSpPr>
        <p:pic>
          <p:nvPicPr>
            <p:cNvPr id="10" name="Picture 19">
              <a:extLst>
                <a:ext uri="{FF2B5EF4-FFF2-40B4-BE49-F238E27FC236}">
                  <a16:creationId xmlns:a16="http://schemas.microsoft.com/office/drawing/2014/main" id="{A92F6E11-D7FB-37FE-F6D6-C3CA4CE453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64800" y="1293315"/>
              <a:ext cx="6045200" cy="2819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E59DEE83-ED51-F8CD-95A3-13D2A69CD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1655" y="3389248"/>
              <a:ext cx="814388" cy="163513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1AC85939-BEC9-C9F9-7475-E6F29EF18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5430" y="1908542"/>
              <a:ext cx="4911725" cy="216535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AutoShape 2">
              <a:extLst>
                <a:ext uri="{FF2B5EF4-FFF2-40B4-BE49-F238E27FC236}">
                  <a16:creationId xmlns:a16="http://schemas.microsoft.com/office/drawing/2014/main" id="{061E8312-51A3-7164-31D7-2DEFC4D001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37630" y="3503980"/>
              <a:ext cx="177800" cy="47625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2710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Setup a Yearly Budget?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805110" y="1817822"/>
            <a:ext cx="3914824" cy="412577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In Budget setup – main form fill in the necessary fields.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from the option.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refresh button to display the accounts.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from the option.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Click refresh button to display the accounts.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8C775271-D51F-AE1E-A7FB-210C633F2932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BA6ABECB-15F5-9A5B-9463-0D1AC9BD9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3040" y="53492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8" name="Rectangle 18">
            <a:extLst>
              <a:ext uri="{FF2B5EF4-FFF2-40B4-BE49-F238E27FC236}">
                <a16:creationId xmlns:a16="http://schemas.microsoft.com/office/drawing/2014/main" id="{C8E96C76-BBB4-D59A-BD85-8E3A69999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3040" y="9921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7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7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7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7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7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7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7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7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79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79500" algn="l"/>
              </a:tabLst>
            </a:pPr>
            <a:endParaRPr kumimoji="0" lang="en-US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79500" algn="l"/>
              </a:tabLst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79500" algn="l"/>
              </a:tabLst>
            </a:pPr>
            <a:r>
              <a:rPr kumimoji="0" lang="en-PH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hivo Light" panose="020B03030302020208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kumimoji="0" lang="en-US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79500" algn="l"/>
              </a:tabLst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25F89E65-0346-0D88-441D-1A3E66697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3040" y="9921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9DC108AD-7288-187A-C7A9-2613DC0B99C8}"/>
              </a:ext>
            </a:extLst>
          </p:cNvPr>
          <p:cNvSpPr txBox="1"/>
          <p:nvPr/>
        </p:nvSpPr>
        <p:spPr>
          <a:xfrm>
            <a:off x="0" y="2405"/>
            <a:ext cx="5516880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BCBC0-41EE-FFF5-B47F-E0D265DFFB04}"/>
              </a:ext>
            </a:extLst>
          </p:cNvPr>
          <p:cNvSpPr txBox="1"/>
          <p:nvPr/>
        </p:nvSpPr>
        <p:spPr>
          <a:xfrm>
            <a:off x="805110" y="123167"/>
            <a:ext cx="5290890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Accounting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/Budget Setup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558DB25-6571-52DC-5AF5-3AF3424CD9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76653" y="3730539"/>
            <a:ext cx="5686425" cy="2673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E0645CB1-887A-9490-BD39-183C616DAC55}"/>
              </a:ext>
            </a:extLst>
          </p:cNvPr>
          <p:cNvGrpSpPr/>
          <p:nvPr/>
        </p:nvGrpSpPr>
        <p:grpSpPr>
          <a:xfrm>
            <a:off x="5676653" y="1079414"/>
            <a:ext cx="5524500" cy="2314575"/>
            <a:chOff x="5676653" y="1079414"/>
            <a:chExt cx="5524500" cy="2314575"/>
          </a:xfrm>
        </p:grpSpPr>
        <p:pic>
          <p:nvPicPr>
            <p:cNvPr id="4" name="Picture 40">
              <a:extLst>
                <a:ext uri="{FF2B5EF4-FFF2-40B4-BE49-F238E27FC236}">
                  <a16:creationId xmlns:a16="http://schemas.microsoft.com/office/drawing/2014/main" id="{169D09F5-68B7-365C-6517-A09C3E56C8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6653" y="1079414"/>
              <a:ext cx="5524500" cy="228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E259620B-EC51-D295-A849-C00B76CEE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390" y="1825539"/>
              <a:ext cx="1379538" cy="83661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EA401116-15E2-5126-09B7-1247DF86D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390" y="2679614"/>
              <a:ext cx="431800" cy="20637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A5582901-4CDC-9DBC-65A9-B803E23ED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390" y="2885989"/>
              <a:ext cx="1379538" cy="5080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AutoShape 8">
              <a:extLst>
                <a:ext uri="{FF2B5EF4-FFF2-40B4-BE49-F238E27FC236}">
                  <a16:creationId xmlns:a16="http://schemas.microsoft.com/office/drawing/2014/main" id="{2F3413E4-97EA-7AE3-1B86-7B50BC71C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4928" y="2471652"/>
              <a:ext cx="11271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AutoShape 7">
              <a:extLst>
                <a:ext uri="{FF2B5EF4-FFF2-40B4-BE49-F238E27FC236}">
                  <a16:creationId xmlns:a16="http://schemas.microsoft.com/office/drawing/2014/main" id="{97C59E39-8E69-6793-7651-51672F9D2D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7190" y="2800264"/>
              <a:ext cx="1009650" cy="95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AutoShape 6">
              <a:extLst>
                <a:ext uri="{FF2B5EF4-FFF2-40B4-BE49-F238E27FC236}">
                  <a16:creationId xmlns:a16="http://schemas.microsoft.com/office/drawing/2014/main" id="{E9F442FB-87E2-D811-E001-7C99185F88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2703" y="3222539"/>
              <a:ext cx="11271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C892682E-B47C-D097-1B1A-3F995A190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2878" y="2351002"/>
              <a:ext cx="341312" cy="2667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52FA796B-2A60-D581-72E0-4FA516B31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2878" y="2679614"/>
              <a:ext cx="341312" cy="2667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3">
              <a:extLst>
                <a:ext uri="{FF2B5EF4-FFF2-40B4-BE49-F238E27FC236}">
                  <a16:creationId xmlns:a16="http://schemas.microsoft.com/office/drawing/2014/main" id="{CC6EEC7F-B2B5-05A8-2B4C-B9C568B09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7640" y="3127289"/>
              <a:ext cx="336550" cy="2667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PH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kumimoji="0" lang="en-PH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289568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Animosa Extra Bold</vt:lpstr>
      <vt:lpstr>Arial</vt:lpstr>
      <vt:lpstr>Bodoni MT Condensed</vt:lpstr>
      <vt:lpstr>Calibri</vt:lpstr>
      <vt:lpstr>Calibri Light</vt:lpstr>
      <vt:lpstr>Century Gothic</vt:lpstr>
      <vt:lpstr>Chivo Light</vt:lpstr>
      <vt:lpstr>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5</cp:revision>
  <dcterms:created xsi:type="dcterms:W3CDTF">2023-01-12T11:31:24Z</dcterms:created>
  <dcterms:modified xsi:type="dcterms:W3CDTF">2023-01-12T11:34:17Z</dcterms:modified>
</cp:coreProperties>
</file>