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412" r:id="rId3"/>
    <p:sldId id="413" r:id="rId4"/>
    <p:sldId id="414" r:id="rId5"/>
    <p:sldId id="415" r:id="rId6"/>
    <p:sldId id="416" r:id="rId7"/>
    <p:sldId id="417" r:id="rId8"/>
    <p:sldId id="418" r:id="rId9"/>
    <p:sldId id="419" r:id="rId10"/>
    <p:sldId id="42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D878-0753-F392-AF9F-41E67EC013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9813077E-086C-AE3D-6B1D-48EA5DDB8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75D98DA7-E558-AA30-AF15-0340E663566E}"/>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51907BBB-F5DC-8469-704A-ADCF7382EB3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063A25FF-B186-86B3-5DA7-0DE737161EEB}"/>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04714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C09EB-F45E-5020-F092-CAB4E2A1A5C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FDCFE082-0056-6934-4F20-AAF8A35B34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1202C01-33C7-6DFD-A7F9-D6EFAE1C7B6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4F60123-AE56-3775-17A7-376313A5A1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BF1040-D801-1A33-2ABA-12B3ECE3F7DA}"/>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78169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812C8-C193-CA77-F267-F2D38AEB0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ABA16E-F445-6DE0-E4AB-FA857BB0D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F1706-6377-16A3-26C0-CDC1DD14F53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43740A1B-6E28-00A2-A359-1A81493F2A8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2FD67A-984D-CB54-7D3C-E41FBC48DB29}"/>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461571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B3E1-011C-FF64-6675-6A294EAEBD8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D063726-BE72-D88A-8722-6EB8A10518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821CDFA6-F6FD-FE06-B7DD-CCF09FFC80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BE782168-B6CD-866F-7DCE-910E73DA24BD}"/>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3D417449-BD17-3108-EC60-4424F748D2C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25E131C9-76A9-AF13-9BC5-42B8ABB5232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672544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A3D1-9EBA-97EE-D4D3-163570241AB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18AFADDC-271B-8CAE-5707-8BA2EC4C9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010C24-F835-154B-9CA6-0FBECEAF46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2F982B2-D809-5BA7-E41A-65DA4EBF0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02E793-30A9-2F51-D8C8-CF34D4E8DF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9A48DE28-86B4-52BC-CF04-9EE4C65E6743}"/>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8" name="Footer Placeholder 7">
            <a:extLst>
              <a:ext uri="{FF2B5EF4-FFF2-40B4-BE49-F238E27FC236}">
                <a16:creationId xmlns:a16="http://schemas.microsoft.com/office/drawing/2014/main" id="{3C1E5AA5-3CC8-CA75-120A-ED5A54D9E72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C877E7FD-696D-A86A-C8CF-112FEDACAB46}"/>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2098553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65E-FD78-E30D-DCDF-2590444617FE}"/>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DDBC497B-9109-B54D-C969-200277CA5E01}"/>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4" name="Footer Placeholder 3">
            <a:extLst>
              <a:ext uri="{FF2B5EF4-FFF2-40B4-BE49-F238E27FC236}">
                <a16:creationId xmlns:a16="http://schemas.microsoft.com/office/drawing/2014/main" id="{88469FF5-4430-4A3C-6348-D516AF654BB1}"/>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F7EF08B-23C7-A26B-1EBF-D6480DF3563E}"/>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790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96A591-1EC1-91A1-DF00-9F80C23039EF}"/>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3" name="Footer Placeholder 2">
            <a:extLst>
              <a:ext uri="{FF2B5EF4-FFF2-40B4-BE49-F238E27FC236}">
                <a16:creationId xmlns:a16="http://schemas.microsoft.com/office/drawing/2014/main" id="{F8DEE169-FCA4-1F57-C74A-6F1BEA7D0033}"/>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E2D1F2A7-930B-275F-204F-FBBA78C2F1B5}"/>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376922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E2D76-2ABE-D57C-EB8A-CBC797BAC8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714EB5C1-03B1-D6C8-2F6D-80C73EB29C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E0EE84D-5466-A990-ED4D-1C915B538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90B405-C12F-8974-AFAC-BC02E749E54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CD577E86-7A35-D515-665F-D31416F3597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7B6795A9-CE47-DF3D-F79D-D538E68AEAC3}"/>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828226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2437-CA9E-008C-E67B-EFFEE88E9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CAF6E16A-A812-5234-FAA8-2FA2AB64A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A767D58-2C56-F05C-191C-78A940B29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D12E6F-08D8-8634-9298-426512867EB9}"/>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6" name="Footer Placeholder 5">
            <a:extLst>
              <a:ext uri="{FF2B5EF4-FFF2-40B4-BE49-F238E27FC236}">
                <a16:creationId xmlns:a16="http://schemas.microsoft.com/office/drawing/2014/main" id="{E42A3B93-4B8B-6960-21DF-3162DDBBE309}"/>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1E6718-0304-24D4-DE74-D99D4B86514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18128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5083-DFDF-EFB5-3210-786B4CDD5D1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10F30E59-0B36-9BDC-9E1A-90F2E2FE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23758F8-6CD8-DAAC-BD28-D77A8221C08A}"/>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DDA0FC65-5187-9868-048F-753747C9A3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F020681-FA3F-CDF4-4736-BE90574904A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402813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94EB09-8790-825C-E6DF-DC3D220AB2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5C93AC03-5B79-B3CC-937A-E9326AD90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7F3150F-FF7F-423F-A07D-2196E530A9C6}"/>
              </a:ext>
            </a:extLst>
          </p:cNvPr>
          <p:cNvSpPr>
            <a:spLocks noGrp="1"/>
          </p:cNvSpPr>
          <p:nvPr>
            <p:ph type="dt" sz="half" idx="10"/>
          </p:nvPr>
        </p:nvSpPr>
        <p:spPr/>
        <p:txBody>
          <a:body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96228607-03AE-F239-DF0F-DBE38C417C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32C7311-2AD4-0720-88BE-D53F67274ABF}"/>
              </a:ext>
            </a:extLst>
          </p:cNvPr>
          <p:cNvSpPr>
            <a:spLocks noGrp="1"/>
          </p:cNvSpPr>
          <p:nvPr>
            <p:ph type="sldNum" sz="quarter" idx="12"/>
          </p:nvPr>
        </p:nvSpPr>
        <p:spPr/>
        <p:txBody>
          <a:bodyPr/>
          <a:lstStyle/>
          <a:p>
            <a:fld id="{3C2FD21C-FA42-4D69-9558-A07270C73C58}" type="slidenum">
              <a:rPr lang="en-PH" smtClean="0"/>
              <a:t>‹#›</a:t>
            </a:fld>
            <a:endParaRPr lang="en-PH"/>
          </a:p>
        </p:txBody>
      </p:sp>
    </p:spTree>
    <p:extLst>
      <p:ext uri="{BB962C8B-B14F-4D97-AF65-F5344CB8AC3E}">
        <p14:creationId xmlns:p14="http://schemas.microsoft.com/office/powerpoint/2010/main" val="1077593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A7985202-DB80-4E38-981B-9E768F0128DE}" type="datetime1">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a:xfrm>
            <a:off x="118742" y="6356349"/>
            <a:ext cx="524516"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052720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8E3B57FB-8EBA-4CEB-8400-0FBF754C4A89}" type="datetime1">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305076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75301EDC-2D95-4B99-9AF2-4D5893ABC0BC}" type="datetime1">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554041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1F14362F-197C-4249-AA84-4617F13E7F48}" type="datetime1">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2232383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E19BA5C4-CF54-4D30-9180-178021B5E650}" type="datetime1">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06887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CB2F7353-7CB2-4606-8D3C-3E4241F2083B}" type="datetime1">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a:xfrm>
            <a:off x="110541" y="6356350"/>
            <a:ext cx="54091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endParaRPr lang="en-US" dirty="0"/>
          </a:p>
        </p:txBody>
      </p:sp>
    </p:spTree>
    <p:extLst>
      <p:ext uri="{BB962C8B-B14F-4D97-AF65-F5344CB8AC3E}">
        <p14:creationId xmlns:p14="http://schemas.microsoft.com/office/powerpoint/2010/main" val="30229019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96488557-CF54-4DD4-8822-DADB10651CD6}" type="datetime1">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934404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BC2894F6-7FC7-4D68-BFB5-665E8B311222}" type="datetime1">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89671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F28AA045-5CA4-4FBE-9355-66D1568E2751}" type="datetime1">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06579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1CC824F3-A0BB-4870-8991-5445373F853A}" type="datetime1">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99207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A5AC562B-2C25-42AD-B919-544C8495CFC2}" type="datetime1">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232287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19E0E-E3DB-1F61-737B-981CECC0BF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FB3AFFF6-9EFE-E46E-19D4-D1D38810D7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DF1A037-1FE2-0FE0-A9A3-BE0A04F93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44584-F39D-4413-B633-8CDC4E3D5AAF}" type="datetimeFigureOut">
              <a:rPr lang="en-PH" smtClean="0"/>
              <a:t>01/10/2023</a:t>
            </a:fld>
            <a:endParaRPr lang="en-PH"/>
          </a:p>
        </p:txBody>
      </p:sp>
      <p:sp>
        <p:nvSpPr>
          <p:cNvPr id="5" name="Footer Placeholder 4">
            <a:extLst>
              <a:ext uri="{FF2B5EF4-FFF2-40B4-BE49-F238E27FC236}">
                <a16:creationId xmlns:a16="http://schemas.microsoft.com/office/drawing/2014/main" id="{EBDD2511-467C-00AC-A741-7BD7B2FD49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D3F12802-CEDB-1835-A96E-E43D007F88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2FD21C-FA42-4D69-9558-A07270C73C58}" type="slidenum">
              <a:rPr lang="en-PH" smtClean="0"/>
              <a:t>‹#›</a:t>
            </a:fld>
            <a:endParaRPr lang="en-PH"/>
          </a:p>
        </p:txBody>
      </p:sp>
    </p:spTree>
    <p:extLst>
      <p:ext uri="{BB962C8B-B14F-4D97-AF65-F5344CB8AC3E}">
        <p14:creationId xmlns:p14="http://schemas.microsoft.com/office/powerpoint/2010/main" val="296282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185160-1BEE-4BE9-B9A7-5775EC054AE2}" type="datetime1">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16516427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1017646" y="2105561"/>
            <a:ext cx="10289512" cy="1323439"/>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Job Order</a:t>
            </a:r>
            <a:endParaRPr kumimoji="0" lang="en-US" sz="80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is where we record job order from service receiving</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E49D579-2A8C-5770-6043-7725396675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6161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375033"/>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Main Window</a:t>
            </a:r>
            <a:endParaRPr kumimoji="0" lang="en-US" sz="2000" b="0" i="0" u="none" strike="noStrike" kern="1200" cap="none" spc="0" normalizeH="0" baseline="0" noProof="0" dirty="0">
              <a:ln>
                <a:noFill/>
              </a:ln>
              <a:solidFill>
                <a:srgbClr val="007434"/>
              </a:solidFill>
              <a:effectLst/>
              <a:uLnTx/>
              <a:uFillTx/>
              <a:latin typeface="Calibri" panose="020F0502020204030204"/>
              <a:ea typeface="+mn-ea"/>
              <a:cs typeface="+mn-cs"/>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847734"/>
            <a:ext cx="3887062" cy="1271768"/>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Job Order module under Purchases, Job Order transactions list will display based on filtered date and status in the job order main </a:t>
            </a:r>
          </a:p>
          <a:p>
            <a:pPr marL="0" marR="0" lvl="2" indent="0" algn="l" defTabSz="914400" rtl="0" eaLnBrk="1" fontAlgn="auto" latinLnBrk="0" hangingPunct="1">
              <a:lnSpc>
                <a:spcPct val="107000"/>
              </a:lnSpc>
              <a:spcBef>
                <a:spcPts val="0"/>
              </a:spcBef>
              <a:spcAft>
                <a:spcPts val="0"/>
              </a:spcAft>
              <a:buClrTx/>
              <a:buSzTx/>
              <a:buFontTx/>
              <a:buNone/>
              <a:tabLst/>
              <a:defRPr/>
            </a:pPr>
            <a:r>
              <a:rPr kumimoji="0" lang="en-PH" sz="10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284343" y="4005530"/>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1" name="Group 10">
            <a:extLst>
              <a:ext uri="{FF2B5EF4-FFF2-40B4-BE49-F238E27FC236}">
                <a16:creationId xmlns:a16="http://schemas.microsoft.com/office/drawing/2014/main" id="{97BEA995-969E-2FC1-A31D-DA1DB14E6170}"/>
              </a:ext>
            </a:extLst>
          </p:cNvPr>
          <p:cNvGrpSpPr/>
          <p:nvPr/>
        </p:nvGrpSpPr>
        <p:grpSpPr>
          <a:xfrm>
            <a:off x="5426780" y="2090947"/>
            <a:ext cx="5970003" cy="1808721"/>
            <a:chOff x="5426780" y="2090947"/>
            <a:chExt cx="5970003" cy="1808721"/>
          </a:xfrm>
        </p:grpSpPr>
        <p:pic>
          <p:nvPicPr>
            <p:cNvPr id="9" name="Picture 8">
              <a:extLst>
                <a:ext uri="{FF2B5EF4-FFF2-40B4-BE49-F238E27FC236}">
                  <a16:creationId xmlns:a16="http://schemas.microsoft.com/office/drawing/2014/main" id="{64EE9154-BDD7-FB92-9609-3A7F82F25EB8}"/>
                </a:ext>
              </a:extLst>
            </p:cNvPr>
            <p:cNvPicPr>
              <a:picLocks noChangeAspect="1"/>
            </p:cNvPicPr>
            <p:nvPr/>
          </p:nvPicPr>
          <p:blipFill>
            <a:blip r:embed="rId3"/>
            <a:stretch>
              <a:fillRect/>
            </a:stretch>
          </p:blipFill>
          <p:spPr>
            <a:xfrm>
              <a:off x="5436673" y="2090947"/>
              <a:ext cx="5960110" cy="1771650"/>
            </a:xfrm>
            <a:prstGeom prst="rect">
              <a:avLst/>
            </a:prstGeom>
          </p:spPr>
        </p:pic>
        <p:grpSp>
          <p:nvGrpSpPr>
            <p:cNvPr id="8" name="Group 7">
              <a:extLst>
                <a:ext uri="{FF2B5EF4-FFF2-40B4-BE49-F238E27FC236}">
                  <a16:creationId xmlns:a16="http://schemas.microsoft.com/office/drawing/2014/main" id="{D70565DB-544D-91D6-0934-613FB37B7025}"/>
                </a:ext>
              </a:extLst>
            </p:cNvPr>
            <p:cNvGrpSpPr/>
            <p:nvPr/>
          </p:nvGrpSpPr>
          <p:grpSpPr>
            <a:xfrm>
              <a:off x="5426780" y="2795403"/>
              <a:ext cx="5839956" cy="1104265"/>
              <a:chOff x="3128010" y="3050540"/>
              <a:chExt cx="5839956" cy="1104265"/>
            </a:xfrm>
          </p:grpSpPr>
          <p:sp>
            <p:nvSpPr>
              <p:cNvPr id="3" name="Rectangle 2">
                <a:extLst>
                  <a:ext uri="{FF2B5EF4-FFF2-40B4-BE49-F238E27FC236}">
                    <a16:creationId xmlns:a16="http://schemas.microsoft.com/office/drawing/2014/main" id="{0A3832EC-D3F0-4CD8-D828-AC9F2424D9E5}"/>
                  </a:ext>
                </a:extLst>
              </p:cNvPr>
              <p:cNvSpPr/>
              <p:nvPr/>
            </p:nvSpPr>
            <p:spPr>
              <a:xfrm>
                <a:off x="3128010" y="3669030"/>
                <a:ext cx="847725" cy="1714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4C8DC56-3299-8C21-4C6D-B4ECA451DBB6}"/>
                  </a:ext>
                </a:extLst>
              </p:cNvPr>
              <p:cNvSpPr/>
              <p:nvPr/>
            </p:nvSpPr>
            <p:spPr>
              <a:xfrm>
                <a:off x="4062591" y="3050540"/>
                <a:ext cx="4905375" cy="110426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021CAD9B-050B-ABA7-55BE-83D3C74F8792}"/>
                  </a:ext>
                </a:extLst>
              </p:cNvPr>
              <p:cNvCxnSpPr/>
              <p:nvPr/>
            </p:nvCxnSpPr>
            <p:spPr>
              <a:xfrm flipV="1">
                <a:off x="3971290" y="3773805"/>
                <a:ext cx="177800" cy="469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sp>
        <p:nvSpPr>
          <p:cNvPr id="10" name="Slide Number Placeholder 9">
            <a:extLst>
              <a:ext uri="{FF2B5EF4-FFF2-40B4-BE49-F238E27FC236}">
                <a16:creationId xmlns:a16="http://schemas.microsoft.com/office/drawing/2014/main" id="{5F96E4AE-0F17-4B13-DD8D-4AAF86D370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824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6F2BD24-100F-7640-2D58-E761DD28B86C}"/>
              </a:ext>
            </a:extLst>
          </p:cNvPr>
          <p:cNvPicPr>
            <a:picLocks noChangeAspect="1"/>
          </p:cNvPicPr>
          <p:nvPr/>
        </p:nvPicPr>
        <p:blipFill>
          <a:blip r:embed="rId2"/>
          <a:stretch>
            <a:fillRect/>
          </a:stretch>
        </p:blipFill>
        <p:spPr bwMode="auto">
          <a:xfrm>
            <a:off x="5179027" y="2584041"/>
            <a:ext cx="6405880" cy="2694305"/>
          </a:xfrm>
          <a:prstGeom prst="rect">
            <a:avLst/>
          </a:prstGeom>
          <a:noFill/>
          <a:ln w="9525">
            <a:noFill/>
            <a:miter lim="800000"/>
            <a:headEnd/>
            <a:tailEnd/>
          </a:ln>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1891243"/>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Job Order – Main Window, you will notice a create button in the upper left of the window. Click the create button and you will be redirect in job order – main form.</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click the create button a dialog box will pop out with list of supplier. Search and select a supplier.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79" name="Text Box 27">
            <a:extLst>
              <a:ext uri="{FF2B5EF4-FFF2-40B4-BE49-F238E27FC236}">
                <a16:creationId xmlns:a16="http://schemas.microsoft.com/office/drawing/2014/main" id="{C0041F90-1A0F-8769-2E1A-BA60672B2ED3}"/>
              </a:ext>
            </a:extLst>
          </p:cNvPr>
          <p:cNvSpPr txBox="1"/>
          <p:nvPr/>
        </p:nvSpPr>
        <p:spPr>
          <a:xfrm>
            <a:off x="678873" y="3612724"/>
            <a:ext cx="3902776" cy="1665622"/>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11430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a supplier, you will be redirected in job order – main form where you will encode the other necessary information of the transaction and record the job order.</a:t>
            </a: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grpSp>
        <p:nvGrpSpPr>
          <p:cNvPr id="7" name="Group 6">
            <a:extLst>
              <a:ext uri="{FF2B5EF4-FFF2-40B4-BE49-F238E27FC236}">
                <a16:creationId xmlns:a16="http://schemas.microsoft.com/office/drawing/2014/main" id="{A4C64FB9-E76A-31C0-0CB0-0BE373885A42}"/>
              </a:ext>
            </a:extLst>
          </p:cNvPr>
          <p:cNvGrpSpPr/>
          <p:nvPr/>
        </p:nvGrpSpPr>
        <p:grpSpPr>
          <a:xfrm>
            <a:off x="5284540" y="986878"/>
            <a:ext cx="5610225" cy="1160145"/>
            <a:chOff x="5284540" y="986878"/>
            <a:chExt cx="5610225" cy="1160145"/>
          </a:xfrm>
        </p:grpSpPr>
        <p:pic>
          <p:nvPicPr>
            <p:cNvPr id="4" name="Picture 3">
              <a:extLst>
                <a:ext uri="{FF2B5EF4-FFF2-40B4-BE49-F238E27FC236}">
                  <a16:creationId xmlns:a16="http://schemas.microsoft.com/office/drawing/2014/main" id="{24AAA628-A376-115C-712E-EF27D858A131}"/>
                </a:ext>
              </a:extLst>
            </p:cNvPr>
            <p:cNvPicPr>
              <a:picLocks noChangeAspect="1"/>
            </p:cNvPicPr>
            <p:nvPr/>
          </p:nvPicPr>
          <p:blipFill>
            <a:blip r:embed="rId3"/>
            <a:stretch>
              <a:fillRect/>
            </a:stretch>
          </p:blipFill>
          <p:spPr>
            <a:xfrm>
              <a:off x="5284540" y="986878"/>
              <a:ext cx="5610225" cy="1160145"/>
            </a:xfrm>
            <a:prstGeom prst="rect">
              <a:avLst/>
            </a:prstGeom>
          </p:spPr>
        </p:pic>
        <p:grpSp>
          <p:nvGrpSpPr>
            <p:cNvPr id="5" name="Group 4">
              <a:extLst>
                <a:ext uri="{FF2B5EF4-FFF2-40B4-BE49-F238E27FC236}">
                  <a16:creationId xmlns:a16="http://schemas.microsoft.com/office/drawing/2014/main" id="{F87B9112-025A-B078-7C04-515533DD512A}"/>
                </a:ext>
              </a:extLst>
            </p:cNvPr>
            <p:cNvGrpSpPr/>
            <p:nvPr/>
          </p:nvGrpSpPr>
          <p:grpSpPr>
            <a:xfrm>
              <a:off x="5284540" y="1197789"/>
              <a:ext cx="1209675" cy="276225"/>
              <a:chOff x="0" y="0"/>
              <a:chExt cx="1209675" cy="276225"/>
            </a:xfrm>
          </p:grpSpPr>
          <p:sp>
            <p:nvSpPr>
              <p:cNvPr id="17" name="Rectangle 16">
                <a:extLst>
                  <a:ext uri="{FF2B5EF4-FFF2-40B4-BE49-F238E27FC236}">
                    <a16:creationId xmlns:a16="http://schemas.microsoft.com/office/drawing/2014/main" id="{9DA685AF-C52A-B2B4-19A0-532C143B8EE4}"/>
                  </a:ext>
                </a:extLst>
              </p:cNvPr>
              <p:cNvSpPr/>
              <p:nvPr/>
            </p:nvSpPr>
            <p:spPr>
              <a:xfrm>
                <a:off x="0" y="0"/>
                <a:ext cx="800100" cy="2256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845EFC0F-43C9-77D2-0646-08169B8256D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22">
                <a:extLst>
                  <a:ext uri="{FF2B5EF4-FFF2-40B4-BE49-F238E27FC236}">
                    <a16:creationId xmlns:a16="http://schemas.microsoft.com/office/drawing/2014/main" id="{F1C6BAA9-A1E9-8390-9944-A049B1D4F40A}"/>
                  </a:ext>
                </a:extLst>
              </p:cNvPr>
              <p:cNvSpPr txBox="1"/>
              <p:nvPr/>
            </p:nvSpPr>
            <p:spPr>
              <a:xfrm>
                <a:off x="1009650" y="28575"/>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a:t>
                </a:r>
              </a:p>
            </p:txBody>
          </p:sp>
        </p:grpSp>
      </p:grpSp>
      <p:grpSp>
        <p:nvGrpSpPr>
          <p:cNvPr id="25" name="Group 24">
            <a:extLst>
              <a:ext uri="{FF2B5EF4-FFF2-40B4-BE49-F238E27FC236}">
                <a16:creationId xmlns:a16="http://schemas.microsoft.com/office/drawing/2014/main" id="{E12B8E5E-23AA-A9CE-E808-3FE7F53A70A7}"/>
              </a:ext>
            </a:extLst>
          </p:cNvPr>
          <p:cNvGrpSpPr/>
          <p:nvPr/>
        </p:nvGrpSpPr>
        <p:grpSpPr>
          <a:xfrm>
            <a:off x="5673164" y="3302605"/>
            <a:ext cx="5417606" cy="388811"/>
            <a:chOff x="-4022452" y="298211"/>
            <a:chExt cx="5604479" cy="451524"/>
          </a:xfrm>
        </p:grpSpPr>
        <p:sp>
          <p:nvSpPr>
            <p:cNvPr id="26" name="Rectangle 25">
              <a:extLst>
                <a:ext uri="{FF2B5EF4-FFF2-40B4-BE49-F238E27FC236}">
                  <a16:creationId xmlns:a16="http://schemas.microsoft.com/office/drawing/2014/main" id="{86015986-FC03-0126-EB50-1626EF672FB2}"/>
                </a:ext>
              </a:extLst>
            </p:cNvPr>
            <p:cNvSpPr/>
            <p:nvPr/>
          </p:nvSpPr>
          <p:spPr>
            <a:xfrm>
              <a:off x="-4022452" y="384092"/>
              <a:ext cx="5145632" cy="3656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F3C0564F-020E-9895-5014-7ED3423CD925}"/>
                </a:ext>
              </a:extLst>
            </p:cNvPr>
            <p:cNvCxnSpPr/>
            <p:nvPr/>
          </p:nvCxnSpPr>
          <p:spPr>
            <a:xfrm>
              <a:off x="1135465" y="438082"/>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1">
              <a:extLst>
                <a:ext uri="{FF2B5EF4-FFF2-40B4-BE49-F238E27FC236}">
                  <a16:creationId xmlns:a16="http://schemas.microsoft.com/office/drawing/2014/main" id="{62956CA3-4475-EF73-4DBF-396E94CF1D63}"/>
                </a:ext>
              </a:extLst>
            </p:cNvPr>
            <p:cNvSpPr txBox="1"/>
            <p:nvPr/>
          </p:nvSpPr>
          <p:spPr>
            <a:xfrm>
              <a:off x="1343657" y="298211"/>
              <a:ext cx="238370" cy="333987"/>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6" name="Slide Number Placeholder 5">
            <a:extLst>
              <a:ext uri="{FF2B5EF4-FFF2-40B4-BE49-F238E27FC236}">
                <a16:creationId xmlns:a16="http://schemas.microsoft.com/office/drawing/2014/main" id="{4C71E95C-62EA-FE7B-70A4-6AE442CF61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1" name="Text Box 2">
            <a:extLst>
              <a:ext uri="{FF2B5EF4-FFF2-40B4-BE49-F238E27FC236}">
                <a16:creationId xmlns:a16="http://schemas.microsoft.com/office/drawing/2014/main" id="{8B98E3A9-670E-63C4-C22B-097386CD0F78}"/>
              </a:ext>
            </a:extLst>
          </p:cNvPr>
          <p:cNvSpPr txBox="1">
            <a:spLocks noChangeArrowheads="1"/>
          </p:cNvSpPr>
          <p:nvPr/>
        </p:nvSpPr>
        <p:spPr bwMode="auto">
          <a:xfrm>
            <a:off x="6494215" y="3875724"/>
            <a:ext cx="2440235" cy="608209"/>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search supplier?</a:t>
            </a:r>
            <a:endParaRPr kumimoji="0" lang="en-PH" altLang="en-US" sz="1000" b="0" i="1"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supplier name in the search bar.</a:t>
            </a:r>
          </a:p>
          <a:p>
            <a:pPr marL="228600" marR="0" lvl="0" indent="-228600"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And it will automatically sort out.</a:t>
            </a:r>
          </a:p>
          <a:p>
            <a:pPr marL="228600" marR="0" lvl="0" indent="-228600" algn="l" defTabSz="914400" rtl="0" eaLnBrk="0" fontAlgn="base" latinLnBrk="0" hangingPunct="0">
              <a:lnSpc>
                <a:spcPct val="100000"/>
              </a:lnSpc>
              <a:spcBef>
                <a:spcPts val="0"/>
              </a:spcBef>
              <a:spcAft>
                <a:spcPts val="0"/>
              </a:spcAft>
              <a:buClrTx/>
              <a:buSzTx/>
              <a:buFontTx/>
              <a:buAutoNum type="arabicPeriod"/>
              <a:tabLst/>
              <a:defRPr/>
            </a:pPr>
            <a:r>
              <a:rPr kumimoji="0" lang="en-PH"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the selected supplier.</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4203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0376DD-40DA-00A1-62B7-F6C13C35E1CF}"/>
              </a:ext>
            </a:extLst>
          </p:cNvPr>
          <p:cNvPicPr>
            <a:picLocks noChangeAspect="1"/>
          </p:cNvPicPr>
          <p:nvPr/>
        </p:nvPicPr>
        <p:blipFill>
          <a:blip r:embed="rId2"/>
          <a:stretch>
            <a:fillRect/>
          </a:stretch>
        </p:blipFill>
        <p:spPr>
          <a:xfrm>
            <a:off x="5761631" y="1177395"/>
            <a:ext cx="6015990" cy="324612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 Box 18">
            <a:extLst>
              <a:ext uri="{FF2B5EF4-FFF2-40B4-BE49-F238E27FC236}">
                <a16:creationId xmlns:a16="http://schemas.microsoft.com/office/drawing/2014/main" id="{5F604CD2-37AD-720F-6809-08E563572769}"/>
              </a:ext>
            </a:extLst>
          </p:cNvPr>
          <p:cNvSpPr txBox="1"/>
          <p:nvPr/>
        </p:nvSpPr>
        <p:spPr>
          <a:xfrm>
            <a:off x="597771" y="2149471"/>
            <a:ext cx="4179346" cy="2291691"/>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header, add the necessary information if necessary.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in header, click save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5.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After saving the header, you may now add the ordered items. </a:t>
            </a:r>
          </a:p>
          <a:p>
            <a:pPr marL="355600" marR="0" lvl="1"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SR: </a:t>
            </a:r>
            <a:r>
              <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If services are from quotation, click Service Quotation to select transaction.</a:t>
            </a:r>
            <a:r>
              <a:rPr kumimoji="0" lang="en-US" sz="1200" b="1"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7" name="Group 6">
            <a:extLst>
              <a:ext uri="{FF2B5EF4-FFF2-40B4-BE49-F238E27FC236}">
                <a16:creationId xmlns:a16="http://schemas.microsoft.com/office/drawing/2014/main" id="{179DA32F-0FD3-2E2A-B3E0-9F7F01A3C21B}"/>
              </a:ext>
            </a:extLst>
          </p:cNvPr>
          <p:cNvGrpSpPr/>
          <p:nvPr/>
        </p:nvGrpSpPr>
        <p:grpSpPr>
          <a:xfrm>
            <a:off x="5019951" y="1524777"/>
            <a:ext cx="6655378" cy="2965444"/>
            <a:chOff x="0" y="0"/>
            <a:chExt cx="6655378" cy="2965444"/>
          </a:xfrm>
        </p:grpSpPr>
        <p:sp>
          <p:nvSpPr>
            <p:cNvPr id="8" name="Rectangle 7">
              <a:extLst>
                <a:ext uri="{FF2B5EF4-FFF2-40B4-BE49-F238E27FC236}">
                  <a16:creationId xmlns:a16="http://schemas.microsoft.com/office/drawing/2014/main" id="{D2FA50F5-F91E-6466-77D5-75BF8E6C5FA6}"/>
                </a:ext>
              </a:extLst>
            </p:cNvPr>
            <p:cNvSpPr/>
            <p:nvPr/>
          </p:nvSpPr>
          <p:spPr>
            <a:xfrm>
              <a:off x="787400" y="368300"/>
              <a:ext cx="5822950" cy="133595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F2AE684C-E214-8751-1D5F-00C020BE18EE}"/>
                </a:ext>
              </a:extLst>
            </p:cNvPr>
            <p:cNvSpPr/>
            <p:nvPr/>
          </p:nvSpPr>
          <p:spPr>
            <a:xfrm>
              <a:off x="832428" y="1974844"/>
              <a:ext cx="5822950" cy="9906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 Box 465">
              <a:extLst>
                <a:ext uri="{FF2B5EF4-FFF2-40B4-BE49-F238E27FC236}">
                  <a16:creationId xmlns:a16="http://schemas.microsoft.com/office/drawing/2014/main" id="{94C679E0-B882-8A7E-A21F-A4A45FA9790B}"/>
                </a:ext>
              </a:extLst>
            </p:cNvPr>
            <p:cNvSpPr txBox="1"/>
            <p:nvPr/>
          </p:nvSpPr>
          <p:spPr>
            <a:xfrm>
              <a:off x="0" y="2146300"/>
              <a:ext cx="78740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sp>
          <p:nvSpPr>
            <p:cNvPr id="11" name="Text Box 9">
              <a:extLst>
                <a:ext uri="{FF2B5EF4-FFF2-40B4-BE49-F238E27FC236}">
                  <a16:creationId xmlns:a16="http://schemas.microsoft.com/office/drawing/2014/main" id="{52628AD8-27C7-8AC8-FBE8-27838024D4CE}"/>
                </a:ext>
              </a:extLst>
            </p:cNvPr>
            <p:cNvSpPr txBox="1"/>
            <p:nvPr/>
          </p:nvSpPr>
          <p:spPr>
            <a:xfrm>
              <a:off x="5389245" y="1062537"/>
              <a:ext cx="96139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4.1</a:t>
              </a:r>
            </a:p>
          </p:txBody>
        </p:sp>
        <p:sp>
          <p:nvSpPr>
            <p:cNvPr id="13" name="Rectangle 12">
              <a:extLst>
                <a:ext uri="{FF2B5EF4-FFF2-40B4-BE49-F238E27FC236}">
                  <a16:creationId xmlns:a16="http://schemas.microsoft.com/office/drawing/2014/main" id="{3498C355-88B2-6BF0-0FF1-38A9F393CD39}"/>
                </a:ext>
              </a:extLst>
            </p:cNvPr>
            <p:cNvSpPr/>
            <p:nvPr/>
          </p:nvSpPr>
          <p:spPr>
            <a:xfrm>
              <a:off x="5232400" y="114300"/>
              <a:ext cx="413748" cy="16699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A53AD5E4-071F-EA63-51EC-4CB841EA795A}"/>
                </a:ext>
              </a:extLst>
            </p:cNvPr>
            <p:cNvCxnSpPr/>
            <p:nvPr/>
          </p:nvCxnSpPr>
          <p:spPr>
            <a:xfrm>
              <a:off x="5619750" y="114300"/>
              <a:ext cx="193040" cy="76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 Box 16">
              <a:extLst>
                <a:ext uri="{FF2B5EF4-FFF2-40B4-BE49-F238E27FC236}">
                  <a16:creationId xmlns:a16="http://schemas.microsoft.com/office/drawing/2014/main" id="{BEAC18B8-1A7E-A9CF-ABFE-28E6F8CD82AB}"/>
                </a:ext>
              </a:extLst>
            </p:cNvPr>
            <p:cNvSpPr txBox="1"/>
            <p:nvPr/>
          </p:nvSpPr>
          <p:spPr>
            <a:xfrm>
              <a:off x="5822950" y="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4.2</a:t>
              </a:r>
            </a:p>
          </p:txBody>
        </p:sp>
      </p:grpSp>
      <p:sp>
        <p:nvSpPr>
          <p:cNvPr id="12" name="Slide Number Placeholder 11">
            <a:extLst>
              <a:ext uri="{FF2B5EF4-FFF2-40B4-BE49-F238E27FC236}">
                <a16:creationId xmlns:a16="http://schemas.microsoft.com/office/drawing/2014/main" id="{E1AFCE2B-C0D7-99D2-948E-A193F72772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4" name="Rectangle 8">
            <a:extLst>
              <a:ext uri="{FF2B5EF4-FFF2-40B4-BE49-F238E27FC236}">
                <a16:creationId xmlns:a16="http://schemas.microsoft.com/office/drawing/2014/main" id="{ED8305AF-211F-646E-FCFB-72276EFF1A3C}"/>
              </a:ext>
            </a:extLst>
          </p:cNvPr>
          <p:cNvSpPr>
            <a:spLocks noChangeArrowheads="1"/>
          </p:cNvSpPr>
          <p:nvPr/>
        </p:nvSpPr>
        <p:spPr bwMode="auto">
          <a:xfrm>
            <a:off x="10026831" y="3295317"/>
            <a:ext cx="460101" cy="170627"/>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33" name="AutoShape 9">
            <a:extLst>
              <a:ext uri="{FF2B5EF4-FFF2-40B4-BE49-F238E27FC236}">
                <a16:creationId xmlns:a16="http://schemas.microsoft.com/office/drawing/2014/main" id="{6D5F177C-6CF9-A65F-7766-5B85136F0361}"/>
              </a:ext>
            </a:extLst>
          </p:cNvPr>
          <p:cNvCxnSpPr>
            <a:cxnSpLocks noChangeShapeType="1"/>
          </p:cNvCxnSpPr>
          <p:nvPr/>
        </p:nvCxnSpPr>
        <p:spPr bwMode="auto">
          <a:xfrm>
            <a:off x="10328793" y="3467122"/>
            <a:ext cx="80858" cy="102785"/>
          </a:xfrm>
          <a:prstGeom prst="straightConnector1">
            <a:avLst/>
          </a:prstGeom>
          <a:noFill/>
          <a:ln w="6350">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44" name="Text Box 545">
            <a:extLst>
              <a:ext uri="{FF2B5EF4-FFF2-40B4-BE49-F238E27FC236}">
                <a16:creationId xmlns:a16="http://schemas.microsoft.com/office/drawing/2014/main" id="{96182A9F-B938-E1D9-3D42-2C4351823E4D}"/>
              </a:ext>
            </a:extLst>
          </p:cNvPr>
          <p:cNvSpPr txBox="1"/>
          <p:nvPr/>
        </p:nvSpPr>
        <p:spPr>
          <a:xfrm>
            <a:off x="10179601" y="3596983"/>
            <a:ext cx="460100" cy="26140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spTree>
    <p:extLst>
      <p:ext uri="{BB962C8B-B14F-4D97-AF65-F5344CB8AC3E}">
        <p14:creationId xmlns:p14="http://schemas.microsoft.com/office/powerpoint/2010/main" val="2929537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1CEF43-43DD-4245-1F0F-BFEC0ECF2563}"/>
              </a:ext>
            </a:extLst>
          </p:cNvPr>
          <p:cNvPicPr>
            <a:picLocks noChangeAspect="1"/>
          </p:cNvPicPr>
          <p:nvPr/>
        </p:nvPicPr>
        <p:blipFill>
          <a:blip r:embed="rId2"/>
          <a:stretch>
            <a:fillRect/>
          </a:stretch>
        </p:blipFill>
        <p:spPr>
          <a:xfrm>
            <a:off x="5794826" y="2164452"/>
            <a:ext cx="5445125" cy="2486025"/>
          </a:xfrm>
          <a:prstGeom prst="rect">
            <a:avLst/>
          </a:prstGeom>
        </p:spPr>
      </p:pic>
      <p:pic>
        <p:nvPicPr>
          <p:cNvPr id="6" name="Picture 5">
            <a:extLst>
              <a:ext uri="{FF2B5EF4-FFF2-40B4-BE49-F238E27FC236}">
                <a16:creationId xmlns:a16="http://schemas.microsoft.com/office/drawing/2014/main" id="{6400C3FC-5695-F633-8668-DDF933087A5C}"/>
              </a:ext>
            </a:extLst>
          </p:cNvPr>
          <p:cNvPicPr>
            <a:picLocks noChangeAspect="1"/>
          </p:cNvPicPr>
          <p:nvPr/>
        </p:nvPicPr>
        <p:blipFill>
          <a:blip r:embed="rId3"/>
          <a:stretch>
            <a:fillRect/>
          </a:stretch>
        </p:blipFill>
        <p:spPr bwMode="auto">
          <a:xfrm>
            <a:off x="5203958" y="3040838"/>
            <a:ext cx="5756910" cy="1621790"/>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1522069" y="63847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Create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7" name="Text Box 18">
            <a:extLst>
              <a:ext uri="{FF2B5EF4-FFF2-40B4-BE49-F238E27FC236}">
                <a16:creationId xmlns:a16="http://schemas.microsoft.com/office/drawing/2014/main" id="{099D3CDB-CFB5-7113-F83E-473C98B007A9}"/>
              </a:ext>
            </a:extLst>
          </p:cNvPr>
          <p:cNvSpPr txBox="1"/>
          <p:nvPr/>
        </p:nvSpPr>
        <p:spPr>
          <a:xfrm>
            <a:off x="623446" y="1986140"/>
            <a:ext cx="4179346" cy="2345715"/>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done, finalize the transaction by click the arrow button to maximize the main form header.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header, click post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lumMod val="85000"/>
                  <a:lumOff val="15000"/>
                </a:prstClr>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grpSp>
        <p:nvGrpSpPr>
          <p:cNvPr id="20" name="Group 19">
            <a:extLst>
              <a:ext uri="{FF2B5EF4-FFF2-40B4-BE49-F238E27FC236}">
                <a16:creationId xmlns:a16="http://schemas.microsoft.com/office/drawing/2014/main" id="{1768B22F-34A3-1827-F3EC-4E033636A859}"/>
              </a:ext>
            </a:extLst>
          </p:cNvPr>
          <p:cNvGrpSpPr/>
          <p:nvPr/>
        </p:nvGrpSpPr>
        <p:grpSpPr>
          <a:xfrm>
            <a:off x="8680823" y="2451733"/>
            <a:ext cx="2636919" cy="849454"/>
            <a:chOff x="6361031" y="1968500"/>
            <a:chExt cx="2636919" cy="849454"/>
          </a:xfrm>
        </p:grpSpPr>
        <p:sp>
          <p:nvSpPr>
            <p:cNvPr id="12" name="Rectangle 11">
              <a:extLst>
                <a:ext uri="{FF2B5EF4-FFF2-40B4-BE49-F238E27FC236}">
                  <a16:creationId xmlns:a16="http://schemas.microsoft.com/office/drawing/2014/main" id="{920E42C4-EE5E-01B1-D1CA-D2845C7BEA96}"/>
                </a:ext>
              </a:extLst>
            </p:cNvPr>
            <p:cNvSpPr/>
            <p:nvPr/>
          </p:nvSpPr>
          <p:spPr>
            <a:xfrm>
              <a:off x="8098790" y="2025015"/>
              <a:ext cx="268605" cy="29654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5701D95-C5A8-EBFE-63C8-C4B1FC6889F5}"/>
                </a:ext>
              </a:extLst>
            </p:cNvPr>
            <p:cNvCxnSpPr/>
            <p:nvPr/>
          </p:nvCxnSpPr>
          <p:spPr>
            <a:xfrm flipV="1">
              <a:off x="8397240" y="2101850"/>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 Box 689">
              <a:extLst>
                <a:ext uri="{FF2B5EF4-FFF2-40B4-BE49-F238E27FC236}">
                  <a16:creationId xmlns:a16="http://schemas.microsoft.com/office/drawing/2014/main" id="{994F786E-D910-FDBB-CF63-79CD131629D6}"/>
                </a:ext>
              </a:extLst>
            </p:cNvPr>
            <p:cNvSpPr txBox="1"/>
            <p:nvPr/>
          </p:nvSpPr>
          <p:spPr>
            <a:xfrm>
              <a:off x="8522970" y="1968500"/>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6" name="Curved Right Arrow 691">
              <a:extLst>
                <a:ext uri="{FF2B5EF4-FFF2-40B4-BE49-F238E27FC236}">
                  <a16:creationId xmlns:a16="http://schemas.microsoft.com/office/drawing/2014/main" id="{BCDBE0F2-56B5-A734-AC79-E5EBEDAAB41F}"/>
                </a:ext>
              </a:extLst>
            </p:cNvPr>
            <p:cNvSpPr/>
            <p:nvPr/>
          </p:nvSpPr>
          <p:spPr>
            <a:xfrm>
              <a:off x="7635875" y="2172970"/>
              <a:ext cx="438785" cy="450850"/>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A870EF-8910-3B6D-D9FA-ECB753D235FD}"/>
                </a:ext>
              </a:extLst>
            </p:cNvPr>
            <p:cNvSpPr/>
            <p:nvPr/>
          </p:nvSpPr>
          <p:spPr>
            <a:xfrm>
              <a:off x="6361031" y="2532204"/>
              <a:ext cx="351790" cy="2489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A9FDCE75-782D-E179-D2DE-904205337A83}"/>
                </a:ext>
              </a:extLst>
            </p:cNvPr>
            <p:cNvCxnSpPr/>
            <p:nvPr/>
          </p:nvCxnSpPr>
          <p:spPr>
            <a:xfrm flipV="1">
              <a:off x="6720500" y="2581715"/>
              <a:ext cx="142240" cy="711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694">
              <a:extLst>
                <a:ext uri="{FF2B5EF4-FFF2-40B4-BE49-F238E27FC236}">
                  <a16:creationId xmlns:a16="http://schemas.microsoft.com/office/drawing/2014/main" id="{B9E8CD27-BA5B-B162-8821-67C85F9631E2}"/>
                </a:ext>
              </a:extLst>
            </p:cNvPr>
            <p:cNvSpPr txBox="1"/>
            <p:nvPr/>
          </p:nvSpPr>
          <p:spPr>
            <a:xfrm>
              <a:off x="6872576" y="2532204"/>
              <a:ext cx="474980" cy="2857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
        <p:nvSpPr>
          <p:cNvPr id="5" name="Slide Number Placeholder 4">
            <a:extLst>
              <a:ext uri="{FF2B5EF4-FFF2-40B4-BE49-F238E27FC236}">
                <a16:creationId xmlns:a16="http://schemas.microsoft.com/office/drawing/2014/main" id="{7DD49734-D56B-16D1-1D98-55D6D34215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0370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95F17B9-1B60-816C-9762-CEC55A32398B}"/>
              </a:ext>
            </a:extLst>
          </p:cNvPr>
          <p:cNvPicPr>
            <a:picLocks noChangeAspect="1"/>
          </p:cNvPicPr>
          <p:nvPr/>
        </p:nvPicPr>
        <p:blipFill>
          <a:blip r:embed="rId2"/>
          <a:stretch>
            <a:fillRect/>
          </a:stretch>
        </p:blipFill>
        <p:spPr bwMode="auto">
          <a:xfrm>
            <a:off x="5387226" y="3516792"/>
            <a:ext cx="6184900" cy="1711325"/>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FBB1A49-EB0A-6754-A69A-00B67CA29D04}"/>
              </a:ext>
            </a:extLst>
          </p:cNvPr>
          <p:cNvPicPr>
            <a:picLocks noChangeAspect="1"/>
          </p:cNvPicPr>
          <p:nvPr/>
        </p:nvPicPr>
        <p:blipFill>
          <a:blip r:embed="rId3"/>
          <a:stretch>
            <a:fillRect/>
          </a:stretch>
        </p:blipFill>
        <p:spPr>
          <a:xfrm>
            <a:off x="5228838" y="1100343"/>
            <a:ext cx="6224905" cy="1770380"/>
          </a:xfrm>
          <a:prstGeom prst="rect">
            <a:avLst/>
          </a:prstGeom>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1491920"/>
            <a:ext cx="4179346" cy="427250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job order – main window, search the job order transaction you wish to edit its information in the search bar. Or,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job order – main form, click the lookup button and select the transaction you wish to edit its information by typing its transaction number in the search bar.</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you select the JO transaction, if you wish to edit the header of the transaction click edit button. </a:t>
            </a:r>
            <a:r>
              <a:rPr kumimoji="0" lang="en-PH" sz="12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3.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are done editing the job order header, click save button in the upper side of the header.</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03326" y="289728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9" name="Group 8">
            <a:extLst>
              <a:ext uri="{FF2B5EF4-FFF2-40B4-BE49-F238E27FC236}">
                <a16:creationId xmlns:a16="http://schemas.microsoft.com/office/drawing/2014/main" id="{C98B56F7-0BEA-9354-914F-9B554C6673D1}"/>
              </a:ext>
            </a:extLst>
          </p:cNvPr>
          <p:cNvGrpSpPr/>
          <p:nvPr/>
        </p:nvGrpSpPr>
        <p:grpSpPr>
          <a:xfrm>
            <a:off x="6222252" y="2111845"/>
            <a:ext cx="1476375" cy="333375"/>
            <a:chOff x="0" y="0"/>
            <a:chExt cx="1476375" cy="333375"/>
          </a:xfrm>
        </p:grpSpPr>
        <p:sp>
          <p:nvSpPr>
            <p:cNvPr id="10" name="Rectangle 9">
              <a:extLst>
                <a:ext uri="{FF2B5EF4-FFF2-40B4-BE49-F238E27FC236}">
                  <a16:creationId xmlns:a16="http://schemas.microsoft.com/office/drawing/2014/main" id="{C270DACA-1F2A-F872-53B1-2B8AA50848D0}"/>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CFF7C1-FFA7-6973-A784-73B8CA9F28E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39">
              <a:extLst>
                <a:ext uri="{FF2B5EF4-FFF2-40B4-BE49-F238E27FC236}">
                  <a16:creationId xmlns:a16="http://schemas.microsoft.com/office/drawing/2014/main" id="{CCFF3E7B-6A70-D691-F090-1FEFB539760D}"/>
                </a:ext>
              </a:extLst>
            </p:cNvPr>
            <p:cNvSpPr txBox="1"/>
            <p:nvPr/>
          </p:nvSpPr>
          <p:spPr>
            <a:xfrm>
              <a:off x="1009650" y="25400"/>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nvGrpSpPr>
          <p:cNvPr id="36" name="Group 35">
            <a:extLst>
              <a:ext uri="{FF2B5EF4-FFF2-40B4-BE49-F238E27FC236}">
                <a16:creationId xmlns:a16="http://schemas.microsoft.com/office/drawing/2014/main" id="{9FF2F1A1-8DD3-4CCA-F696-1C7285B1AAA4}"/>
              </a:ext>
            </a:extLst>
          </p:cNvPr>
          <p:cNvGrpSpPr/>
          <p:nvPr/>
        </p:nvGrpSpPr>
        <p:grpSpPr>
          <a:xfrm>
            <a:off x="5228838" y="3292475"/>
            <a:ext cx="5809637" cy="745389"/>
            <a:chOff x="3445489" y="3063024"/>
            <a:chExt cx="5809637" cy="745389"/>
          </a:xfrm>
        </p:grpSpPr>
        <p:grpSp>
          <p:nvGrpSpPr>
            <p:cNvPr id="15" name="Group 14">
              <a:extLst>
                <a:ext uri="{FF2B5EF4-FFF2-40B4-BE49-F238E27FC236}">
                  <a16:creationId xmlns:a16="http://schemas.microsoft.com/office/drawing/2014/main" id="{9D13EF71-8C9A-0E99-5288-FD8D3855B025}"/>
                </a:ext>
              </a:extLst>
            </p:cNvPr>
            <p:cNvGrpSpPr/>
            <p:nvPr/>
          </p:nvGrpSpPr>
          <p:grpSpPr>
            <a:xfrm>
              <a:off x="4901681" y="3503613"/>
              <a:ext cx="952500" cy="304800"/>
              <a:chOff x="662420" y="28575"/>
              <a:chExt cx="952500" cy="304800"/>
            </a:xfrm>
          </p:grpSpPr>
          <p:sp>
            <p:nvSpPr>
              <p:cNvPr id="33" name="Rectangle 32">
                <a:extLst>
                  <a:ext uri="{FF2B5EF4-FFF2-40B4-BE49-F238E27FC236}">
                    <a16:creationId xmlns:a16="http://schemas.microsoft.com/office/drawing/2014/main" id="{B1CB76C0-A3B5-9049-40F7-1740F92EB181}"/>
                  </a:ext>
                </a:extLst>
              </p:cNvPr>
              <p:cNvSpPr/>
              <p:nvPr/>
            </p:nvSpPr>
            <p:spPr>
              <a:xfrm>
                <a:off x="662420"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BF439294-AB93-5AD8-A175-BC5E0FC45225}"/>
                  </a:ext>
                </a:extLst>
              </p:cNvPr>
              <p:cNvCxnSpPr/>
              <p:nvPr/>
            </p:nvCxnSpPr>
            <p:spPr>
              <a:xfrm>
                <a:off x="938646"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 Box 44">
                <a:extLst>
                  <a:ext uri="{FF2B5EF4-FFF2-40B4-BE49-F238E27FC236}">
                    <a16:creationId xmlns:a16="http://schemas.microsoft.com/office/drawing/2014/main" id="{0DBDD8AF-F62D-A343-A830-9565DB8E32C4}"/>
                  </a:ext>
                </a:extLst>
              </p:cNvPr>
              <p:cNvSpPr txBox="1"/>
              <p:nvPr/>
            </p:nvSpPr>
            <p:spPr>
              <a:xfrm>
                <a:off x="1148195"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0" name="Group 19">
              <a:extLst>
                <a:ext uri="{FF2B5EF4-FFF2-40B4-BE49-F238E27FC236}">
                  <a16:creationId xmlns:a16="http://schemas.microsoft.com/office/drawing/2014/main" id="{33AA384B-2B37-743F-75C5-46EFCE17BF0F}"/>
                </a:ext>
              </a:extLst>
            </p:cNvPr>
            <p:cNvGrpSpPr/>
            <p:nvPr/>
          </p:nvGrpSpPr>
          <p:grpSpPr>
            <a:xfrm>
              <a:off x="8274050" y="3231833"/>
              <a:ext cx="981076" cy="304800"/>
              <a:chOff x="333374" y="28575"/>
              <a:chExt cx="981076" cy="304800"/>
            </a:xfrm>
          </p:grpSpPr>
          <p:sp>
            <p:nvSpPr>
              <p:cNvPr id="30" name="Rectangle 29">
                <a:extLst>
                  <a:ext uri="{FF2B5EF4-FFF2-40B4-BE49-F238E27FC236}">
                    <a16:creationId xmlns:a16="http://schemas.microsoft.com/office/drawing/2014/main" id="{38EAA199-DCFF-F322-99A6-4F895902A971}"/>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6B0AADFF-6AA5-5C49-80C6-EE0784A934A5}"/>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 Box 49">
                <a:extLst>
                  <a:ext uri="{FF2B5EF4-FFF2-40B4-BE49-F238E27FC236}">
                    <a16:creationId xmlns:a16="http://schemas.microsoft.com/office/drawing/2014/main" id="{F985F43A-2530-1F20-B78A-0B6BB9D79195}"/>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9" name="Text Box 8">
              <a:extLst>
                <a:ext uri="{FF2B5EF4-FFF2-40B4-BE49-F238E27FC236}">
                  <a16:creationId xmlns:a16="http://schemas.microsoft.com/office/drawing/2014/main" id="{BD7941B2-9AC6-0FD6-3D61-727D75A45A58}"/>
                </a:ext>
              </a:extLst>
            </p:cNvPr>
            <p:cNvSpPr txBox="1"/>
            <p:nvPr/>
          </p:nvSpPr>
          <p:spPr>
            <a:xfrm>
              <a:off x="3445489" y="3063024"/>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grpSp>
      <p:sp>
        <p:nvSpPr>
          <p:cNvPr id="37" name="TextBox 36">
            <a:extLst>
              <a:ext uri="{FF2B5EF4-FFF2-40B4-BE49-F238E27FC236}">
                <a16:creationId xmlns:a16="http://schemas.microsoft.com/office/drawing/2014/main" id="{A090F235-38EC-7A54-3DFA-7F192B7367B8}"/>
              </a:ext>
            </a:extLst>
          </p:cNvPr>
          <p:cNvSpPr txBox="1"/>
          <p:nvPr/>
        </p:nvSpPr>
        <p:spPr>
          <a:xfrm>
            <a:off x="7465264" y="535801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Order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4E1AD9B0-A2D4-343C-41E7-EB8928E4D1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713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2384804B-EE2E-A346-8D83-E2034F24A0DC}"/>
              </a:ext>
            </a:extLst>
          </p:cNvPr>
          <p:cNvSpPr txBox="1"/>
          <p:nvPr/>
        </p:nvSpPr>
        <p:spPr>
          <a:xfrm>
            <a:off x="1522069" y="635251"/>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Edit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2396" y="1903929"/>
            <a:ext cx="4179346" cy="3002159"/>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4.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 want to edit the items in job order stock, edit right away the details you want to change and you will notice that after you change the details, the item you edited will be highlighted into blue. </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5.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If you’re done editing, click save item button to save the changes you made in the items.</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6.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all items in the stock, click delete item button.</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7.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To delete a specific item on the table, click the delete icon next to the item to delete it.</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 name="Slide Number Placeholder 5">
            <a:extLst>
              <a:ext uri="{FF2B5EF4-FFF2-40B4-BE49-F238E27FC236}">
                <a16:creationId xmlns:a16="http://schemas.microsoft.com/office/drawing/2014/main" id="{1AC53669-3003-0DB1-19FA-74DA485D1C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0B9CC765-265D-4826-2195-8D2A80CCC6AE}"/>
              </a:ext>
            </a:extLst>
          </p:cNvPr>
          <p:cNvGrpSpPr/>
          <p:nvPr/>
        </p:nvGrpSpPr>
        <p:grpSpPr>
          <a:xfrm>
            <a:off x="5191125" y="1951786"/>
            <a:ext cx="6440200" cy="2332990"/>
            <a:chOff x="5171495" y="2046996"/>
            <a:chExt cx="6440200" cy="2332990"/>
          </a:xfrm>
        </p:grpSpPr>
        <p:grpSp>
          <p:nvGrpSpPr>
            <p:cNvPr id="9" name="Group 8">
              <a:extLst>
                <a:ext uri="{FF2B5EF4-FFF2-40B4-BE49-F238E27FC236}">
                  <a16:creationId xmlns:a16="http://schemas.microsoft.com/office/drawing/2014/main" id="{60D9C362-6980-0073-CAE6-D6D9281FEBAF}"/>
                </a:ext>
              </a:extLst>
            </p:cNvPr>
            <p:cNvGrpSpPr/>
            <p:nvPr/>
          </p:nvGrpSpPr>
          <p:grpSpPr>
            <a:xfrm>
              <a:off x="5171495" y="2046996"/>
              <a:ext cx="6440200" cy="2332990"/>
              <a:chOff x="5171495" y="941067"/>
              <a:chExt cx="6440200" cy="2332990"/>
            </a:xfrm>
          </p:grpSpPr>
          <p:grpSp>
            <p:nvGrpSpPr>
              <p:cNvPr id="29" name="Group 28">
                <a:extLst>
                  <a:ext uri="{FF2B5EF4-FFF2-40B4-BE49-F238E27FC236}">
                    <a16:creationId xmlns:a16="http://schemas.microsoft.com/office/drawing/2014/main" id="{A937B003-B050-AB0A-04A9-5552B4B070BC}"/>
                  </a:ext>
                </a:extLst>
              </p:cNvPr>
              <p:cNvGrpSpPr/>
              <p:nvPr/>
            </p:nvGrpSpPr>
            <p:grpSpPr>
              <a:xfrm>
                <a:off x="5365200" y="970444"/>
                <a:ext cx="6246495" cy="1658617"/>
                <a:chOff x="31914" y="203778"/>
                <a:chExt cx="6246768" cy="1659243"/>
              </a:xfrm>
            </p:grpSpPr>
            <p:pic>
              <p:nvPicPr>
                <p:cNvPr id="35" name="Picture 34">
                  <a:extLst>
                    <a:ext uri="{FF2B5EF4-FFF2-40B4-BE49-F238E27FC236}">
                      <a16:creationId xmlns:a16="http://schemas.microsoft.com/office/drawing/2014/main" id="{03DF8321-448E-59A7-7DDC-CC39151EC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4" y="226272"/>
                  <a:ext cx="6246768" cy="1636749"/>
                </a:xfrm>
                <a:prstGeom prst="rect">
                  <a:avLst/>
                </a:prstGeom>
              </p:spPr>
            </p:pic>
            <p:sp>
              <p:nvSpPr>
                <p:cNvPr id="36" name="Rectangle 35">
                  <a:extLst>
                    <a:ext uri="{FF2B5EF4-FFF2-40B4-BE49-F238E27FC236}">
                      <a16:creationId xmlns:a16="http://schemas.microsoft.com/office/drawing/2014/main" id="{21A8FBD7-EF2B-6887-BCF6-7BF952174000}"/>
                    </a:ext>
                  </a:extLst>
                </p:cNvPr>
                <p:cNvSpPr/>
                <p:nvPr/>
              </p:nvSpPr>
              <p:spPr>
                <a:xfrm>
                  <a:off x="510637" y="1116963"/>
                  <a:ext cx="2157714" cy="72470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oup 36">
                  <a:extLst>
                    <a:ext uri="{FF2B5EF4-FFF2-40B4-BE49-F238E27FC236}">
                      <a16:creationId xmlns:a16="http://schemas.microsoft.com/office/drawing/2014/main" id="{AD75EA1E-1D1D-ED9C-D9CF-65A91CB5060D}"/>
                    </a:ext>
                  </a:extLst>
                </p:cNvPr>
                <p:cNvGrpSpPr/>
                <p:nvPr/>
              </p:nvGrpSpPr>
              <p:grpSpPr>
                <a:xfrm>
                  <a:off x="4926412" y="203778"/>
                  <a:ext cx="647700" cy="796655"/>
                  <a:chOff x="306787" y="-291522"/>
                  <a:chExt cx="647700" cy="796655"/>
                </a:xfrm>
              </p:grpSpPr>
              <p:sp>
                <p:nvSpPr>
                  <p:cNvPr id="38" name="Rectangle 37">
                    <a:extLst>
                      <a:ext uri="{FF2B5EF4-FFF2-40B4-BE49-F238E27FC236}">
                        <a16:creationId xmlns:a16="http://schemas.microsoft.com/office/drawing/2014/main" id="{011509CD-AFCA-718C-1224-2CF819659662}"/>
                      </a:ext>
                    </a:extLst>
                  </p:cNvPr>
                  <p:cNvSpPr/>
                  <p:nvPr/>
                </p:nvSpPr>
                <p:spPr>
                  <a:xfrm>
                    <a:off x="306787" y="-291522"/>
                    <a:ext cx="647700" cy="2857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9" name="Straight Arrow Connector 38">
                    <a:extLst>
                      <a:ext uri="{FF2B5EF4-FFF2-40B4-BE49-F238E27FC236}">
                        <a16:creationId xmlns:a16="http://schemas.microsoft.com/office/drawing/2014/main" id="{CEF9F0E0-A578-212D-25D8-A342CD8231AB}"/>
                      </a:ext>
                    </a:extLst>
                  </p:cNvPr>
                  <p:cNvCxnSpPr>
                    <a:cxnSpLocks/>
                  </p:cNvCxnSpPr>
                  <p:nvPr/>
                </p:nvCxnSpPr>
                <p:spPr>
                  <a:xfrm>
                    <a:off x="630637" y="-5772"/>
                    <a:ext cx="0" cy="247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756">
                    <a:extLst>
                      <a:ext uri="{FF2B5EF4-FFF2-40B4-BE49-F238E27FC236}">
                        <a16:creationId xmlns:a16="http://schemas.microsoft.com/office/drawing/2014/main" id="{F8659720-AFDD-25C2-9593-F7D264C0051F}"/>
                      </a:ext>
                    </a:extLst>
                  </p:cNvPr>
                  <p:cNvSpPr txBox="1"/>
                  <p:nvPr/>
                </p:nvSpPr>
                <p:spPr>
                  <a:xfrm>
                    <a:off x="530625" y="257483"/>
                    <a:ext cx="2000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5</a:t>
                    </a:r>
                  </a:p>
                </p:txBody>
              </p:sp>
            </p:grpSp>
          </p:grpSp>
          <p:grpSp>
            <p:nvGrpSpPr>
              <p:cNvPr id="30" name="Group 29">
                <a:extLst>
                  <a:ext uri="{FF2B5EF4-FFF2-40B4-BE49-F238E27FC236}">
                    <a16:creationId xmlns:a16="http://schemas.microsoft.com/office/drawing/2014/main" id="{BD6F3E58-729F-5FC6-F9F2-0D187199F4BE}"/>
                  </a:ext>
                </a:extLst>
              </p:cNvPr>
              <p:cNvGrpSpPr/>
              <p:nvPr/>
            </p:nvGrpSpPr>
            <p:grpSpPr>
              <a:xfrm>
                <a:off x="5171495" y="941067"/>
                <a:ext cx="3176904" cy="2332990"/>
                <a:chOff x="0" y="0"/>
                <a:chExt cx="3177391" cy="2332990"/>
              </a:xfrm>
            </p:grpSpPr>
            <p:sp>
              <p:nvSpPr>
                <p:cNvPr id="31" name="Text Box 749">
                  <a:extLst>
                    <a:ext uri="{FF2B5EF4-FFF2-40B4-BE49-F238E27FC236}">
                      <a16:creationId xmlns:a16="http://schemas.microsoft.com/office/drawing/2014/main" id="{D73E620D-F1A5-DB78-9D63-8C21D7EAEF57}"/>
                    </a:ext>
                  </a:extLst>
                </p:cNvPr>
                <p:cNvSpPr txBox="1"/>
                <p:nvPr/>
              </p:nvSpPr>
              <p:spPr>
                <a:xfrm>
                  <a:off x="76200" y="0"/>
                  <a:ext cx="914400" cy="285008"/>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STOCK</a:t>
                  </a:r>
                </a:p>
              </p:txBody>
            </p:sp>
            <p:pic>
              <p:nvPicPr>
                <p:cNvPr id="32" name="Picture 31">
                  <a:extLst>
                    <a:ext uri="{FF2B5EF4-FFF2-40B4-BE49-F238E27FC236}">
                      <a16:creationId xmlns:a16="http://schemas.microsoft.com/office/drawing/2014/main" id="{114B3DFE-B7A1-C175-A618-7A349228F4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9" y="1714500"/>
                  <a:ext cx="2893060" cy="618490"/>
                </a:xfrm>
                <a:prstGeom prst="rect">
                  <a:avLst/>
                </a:prstGeom>
                <a:ln>
                  <a:noFill/>
                </a:ln>
                <a:effectLst>
                  <a:outerShdw blurRad="292100" dist="139700" dir="2700000" algn="tl" rotWithShape="0">
                    <a:srgbClr val="333333">
                      <a:alpha val="65000"/>
                    </a:srgbClr>
                  </a:outerShdw>
                </a:effectLst>
              </p:spPr>
            </p:pic>
            <p:sp>
              <p:nvSpPr>
                <p:cNvPr id="33" name="Curved Left Arrow 758">
                  <a:extLst>
                    <a:ext uri="{FF2B5EF4-FFF2-40B4-BE49-F238E27FC236}">
                      <a16:creationId xmlns:a16="http://schemas.microsoft.com/office/drawing/2014/main" id="{B4D95B53-29B2-CDE1-38A3-FFF0D8E272FD}"/>
                    </a:ext>
                  </a:extLst>
                </p:cNvPr>
                <p:cNvSpPr/>
                <p:nvPr/>
              </p:nvSpPr>
              <p:spPr>
                <a:xfrm>
                  <a:off x="2833007" y="1415143"/>
                  <a:ext cx="344384" cy="593766"/>
                </a:xfrm>
                <a:prstGeom prst="curvedLeftArrow">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Text Box 757">
                  <a:extLst>
                    <a:ext uri="{FF2B5EF4-FFF2-40B4-BE49-F238E27FC236}">
                      <a16:creationId xmlns:a16="http://schemas.microsoft.com/office/drawing/2014/main" id="{92069ECC-D81F-9EC9-A7ED-6D6A8EB4BDFA}"/>
                    </a:ext>
                  </a:extLst>
                </p:cNvPr>
                <p:cNvSpPr txBox="1"/>
                <p:nvPr/>
              </p:nvSpPr>
              <p:spPr>
                <a:xfrm>
                  <a:off x="0" y="1594757"/>
                  <a:ext cx="200025" cy="247564"/>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4</a:t>
                  </a:r>
                </a:p>
              </p:txBody>
            </p:sp>
          </p:grpSp>
        </p:grpSp>
        <p:sp>
          <p:nvSpPr>
            <p:cNvPr id="10" name="Rectangle 9">
              <a:extLst>
                <a:ext uri="{FF2B5EF4-FFF2-40B4-BE49-F238E27FC236}">
                  <a16:creationId xmlns:a16="http://schemas.microsoft.com/office/drawing/2014/main" id="{D9A9F0DF-6E53-AAB6-3F49-C94488215576}"/>
                </a:ext>
              </a:extLst>
            </p:cNvPr>
            <p:cNvSpPr/>
            <p:nvPr/>
          </p:nvSpPr>
          <p:spPr>
            <a:xfrm>
              <a:off x="10935589" y="2076150"/>
              <a:ext cx="647672" cy="2856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5581F63A-FC27-8D65-C9C5-BCCC6EBD7277}"/>
                </a:ext>
              </a:extLst>
            </p:cNvPr>
            <p:cNvCxnSpPr>
              <a:cxnSpLocks/>
            </p:cNvCxnSpPr>
            <p:nvPr/>
          </p:nvCxnSpPr>
          <p:spPr>
            <a:xfrm>
              <a:off x="11259425" y="2361792"/>
              <a:ext cx="0" cy="2475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 Box 756">
              <a:extLst>
                <a:ext uri="{FF2B5EF4-FFF2-40B4-BE49-F238E27FC236}">
                  <a16:creationId xmlns:a16="http://schemas.microsoft.com/office/drawing/2014/main" id="{1564E1BB-F185-22EA-B717-F1CA715BB226}"/>
                </a:ext>
              </a:extLst>
            </p:cNvPr>
            <p:cNvSpPr txBox="1"/>
            <p:nvPr/>
          </p:nvSpPr>
          <p:spPr>
            <a:xfrm>
              <a:off x="11159417" y="2624948"/>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6</a:t>
              </a:r>
            </a:p>
          </p:txBody>
        </p:sp>
        <p:sp>
          <p:nvSpPr>
            <p:cNvPr id="14" name="Rectangle 13">
              <a:extLst>
                <a:ext uri="{FF2B5EF4-FFF2-40B4-BE49-F238E27FC236}">
                  <a16:creationId xmlns:a16="http://schemas.microsoft.com/office/drawing/2014/main" id="{E9AE5738-D11D-8F9F-2E8F-296A4C267FBD}"/>
                </a:ext>
              </a:extLst>
            </p:cNvPr>
            <p:cNvSpPr/>
            <p:nvPr/>
          </p:nvSpPr>
          <p:spPr>
            <a:xfrm>
              <a:off x="5559297" y="2937872"/>
              <a:ext cx="200016" cy="2475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9BD40EDF-8661-92A1-D144-47AA42B14F0C}"/>
                </a:ext>
              </a:extLst>
            </p:cNvPr>
            <p:cNvCxnSpPr>
              <a:cxnSpLocks/>
            </p:cNvCxnSpPr>
            <p:nvPr/>
          </p:nvCxnSpPr>
          <p:spPr>
            <a:xfrm>
              <a:off x="5652313" y="3181444"/>
              <a:ext cx="0" cy="1654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 Box 756">
              <a:extLst>
                <a:ext uri="{FF2B5EF4-FFF2-40B4-BE49-F238E27FC236}">
                  <a16:creationId xmlns:a16="http://schemas.microsoft.com/office/drawing/2014/main" id="{2035F3F4-6B9B-72AF-2FD9-A51DEED5607F}"/>
                </a:ext>
              </a:extLst>
            </p:cNvPr>
            <p:cNvSpPr txBox="1"/>
            <p:nvPr/>
          </p:nvSpPr>
          <p:spPr>
            <a:xfrm>
              <a:off x="5559297" y="3376441"/>
              <a:ext cx="200016" cy="247556"/>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7</a:t>
              </a:r>
            </a:p>
          </p:txBody>
        </p:sp>
      </p:grpSp>
    </p:spTree>
    <p:extLst>
      <p:ext uri="{BB962C8B-B14F-4D97-AF65-F5344CB8AC3E}">
        <p14:creationId xmlns:p14="http://schemas.microsoft.com/office/powerpoint/2010/main" val="157064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DDB5770-9DCF-7D59-6A02-840E64C141F4}"/>
              </a:ext>
            </a:extLst>
          </p:cNvPr>
          <p:cNvPicPr>
            <a:picLocks noChangeAspect="1"/>
          </p:cNvPicPr>
          <p:nvPr/>
        </p:nvPicPr>
        <p:blipFill>
          <a:blip r:embed="rId2"/>
          <a:stretch>
            <a:fillRect/>
          </a:stretch>
        </p:blipFill>
        <p:spPr bwMode="auto">
          <a:xfrm>
            <a:off x="5135015" y="3935989"/>
            <a:ext cx="6525895" cy="1847215"/>
          </a:xfrm>
          <a:prstGeom prst="rect">
            <a:avLst/>
          </a:prstGeom>
          <a:ln>
            <a:noFill/>
          </a:ln>
          <a:effectLst>
            <a:outerShdw blurRad="292100" dist="139700" dir="2700000" algn="tl" rotWithShape="0">
              <a:srgbClr val="333333">
                <a:alpha val="65000"/>
              </a:srgbClr>
            </a:outerShdw>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05110" y="965527"/>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How To Delete Job Order Transaction?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12" name="Text Box 18">
            <a:extLst>
              <a:ext uri="{FF2B5EF4-FFF2-40B4-BE49-F238E27FC236}">
                <a16:creationId xmlns:a16="http://schemas.microsoft.com/office/drawing/2014/main" id="{9A8214E9-BA24-C1CD-FE2E-59471D8D7178}"/>
              </a:ext>
            </a:extLst>
          </p:cNvPr>
          <p:cNvSpPr txBox="1"/>
          <p:nvPr/>
        </p:nvSpPr>
        <p:spPr>
          <a:xfrm>
            <a:off x="540588" y="2232993"/>
            <a:ext cx="4179346" cy="2863837"/>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1.1.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the job order – main window, search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In job order – main form, click the lookup button and select the transaction you want to delete.</a:t>
            </a: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228600" marR="0" lvl="0" indent="0" algn="l"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  </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After .  If done, click delete button.</a:t>
            </a: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 Box 6">
            <a:extLst>
              <a:ext uri="{FF2B5EF4-FFF2-40B4-BE49-F238E27FC236}">
                <a16:creationId xmlns:a16="http://schemas.microsoft.com/office/drawing/2014/main" id="{388AC9D8-E4B5-58A0-4094-8A9CB20669C4}"/>
              </a:ext>
            </a:extLst>
          </p:cNvPr>
          <p:cNvSpPr txBox="1"/>
          <p:nvPr/>
        </p:nvSpPr>
        <p:spPr>
          <a:xfrm>
            <a:off x="0" y="-11307"/>
            <a:ext cx="5374888"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02EA9ED-D9B5-D4EC-7072-CA1E6C332314}"/>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4" name="TextBox 3">
            <a:extLst>
              <a:ext uri="{FF2B5EF4-FFF2-40B4-BE49-F238E27FC236}">
                <a16:creationId xmlns:a16="http://schemas.microsoft.com/office/drawing/2014/main" id="{C19D066B-BBF8-150B-5669-F47D37196623}"/>
              </a:ext>
            </a:extLst>
          </p:cNvPr>
          <p:cNvSpPr txBox="1"/>
          <p:nvPr/>
        </p:nvSpPr>
        <p:spPr>
          <a:xfrm>
            <a:off x="7243547" y="3172754"/>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Order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A090F235-38EC-7A54-3DFA-7F192B7367B8}"/>
              </a:ext>
            </a:extLst>
          </p:cNvPr>
          <p:cNvSpPr txBox="1"/>
          <p:nvPr/>
        </p:nvSpPr>
        <p:spPr>
          <a:xfrm>
            <a:off x="7354148" y="5867101"/>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Job Order – Main Form</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pSp>
        <p:nvGrpSpPr>
          <p:cNvPr id="10" name="Group 9">
            <a:extLst>
              <a:ext uri="{FF2B5EF4-FFF2-40B4-BE49-F238E27FC236}">
                <a16:creationId xmlns:a16="http://schemas.microsoft.com/office/drawing/2014/main" id="{2D022049-4B3C-47AC-C5C6-D6EB57AEC31B}"/>
              </a:ext>
            </a:extLst>
          </p:cNvPr>
          <p:cNvGrpSpPr/>
          <p:nvPr/>
        </p:nvGrpSpPr>
        <p:grpSpPr>
          <a:xfrm>
            <a:off x="4963265" y="1401464"/>
            <a:ext cx="6134100" cy="1744980"/>
            <a:chOff x="4963265" y="1401464"/>
            <a:chExt cx="6134100" cy="1744980"/>
          </a:xfrm>
        </p:grpSpPr>
        <p:pic>
          <p:nvPicPr>
            <p:cNvPr id="6" name="Picture 5">
              <a:extLst>
                <a:ext uri="{FF2B5EF4-FFF2-40B4-BE49-F238E27FC236}">
                  <a16:creationId xmlns:a16="http://schemas.microsoft.com/office/drawing/2014/main" id="{C09BED4F-AD66-B93A-4BDC-AA453BC36D16}"/>
                </a:ext>
              </a:extLst>
            </p:cNvPr>
            <p:cNvPicPr>
              <a:picLocks noChangeAspect="1"/>
            </p:cNvPicPr>
            <p:nvPr/>
          </p:nvPicPr>
          <p:blipFill>
            <a:blip r:embed="rId3"/>
            <a:stretch>
              <a:fillRect/>
            </a:stretch>
          </p:blipFill>
          <p:spPr>
            <a:xfrm>
              <a:off x="4963265" y="1401464"/>
              <a:ext cx="6134100" cy="1744980"/>
            </a:xfrm>
            <a:prstGeom prst="rect">
              <a:avLst/>
            </a:prstGeom>
          </p:spPr>
        </p:pic>
        <p:grpSp>
          <p:nvGrpSpPr>
            <p:cNvPr id="7" name="Group 6">
              <a:extLst>
                <a:ext uri="{FF2B5EF4-FFF2-40B4-BE49-F238E27FC236}">
                  <a16:creationId xmlns:a16="http://schemas.microsoft.com/office/drawing/2014/main" id="{9F6468B0-1193-7DD7-6DC6-170A0A093105}"/>
                </a:ext>
              </a:extLst>
            </p:cNvPr>
            <p:cNvGrpSpPr/>
            <p:nvPr/>
          </p:nvGrpSpPr>
          <p:grpSpPr>
            <a:xfrm>
              <a:off x="5960950" y="2417819"/>
              <a:ext cx="1475739" cy="333375"/>
              <a:chOff x="0" y="0"/>
              <a:chExt cx="1476374" cy="333375"/>
            </a:xfrm>
          </p:grpSpPr>
          <p:sp>
            <p:nvSpPr>
              <p:cNvPr id="8" name="Rectangle 7">
                <a:extLst>
                  <a:ext uri="{FF2B5EF4-FFF2-40B4-BE49-F238E27FC236}">
                    <a16:creationId xmlns:a16="http://schemas.microsoft.com/office/drawing/2014/main" id="{8AF81949-A89A-90BD-58F8-77A71794E489}"/>
                  </a:ext>
                </a:extLst>
              </p:cNvPr>
              <p:cNvSpPr/>
              <p:nvPr/>
            </p:nvSpPr>
            <p:spPr>
              <a:xfrm>
                <a:off x="0" y="0"/>
                <a:ext cx="800100" cy="3333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B9AEB4FB-3430-F4C7-AEF2-4704F51173FB}"/>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 name="Text Box 695">
                <a:extLst>
                  <a:ext uri="{FF2B5EF4-FFF2-40B4-BE49-F238E27FC236}">
                    <a16:creationId xmlns:a16="http://schemas.microsoft.com/office/drawing/2014/main" id="{EEA0783B-7494-BE89-67D1-6D03EC455B69}"/>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1.1.</a:t>
                </a:r>
              </a:p>
            </p:txBody>
          </p:sp>
        </p:grpSp>
      </p:grpSp>
      <p:grpSp>
        <p:nvGrpSpPr>
          <p:cNvPr id="19" name="Group 18">
            <a:extLst>
              <a:ext uri="{FF2B5EF4-FFF2-40B4-BE49-F238E27FC236}">
                <a16:creationId xmlns:a16="http://schemas.microsoft.com/office/drawing/2014/main" id="{BFA96F24-E47B-D49D-598B-19F0AAE56F7F}"/>
              </a:ext>
            </a:extLst>
          </p:cNvPr>
          <p:cNvGrpSpPr/>
          <p:nvPr/>
        </p:nvGrpSpPr>
        <p:grpSpPr>
          <a:xfrm>
            <a:off x="6521657" y="4205941"/>
            <a:ext cx="952500" cy="304800"/>
            <a:chOff x="523874" y="28575"/>
            <a:chExt cx="952500" cy="304800"/>
          </a:xfrm>
        </p:grpSpPr>
        <p:sp>
          <p:nvSpPr>
            <p:cNvPr id="27" name="Rectangle 26">
              <a:extLst>
                <a:ext uri="{FF2B5EF4-FFF2-40B4-BE49-F238E27FC236}">
                  <a16:creationId xmlns:a16="http://schemas.microsoft.com/office/drawing/2014/main" id="{93589951-1B53-C8A6-A2A7-4E61E2897859}"/>
                </a:ext>
              </a:extLst>
            </p:cNvPr>
            <p:cNvSpPr/>
            <p:nvPr/>
          </p:nvSpPr>
          <p:spPr>
            <a:xfrm>
              <a:off x="523874" y="28575"/>
              <a:ext cx="2758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AABA0523-D598-ECBA-9461-EE5F1563E091}"/>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 Box 112">
              <a:extLst>
                <a:ext uri="{FF2B5EF4-FFF2-40B4-BE49-F238E27FC236}">
                  <a16:creationId xmlns:a16="http://schemas.microsoft.com/office/drawing/2014/main" id="{522E9CD2-4CE7-C549-3299-EC2E745E8962}"/>
                </a:ext>
              </a:extLst>
            </p:cNvPr>
            <p:cNvSpPr txBox="1"/>
            <p:nvPr/>
          </p:nvSpPr>
          <p:spPr>
            <a:xfrm>
              <a:off x="1009649" y="28575"/>
              <a:ext cx="466725"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1.2.</a:t>
              </a:r>
            </a:p>
          </p:txBody>
        </p:sp>
      </p:grpSp>
      <p:grpSp>
        <p:nvGrpSpPr>
          <p:cNvPr id="21" name="Group 20">
            <a:extLst>
              <a:ext uri="{FF2B5EF4-FFF2-40B4-BE49-F238E27FC236}">
                <a16:creationId xmlns:a16="http://schemas.microsoft.com/office/drawing/2014/main" id="{61126B7F-6707-81B2-B70B-16D44BC49A7F}"/>
              </a:ext>
            </a:extLst>
          </p:cNvPr>
          <p:cNvGrpSpPr/>
          <p:nvPr/>
        </p:nvGrpSpPr>
        <p:grpSpPr>
          <a:xfrm>
            <a:off x="7441127" y="3886574"/>
            <a:ext cx="981076" cy="304800"/>
            <a:chOff x="333374" y="28575"/>
            <a:chExt cx="981076" cy="304800"/>
          </a:xfrm>
        </p:grpSpPr>
        <p:sp>
          <p:nvSpPr>
            <p:cNvPr id="24" name="Rectangle 23">
              <a:extLst>
                <a:ext uri="{FF2B5EF4-FFF2-40B4-BE49-F238E27FC236}">
                  <a16:creationId xmlns:a16="http://schemas.microsoft.com/office/drawing/2014/main" id="{C59555F2-BB75-4754-3F28-CB2CF2FA4738}"/>
                </a:ext>
              </a:extLst>
            </p:cNvPr>
            <p:cNvSpPr/>
            <p:nvPr/>
          </p:nvSpPr>
          <p:spPr>
            <a:xfrm>
              <a:off x="333374" y="28575"/>
              <a:ext cx="466381" cy="3048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2876AD94-EC01-69D6-12B8-B9386F79C99F}"/>
                </a:ext>
              </a:extLst>
            </p:cNvPr>
            <p:cNvCxnSpPr/>
            <p:nvPr/>
          </p:nvCxnSpPr>
          <p:spPr>
            <a:xfrm>
              <a:off x="800100" y="133350"/>
              <a:ext cx="20002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Text Box 116">
              <a:extLst>
                <a:ext uri="{FF2B5EF4-FFF2-40B4-BE49-F238E27FC236}">
                  <a16:creationId xmlns:a16="http://schemas.microsoft.com/office/drawing/2014/main" id="{C07B14F9-7664-A3C7-F9DE-EF16CEEA103C}"/>
                </a:ext>
              </a:extLst>
            </p:cNvPr>
            <p:cNvSpPr txBox="1"/>
            <p:nvPr/>
          </p:nvSpPr>
          <p:spPr>
            <a:xfrm>
              <a:off x="1009650" y="28575"/>
              <a:ext cx="304800" cy="2476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2.</a:t>
              </a:r>
            </a:p>
          </p:txBody>
        </p:sp>
      </p:grpSp>
      <p:sp>
        <p:nvSpPr>
          <p:cNvPr id="22" name="Text Box 117">
            <a:extLst>
              <a:ext uri="{FF2B5EF4-FFF2-40B4-BE49-F238E27FC236}">
                <a16:creationId xmlns:a16="http://schemas.microsoft.com/office/drawing/2014/main" id="{D4D428CB-2569-7A22-C8E2-01C50C2BC019}"/>
              </a:ext>
            </a:extLst>
          </p:cNvPr>
          <p:cNvSpPr txBox="1"/>
          <p:nvPr/>
        </p:nvSpPr>
        <p:spPr>
          <a:xfrm>
            <a:off x="4675545" y="3799464"/>
            <a:ext cx="1306195" cy="273050"/>
          </a:xfrm>
          <a:prstGeom prst="rect">
            <a:avLst/>
          </a:prstGeom>
          <a:solidFill>
            <a:srgbClr val="FFFF00"/>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HEADER</a:t>
            </a:r>
          </a:p>
        </p:txBody>
      </p:sp>
      <p:sp>
        <p:nvSpPr>
          <p:cNvPr id="51" name="Text Box 241">
            <a:extLst>
              <a:ext uri="{FF2B5EF4-FFF2-40B4-BE49-F238E27FC236}">
                <a16:creationId xmlns:a16="http://schemas.microsoft.com/office/drawing/2014/main" id="{BA03A9D1-47C4-AAAE-0FC0-B025E7EE9EA1}"/>
              </a:ext>
            </a:extLst>
          </p:cNvPr>
          <p:cNvSpPr txBox="1">
            <a:spLocks noChangeArrowheads="1"/>
          </p:cNvSpPr>
          <p:nvPr/>
        </p:nvSpPr>
        <p:spPr bwMode="auto">
          <a:xfrm>
            <a:off x="7354148" y="4518976"/>
            <a:ext cx="2301875" cy="879475"/>
          </a:xfrm>
          <a:prstGeom prst="rect">
            <a:avLst/>
          </a:prstGeom>
          <a:solidFill>
            <a:schemeClr val="accent4">
              <a:lumMod val="20000"/>
              <a:lumOff val="80000"/>
            </a:schemeClr>
          </a:solidFill>
          <a:ln w="9525">
            <a:solidFill>
              <a:srgbClr val="000000"/>
            </a:solidFill>
            <a:miter lim="800000"/>
            <a:headEnd/>
            <a:tailEnd/>
          </a:ln>
        </p:spPr>
        <p:txBody>
          <a:bodyPr rot="0" vert="horz" wrap="square" lIns="0" tIns="0" rIns="0" bIns="0" anchor="t" anchorCtr="0" upright="1">
            <a:noAutofit/>
          </a:bodyPr>
          <a:lstStyle/>
          <a:p>
            <a:pPr marL="101600" marR="0" lvl="0" indent="0" algn="l" defTabSz="914400" rtl="0" eaLnBrk="1" fontAlgn="auto" latinLnBrk="0" hangingPunct="1">
              <a:lnSpc>
                <a:spcPct val="107000"/>
              </a:lnSpc>
              <a:spcBef>
                <a:spcPts val="440"/>
              </a:spcBef>
              <a:spcAft>
                <a:spcPts val="800"/>
              </a:spcAft>
              <a:buClrTx/>
              <a:buSzTx/>
              <a:buFontTx/>
              <a:buNone/>
              <a:tabLst/>
              <a:defRPr/>
            </a:pPr>
            <a:r>
              <a:rPr kumimoji="0" lang="en-PH" sz="1000" b="0" i="1" u="none" strike="noStrike" kern="1200" cap="none" spc="0" normalizeH="0" baseline="0" noProof="0" dirty="0">
                <a:ln>
                  <a:noFill/>
                </a:ln>
                <a:solidFill>
                  <a:srgbClr val="4F6128"/>
                </a:solidFill>
                <a:effectLst/>
                <a:uLnTx/>
                <a:uFillTx/>
                <a:latin typeface="Calibri" panose="020F0502020204030204" pitchFamily="34" charset="0"/>
                <a:ea typeface="Calibri" panose="020F0502020204030204" pitchFamily="34" charset="0"/>
                <a:cs typeface="Times New Roman" panose="02020603050405020304" pitchFamily="18" charset="0"/>
              </a:rPr>
              <a:t>How to search JO transaction?</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ct val="115000"/>
              </a:lnSpc>
              <a:spcBef>
                <a:spcPts val="0"/>
              </a:spcBef>
              <a:spcAft>
                <a:spcPts val="0"/>
              </a:spcAft>
              <a:buClrTx/>
              <a:buSzTx/>
              <a:buFont typeface="+mj-lt"/>
              <a:buAutoNum type="arabicPeriod"/>
              <a:tabLst>
                <a:tab pos="22733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Type the transaction number in the search bar.</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42900" marR="0" lvl="0" indent="-228600" algn="l" defTabSz="914400" rtl="0" eaLnBrk="1" fontAlgn="auto" latinLnBrk="0" hangingPunct="1">
              <a:lnSpc>
                <a:spcPts val="975"/>
              </a:lnSpc>
              <a:spcBef>
                <a:spcPts val="5"/>
              </a:spcBef>
              <a:spcAft>
                <a:spcPts val="0"/>
              </a:spcAft>
              <a:buClrTx/>
              <a:buSzTx/>
              <a:buFont typeface="+mj-lt"/>
              <a:buAutoNum type="arabicPeriod"/>
              <a:tabLst>
                <a:tab pos="203200" algn="l"/>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‘enter’ in the keyboard to</a:t>
            </a:r>
            <a:r>
              <a:rPr kumimoji="0" lang="en-US" sz="800" b="0" i="0" u="none" strike="noStrike" kern="1200" cap="none" spc="-4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search.</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329565" marR="0" lvl="0" indent="-228600" algn="l" defTabSz="914400" rtl="0" eaLnBrk="1" fontAlgn="auto" latinLnBrk="0" hangingPunct="1">
              <a:lnSpc>
                <a:spcPts val="975"/>
              </a:lnSpc>
              <a:spcBef>
                <a:spcPts val="0"/>
              </a:spcBef>
              <a:spcAft>
                <a:spcPts val="0"/>
              </a:spcAft>
              <a:buClrTx/>
              <a:buSzTx/>
              <a:buFont typeface="+mj-lt"/>
              <a:buAutoNum type="arabicPeriod"/>
              <a:tabLst>
                <a:tab pos="203200" algn="l"/>
              </a:tabLst>
              <a:defRPr/>
            </a:pPr>
            <a:r>
              <a:rPr kumimoji="0" lang="en-PH" sz="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Click to select the transaction you want to edit</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E3B3D29B-E16A-10D1-1A6F-9338BE91A3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614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CBE13CC3-0EBB-4997-FCE7-B09A824D1CEB}"/>
              </a:ext>
            </a:extLst>
          </p:cNvPr>
          <p:cNvSpPr txBox="1"/>
          <p:nvPr/>
        </p:nvSpPr>
        <p:spPr>
          <a:xfrm>
            <a:off x="1152018" y="975018"/>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Information</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65" name="TextBox 64">
            <a:extLst>
              <a:ext uri="{FF2B5EF4-FFF2-40B4-BE49-F238E27FC236}">
                <a16:creationId xmlns:a16="http://schemas.microsoft.com/office/drawing/2014/main" id="{E7777D04-D73F-74AB-C30B-7D3C9397264F}"/>
              </a:ext>
            </a:extLst>
          </p:cNvPr>
          <p:cNvSpPr txBox="1"/>
          <p:nvPr/>
        </p:nvSpPr>
        <p:spPr>
          <a:xfrm>
            <a:off x="7154411" y="988323"/>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a:ea typeface="+mn-ea"/>
                <a:cs typeface="+mn-cs"/>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8" name="Text Box 102">
            <a:extLst>
              <a:ext uri="{FF2B5EF4-FFF2-40B4-BE49-F238E27FC236}">
                <a16:creationId xmlns:a16="http://schemas.microsoft.com/office/drawing/2014/main" id="{9C27B11D-33B2-DB7D-A894-E01425B3F550}"/>
              </a:ext>
            </a:extLst>
          </p:cNvPr>
          <p:cNvSpPr txBox="1"/>
          <p:nvPr/>
        </p:nvSpPr>
        <p:spPr>
          <a:xfrm>
            <a:off x="709026" y="1410574"/>
            <a:ext cx="4560837" cy="2967468"/>
          </a:xfrm>
          <a:prstGeom prst="rect">
            <a:avLst/>
          </a:prstGeom>
          <a:noFill/>
          <a:ln w="6350">
            <a:solidFill>
              <a:srgbClr val="E7E6E6">
                <a:lumMod val="90000"/>
              </a:srgbClr>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0" indent="0" algn="l" defTabSz="914400" rtl="0" eaLnBrk="1" fontAlgn="auto" latinLnBrk="0" hangingPunct="1">
              <a:lnSpc>
                <a:spcPct val="107000"/>
              </a:lnSpc>
              <a:spcBef>
                <a:spcPts val="19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arrow up icon parallel in the main form on the upper right, and the job order – main form will be minimize and the other tab will be visible.</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attachment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Click add document button</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 Once you click the add document button, a dialog box of upload documents will pop out.</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4. To upload files, follow ‘how to upload document”</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Shipping/Billing Tab</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 Click the arrow icon parallel to Shipping/ billing address</a:t>
            </a:r>
          </a:p>
          <a:p>
            <a:pPr marL="182563" marR="227330" lvl="0" indent="0" algn="l" defTabSz="914400" rtl="0" eaLnBrk="1" fontAlgn="auto" latinLnBrk="0" hangingPunct="1">
              <a:lnSpc>
                <a:spcPct val="107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 You may view or edit the Shipping and Billing Address for the JO transaction. </a:t>
            </a:r>
          </a:p>
          <a:p>
            <a:pPr marL="182563" marR="227330" lvl="0" indent="0" algn="l" defTabSz="914400" rtl="0" eaLnBrk="1" fontAlgn="auto" latinLnBrk="0" hangingPunct="1">
              <a:lnSpc>
                <a:spcPct val="107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227330" lvl="0" indent="0" algn="l" defTabSz="914400" rtl="0" eaLnBrk="1" fontAlgn="auto" latinLnBrk="0" hangingPunct="1">
              <a:lnSpc>
                <a:spcPct val="107000"/>
              </a:lnSpc>
              <a:spcBef>
                <a:spcPts val="190"/>
              </a:spcBef>
              <a:spcAft>
                <a:spcPts val="80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627EE1DE-089E-1CB1-F1DF-FDC0B0F70026}"/>
              </a:ext>
            </a:extLst>
          </p:cNvPr>
          <p:cNvSpPr txBox="1"/>
          <p:nvPr/>
        </p:nvSpPr>
        <p:spPr>
          <a:xfrm>
            <a:off x="805110" y="123167"/>
            <a:ext cx="4386015"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Purchase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Job Order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alibri Light" panose="020F0302020204030204"/>
              <a:ea typeface="+mn-ea"/>
              <a:cs typeface="+mn-cs"/>
            </a:endParaRPr>
          </a:p>
        </p:txBody>
      </p:sp>
      <p:sp>
        <p:nvSpPr>
          <p:cNvPr id="3" name="Slide Number Placeholder 2">
            <a:extLst>
              <a:ext uri="{FF2B5EF4-FFF2-40B4-BE49-F238E27FC236}">
                <a16:creationId xmlns:a16="http://schemas.microsoft.com/office/drawing/2014/main" id="{F701A0A4-379E-224D-4EEE-9094A207EAE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600" b="0" i="0" u="none" strike="noStrike" kern="1200" cap="none" spc="0" normalizeH="0" baseline="0" noProof="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6" name="Group 15">
            <a:extLst>
              <a:ext uri="{FF2B5EF4-FFF2-40B4-BE49-F238E27FC236}">
                <a16:creationId xmlns:a16="http://schemas.microsoft.com/office/drawing/2014/main" id="{2429023A-C746-E81C-95F4-865DB3CDF548}"/>
              </a:ext>
            </a:extLst>
          </p:cNvPr>
          <p:cNvGrpSpPr/>
          <p:nvPr/>
        </p:nvGrpSpPr>
        <p:grpSpPr>
          <a:xfrm>
            <a:off x="651458" y="4606368"/>
            <a:ext cx="5332798" cy="1682115"/>
            <a:chOff x="5891614" y="735422"/>
            <a:chExt cx="5332798" cy="1682115"/>
          </a:xfrm>
        </p:grpSpPr>
        <p:pic>
          <p:nvPicPr>
            <p:cNvPr id="2" name="Picture 1">
              <a:extLst>
                <a:ext uri="{FF2B5EF4-FFF2-40B4-BE49-F238E27FC236}">
                  <a16:creationId xmlns:a16="http://schemas.microsoft.com/office/drawing/2014/main" id="{665ED94F-0096-6A68-237F-E1450C230A3F}"/>
                </a:ext>
              </a:extLst>
            </p:cNvPr>
            <p:cNvPicPr>
              <a:picLocks noChangeAspect="1"/>
            </p:cNvPicPr>
            <p:nvPr/>
          </p:nvPicPr>
          <p:blipFill>
            <a:blip r:embed="rId2"/>
            <a:srcRect/>
            <a:stretch>
              <a:fillRect/>
            </a:stretch>
          </p:blipFill>
          <p:spPr bwMode="auto">
            <a:xfrm>
              <a:off x="5891614" y="735422"/>
              <a:ext cx="4888865" cy="1357630"/>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40FF2D7F-EE72-58C8-BE45-A3E34E702DB0}"/>
                </a:ext>
              </a:extLst>
            </p:cNvPr>
            <p:cNvPicPr>
              <a:picLocks noChangeAspect="1"/>
            </p:cNvPicPr>
            <p:nvPr/>
          </p:nvPicPr>
          <p:blipFill>
            <a:blip r:embed="rId3"/>
            <a:srcRect/>
            <a:stretch>
              <a:fillRect/>
            </a:stretch>
          </p:blipFill>
          <p:spPr bwMode="auto">
            <a:xfrm>
              <a:off x="8318584" y="1162142"/>
              <a:ext cx="1795780" cy="1255395"/>
            </a:xfrm>
            <a:prstGeom prst="rect">
              <a:avLst/>
            </a:prstGeom>
            <a:noFill/>
            <a:ln w="9525">
              <a:noFill/>
              <a:miter lim="800000"/>
              <a:headEnd/>
              <a:tailEnd/>
            </a:ln>
          </p:spPr>
        </p:pic>
        <p:grpSp>
          <p:nvGrpSpPr>
            <p:cNvPr id="9" name="Group 2">
              <a:extLst>
                <a:ext uri="{FF2B5EF4-FFF2-40B4-BE49-F238E27FC236}">
                  <a16:creationId xmlns:a16="http://schemas.microsoft.com/office/drawing/2014/main" id="{3FB36258-F1DC-F92F-8D8C-5E218E5DB334}"/>
                </a:ext>
              </a:extLst>
            </p:cNvPr>
            <p:cNvGrpSpPr>
              <a:grpSpLocks/>
            </p:cNvGrpSpPr>
            <p:nvPr/>
          </p:nvGrpSpPr>
          <p:grpSpPr bwMode="auto">
            <a:xfrm>
              <a:off x="10019500" y="879237"/>
              <a:ext cx="1204912" cy="504825"/>
              <a:chOff x="8538" y="13287"/>
              <a:chExt cx="1898" cy="796"/>
            </a:xfrm>
          </p:grpSpPr>
          <p:sp>
            <p:nvSpPr>
              <p:cNvPr id="10" name="Rectangle 3">
                <a:extLst>
                  <a:ext uri="{FF2B5EF4-FFF2-40B4-BE49-F238E27FC236}">
                    <a16:creationId xmlns:a16="http://schemas.microsoft.com/office/drawing/2014/main" id="{BA00AD09-E142-C47D-A0D5-61FF812F3266}"/>
                  </a:ext>
                </a:extLst>
              </p:cNvPr>
              <p:cNvSpPr>
                <a:spLocks noChangeArrowheads="1"/>
              </p:cNvSpPr>
              <p:nvPr/>
            </p:nvSpPr>
            <p:spPr bwMode="auto">
              <a:xfrm>
                <a:off x="8678" y="13737"/>
                <a:ext cx="1022" cy="25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AutoShape 4">
                <a:extLst>
                  <a:ext uri="{FF2B5EF4-FFF2-40B4-BE49-F238E27FC236}">
                    <a16:creationId xmlns:a16="http://schemas.microsoft.com/office/drawing/2014/main" id="{ADB39E1E-78CA-B159-4608-B5644562C871}"/>
                  </a:ext>
                </a:extLst>
              </p:cNvPr>
              <p:cNvSpPr>
                <a:spLocks noChangeArrowheads="1"/>
              </p:cNvSpPr>
              <p:nvPr/>
            </p:nvSpPr>
            <p:spPr bwMode="auto">
              <a:xfrm rot="832617" flipH="1">
                <a:off x="8538" y="13937"/>
                <a:ext cx="366" cy="146"/>
              </a:xfrm>
              <a:prstGeom prst="curvedUpArrow">
                <a:avLst>
                  <a:gd name="adj1" fmla="val 29502"/>
                  <a:gd name="adj2" fmla="val 58981"/>
                  <a:gd name="adj3" fmla="val 17500"/>
                </a:avLst>
              </a:prstGeom>
              <a:solidFill>
                <a:srgbClr val="000000"/>
              </a:solidFill>
              <a:ln w="12700">
                <a:solidFill>
                  <a:srgbClr val="00000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PH"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5">
                <a:extLst>
                  <a:ext uri="{FF2B5EF4-FFF2-40B4-BE49-F238E27FC236}">
                    <a16:creationId xmlns:a16="http://schemas.microsoft.com/office/drawing/2014/main" id="{C38C7C8A-8691-E113-7F26-762E004AAD1A}"/>
                  </a:ext>
                </a:extLst>
              </p:cNvPr>
              <p:cNvSpPr txBox="1">
                <a:spLocks noChangeArrowheads="1"/>
              </p:cNvSpPr>
              <p:nvPr/>
            </p:nvSpPr>
            <p:spPr bwMode="auto">
              <a:xfrm>
                <a:off x="9688" y="13287"/>
                <a:ext cx="748" cy="4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15" name="Text Box 6">
              <a:extLst>
                <a:ext uri="{FF2B5EF4-FFF2-40B4-BE49-F238E27FC236}">
                  <a16:creationId xmlns:a16="http://schemas.microsoft.com/office/drawing/2014/main" id="{9BCBD684-2B4D-7C00-82FE-4E3FA51CE028}"/>
                </a:ext>
              </a:extLst>
            </p:cNvPr>
            <p:cNvSpPr txBox="1">
              <a:spLocks noChangeArrowheads="1"/>
            </p:cNvSpPr>
            <p:nvPr/>
          </p:nvSpPr>
          <p:spPr bwMode="auto">
            <a:xfrm>
              <a:off x="5977873" y="1268397"/>
              <a:ext cx="2195513" cy="957567"/>
            </a:xfrm>
            <a:prstGeom prst="rect">
              <a:avLst/>
            </a:prstGeom>
            <a:solidFill>
              <a:srgbClr val="FFF2CC"/>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92075" marR="0" lvl="0" indent="0" algn="l" defTabSz="914400" rtl="0" eaLnBrk="0" fontAlgn="base" latinLnBrk="0" hangingPunct="0">
                <a:lnSpc>
                  <a:spcPct val="100000"/>
                </a:lnSpc>
                <a:spcBef>
                  <a:spcPts val="0"/>
                </a:spcBef>
                <a:spcAft>
                  <a:spcPts val="0"/>
                </a:spcAft>
                <a:buClrTx/>
                <a:buSzTx/>
                <a:buFontTx/>
                <a:buNone/>
                <a:tabLst/>
                <a:defRPr/>
              </a:pPr>
              <a:r>
                <a:rPr kumimoji="0" lang="en-PH" altLang="en-US" sz="1000" b="0" i="1" u="none" strike="noStrike" kern="1200" cap="none" spc="0" normalizeH="0" baseline="0" noProof="0" dirty="0">
                  <a:ln>
                    <a:noFill/>
                  </a:ln>
                  <a:solidFill>
                    <a:srgbClr val="4F6128"/>
                  </a:solidFill>
                  <a:effectLst/>
                  <a:uLnTx/>
                  <a:uFillTx/>
                  <a:latin typeface="Calibri" panose="020F0502020204030204"/>
                  <a:ea typeface="+mn-ea"/>
                  <a:cs typeface="+mn-cs"/>
                </a:rPr>
                <a:t>How to upload document?</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Type the title of the document.</a:t>
              </a:r>
              <a:endParaRPr kumimoji="0" lang="en-US" alt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Click add button to add the document you want to upload.</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Then click upload button.</a:t>
              </a:r>
            </a:p>
            <a:p>
              <a:pPr marL="228600" marR="0" lvl="0" indent="-136525" algn="l" defTabSz="914400" rtl="0" eaLnBrk="0" fontAlgn="base" latinLnBrk="0" hangingPunct="0">
                <a:lnSpc>
                  <a:spcPct val="100000"/>
                </a:lnSpc>
                <a:spcBef>
                  <a:spcPts val="0"/>
                </a:spcBef>
                <a:spcAft>
                  <a:spcPts val="0"/>
                </a:spcAft>
                <a:buClrTx/>
                <a:buSzTx/>
                <a:buFontTx/>
                <a:buAutoNum type="arabicPeriod"/>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rPr>
                <a:t>If you want to add more document, click add document button and repeat steps 1 to #3</a:t>
              </a:r>
              <a:endParaRPr kumimoji="0" lang="en-US" alt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2" name="Picture 11">
            <a:extLst>
              <a:ext uri="{FF2B5EF4-FFF2-40B4-BE49-F238E27FC236}">
                <a16:creationId xmlns:a16="http://schemas.microsoft.com/office/drawing/2014/main" id="{0F93B4E7-4C22-3EBB-6768-CD6ADF1F8D4B}"/>
              </a:ext>
            </a:extLst>
          </p:cNvPr>
          <p:cNvPicPr>
            <a:picLocks noChangeAspect="1"/>
          </p:cNvPicPr>
          <p:nvPr/>
        </p:nvPicPr>
        <p:blipFill>
          <a:blip r:embed="rId4"/>
          <a:stretch>
            <a:fillRect/>
          </a:stretch>
        </p:blipFill>
        <p:spPr>
          <a:xfrm>
            <a:off x="5540323" y="1469530"/>
            <a:ext cx="6408334" cy="2812353"/>
          </a:xfrm>
          <a:prstGeom prst="rect">
            <a:avLst/>
          </a:prstGeom>
        </p:spPr>
      </p:pic>
    </p:spTree>
    <p:extLst>
      <p:ext uri="{BB962C8B-B14F-4D97-AF65-F5344CB8AC3E}">
        <p14:creationId xmlns:p14="http://schemas.microsoft.com/office/powerpoint/2010/main" val="9910827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876</Words>
  <Application>Microsoft Office PowerPoint</Application>
  <PresentationFormat>Widescreen</PresentationFormat>
  <Paragraphs>137</Paragraphs>
  <Slides>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Animosa Extra Bold</vt:lpstr>
      <vt:lpstr>Arial</vt:lpstr>
      <vt:lpstr>Bodoni MT Condensed</vt:lpstr>
      <vt:lpstr>Calibri</vt:lpstr>
      <vt:lpstr>Calibri Light</vt:lpstr>
      <vt:lpstr>Chivo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2</cp:revision>
  <dcterms:created xsi:type="dcterms:W3CDTF">2023-01-10T04:13:01Z</dcterms:created>
  <dcterms:modified xsi:type="dcterms:W3CDTF">2023-01-10T04:15:20Z</dcterms:modified>
</cp:coreProperties>
</file>