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75" r:id="rId2"/>
    <p:sldId id="476" r:id="rId3"/>
    <p:sldId id="477" r:id="rId4"/>
    <p:sldId id="478" r:id="rId5"/>
    <p:sldId id="479" r:id="rId6"/>
    <p:sldId id="48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D17A-142B-4705-ADE1-A3098ECE97E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2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770F1-593C-41E5-9DDC-A7DDE7DA3A0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1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BA4C9-61EB-4E89-89EA-F649D387A885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2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0626-E323-4146-837D-79DA438855EF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9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F3B27-06CD-4A16-84A3-AF5F748FC93B}" type="datetime1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7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157D-198D-4A55-A6AF-F9A96DD09084}" type="datetime1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7" y="6361105"/>
            <a:ext cx="495813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6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A7D0-D9E5-4981-8E91-F86A007EC8E4}" type="datetime1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7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5C73-8B4C-45CE-9F74-EC399096C6A5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1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AC3-3FEF-4BD8-8E00-675B95488D0A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51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B63B-3CDB-4958-B2A2-640C52D819C0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5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D481-5643-4F4C-B901-C5733B76A666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46D66-831C-4C42-918D-32B4B0271D98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9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1017646" y="2105561"/>
            <a:ext cx="10289512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doni MT Condensed" panose="02070606080606020203" pitchFamily="18" charset="0"/>
                <a:ea typeface="+mn-ea"/>
                <a:cs typeface="+mn-cs"/>
              </a:rPr>
              <a:t>Task/Errand Module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doni MT Condensed" panose="02070606080606020203" pitchFamily="18" charset="0"/>
              <a:ea typeface="+mn-ea"/>
              <a:cs typeface="+mn-cs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Task/ errand is where task/ errand is recorded.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A7496-1034-196F-6300-3534FAAD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285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375033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Main Window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847734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Task/ Errand module under Sales, Task/ Errand transactions list will display based on filtered date and status in the task/ errand main window.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6627248" y="4147815"/>
            <a:ext cx="399288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Task/Errand Module 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3AF19C-814C-4975-A22C-FCF6AC461B65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Task/Errand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72DE2-59DB-B986-5463-F32324D2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75039AA-23D4-3012-25FA-C65B115B8987}"/>
              </a:ext>
            </a:extLst>
          </p:cNvPr>
          <p:cNvGrpSpPr/>
          <p:nvPr/>
        </p:nvGrpSpPr>
        <p:grpSpPr>
          <a:xfrm>
            <a:off x="5410426" y="1637265"/>
            <a:ext cx="12192000" cy="2420938"/>
            <a:chOff x="0" y="0"/>
            <a:chExt cx="12192000" cy="2420938"/>
          </a:xfrm>
        </p:grpSpPr>
        <p:pic>
          <p:nvPicPr>
            <p:cNvPr id="35841" name="Picture 780">
              <a:extLst>
                <a:ext uri="{FF2B5EF4-FFF2-40B4-BE49-F238E27FC236}">
                  <a16:creationId xmlns:a16="http://schemas.microsoft.com/office/drawing/2014/main" id="{7173CB8F-EEBF-6ABB-9BCB-75C6C2B3C7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00" y="506413"/>
              <a:ext cx="5905500" cy="1914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576B29D4-B999-6823-1898-E9FF1D8D9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38" y="1560513"/>
              <a:ext cx="5624512" cy="75565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740A231C-BB8F-3F0E-8EEF-2BF481B9D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835AB6C3-64B5-61D3-5EEC-8ABCAB4F9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</a:b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900" b="1" i="1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–</a:t>
              </a:r>
              <a:r>
                <a:rPr kumimoji="0" lang="en-PH" altLang="en-US" sz="900" b="1" i="1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Chivo Light" panose="020B03030302020208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kumimoji="0" lang="en-US" altLang="en-US" sz="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3467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678873" y="1032424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Create Task Errand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Task/ Errand – Main Window, you will notice a create button in the upper left of the window. Click the create button and you will be redirect in task/ errand – main form.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After you click the create button, you will be redirect in task/ errand – main form. Fill in all necessary information.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Click save button to save header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Click new row button. Fill in all necessary information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save items button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finalize, click post button.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015E5-7CC1-8914-9C44-8B9454CE6387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Task/Errand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8249B5C-1A71-A579-B253-533B4C3B6140}"/>
              </a:ext>
            </a:extLst>
          </p:cNvPr>
          <p:cNvGrpSpPr/>
          <p:nvPr/>
        </p:nvGrpSpPr>
        <p:grpSpPr>
          <a:xfrm>
            <a:off x="5510191" y="477110"/>
            <a:ext cx="12192000" cy="1350963"/>
            <a:chOff x="0" y="0"/>
            <a:chExt cx="12192000" cy="1350963"/>
          </a:xfrm>
        </p:grpSpPr>
        <p:pic>
          <p:nvPicPr>
            <p:cNvPr id="34817" name="Picture 781">
              <a:extLst>
                <a:ext uri="{FF2B5EF4-FFF2-40B4-BE49-F238E27FC236}">
                  <a16:creationId xmlns:a16="http://schemas.microsoft.com/office/drawing/2014/main" id="{E335404A-428A-6959-84C0-AB60664F3E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325" y="542925"/>
              <a:ext cx="5810250" cy="808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Group 2">
              <a:extLst>
                <a:ext uri="{FF2B5EF4-FFF2-40B4-BE49-F238E27FC236}">
                  <a16:creationId xmlns:a16="http://schemas.microsoft.com/office/drawing/2014/main" id="{71D0BDDA-18E1-03E8-2D35-5732D0564B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450" y="650875"/>
              <a:ext cx="1209675" cy="333375"/>
              <a:chOff x="0" y="0"/>
              <a:chExt cx="12096" cy="3333"/>
            </a:xfrm>
          </p:grpSpPr>
          <p:sp>
            <p:nvSpPr>
              <p:cNvPr id="9" name="Rectangle 5">
                <a:extLst>
                  <a:ext uri="{FF2B5EF4-FFF2-40B4-BE49-F238E27FC236}">
                    <a16:creationId xmlns:a16="http://schemas.microsoft.com/office/drawing/2014/main" id="{9208A294-3CA0-8574-DB30-7D1D200D0F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8001" cy="333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AutoShape 4">
                <a:extLst>
                  <a:ext uri="{FF2B5EF4-FFF2-40B4-BE49-F238E27FC236}">
                    <a16:creationId xmlns:a16="http://schemas.microsoft.com/office/drawing/2014/main" id="{F93609D4-460A-7910-CF1A-9E338C3DAB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Text Box 3">
                <a:extLst>
                  <a:ext uri="{FF2B5EF4-FFF2-40B4-BE49-F238E27FC236}">
                    <a16:creationId xmlns:a16="http://schemas.microsoft.com/office/drawing/2014/main" id="{ECC5097E-F2BD-12C4-3CC0-813968A616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2000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3A139EC3-989B-10B9-44D9-89CF98337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E30B1822-D6FD-BDD4-5E94-A1F320170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07A28EC-0181-3911-57E2-7C9995E68BD2}"/>
              </a:ext>
            </a:extLst>
          </p:cNvPr>
          <p:cNvGrpSpPr/>
          <p:nvPr/>
        </p:nvGrpSpPr>
        <p:grpSpPr>
          <a:xfrm>
            <a:off x="5330803" y="2048507"/>
            <a:ext cx="12353925" cy="3536950"/>
            <a:chOff x="-161925" y="0"/>
            <a:chExt cx="12353925" cy="3536950"/>
          </a:xfrm>
        </p:grpSpPr>
        <p:pic>
          <p:nvPicPr>
            <p:cNvPr id="34825" name="Picture 69">
              <a:extLst>
                <a:ext uri="{FF2B5EF4-FFF2-40B4-BE49-F238E27FC236}">
                  <a16:creationId xmlns:a16="http://schemas.microsoft.com/office/drawing/2014/main" id="{9EA447CD-72AF-0327-7339-FFCAF50563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650" y="644525"/>
              <a:ext cx="5748338" cy="2892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F67CB269-B82D-2393-CABC-A92DF2BA2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38" y="1330325"/>
              <a:ext cx="5683250" cy="116522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AutoShape 13">
              <a:extLst>
                <a:ext uri="{FF2B5EF4-FFF2-40B4-BE49-F238E27FC236}">
                  <a16:creationId xmlns:a16="http://schemas.microsoft.com/office/drawing/2014/main" id="{5F164984-D38B-D986-F7DA-50CE175F2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1650" y="2224088"/>
              <a:ext cx="317500" cy="292100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kumimoji="0" lang="en-PH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AutoShape 12">
              <a:extLst>
                <a:ext uri="{FF2B5EF4-FFF2-40B4-BE49-F238E27FC236}">
                  <a16:creationId xmlns:a16="http://schemas.microsoft.com/office/drawing/2014/main" id="{D9C51029-9028-9435-5C4F-025F813E4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1650" y="1030288"/>
              <a:ext cx="317500" cy="292100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kumimoji="0" lang="en-PH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AutoShape 11">
              <a:extLst>
                <a:ext uri="{FF2B5EF4-FFF2-40B4-BE49-F238E27FC236}">
                  <a16:creationId xmlns:a16="http://schemas.microsoft.com/office/drawing/2014/main" id="{F66830E0-89AC-2075-A7DF-8A93AD760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4413" y="1030288"/>
              <a:ext cx="669925" cy="214312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AutoShape 21">
              <a:extLst>
                <a:ext uri="{FF2B5EF4-FFF2-40B4-BE49-F238E27FC236}">
                  <a16:creationId xmlns:a16="http://schemas.microsoft.com/office/drawing/2014/main" id="{463434E8-D36B-0136-BAAD-05EC5D74D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61925" y="601663"/>
              <a:ext cx="1343025" cy="304800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HEADER</a:t>
              </a:r>
              <a:endParaRPr kumimoji="0" lang="en-PH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AutoShape 10">
              <a:extLst>
                <a:ext uri="{FF2B5EF4-FFF2-40B4-BE49-F238E27FC236}">
                  <a16:creationId xmlns:a16="http://schemas.microsoft.com/office/drawing/2014/main" id="{A51788D3-CDCE-C739-8F5E-CABA486C9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5925" y="1120775"/>
              <a:ext cx="8572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AutoShape 20">
              <a:extLst>
                <a:ext uri="{FF2B5EF4-FFF2-40B4-BE49-F238E27FC236}">
                  <a16:creationId xmlns:a16="http://schemas.microsoft.com/office/drawing/2014/main" id="{A4344BBC-DB1C-DEA2-DB66-DDBBF45158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1975" y="2797175"/>
              <a:ext cx="158750" cy="1047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AutoShape 17">
              <a:extLst>
                <a:ext uri="{FF2B5EF4-FFF2-40B4-BE49-F238E27FC236}">
                  <a16:creationId xmlns:a16="http://schemas.microsoft.com/office/drawing/2014/main" id="{40CE7CCA-CF52-1169-B59C-4FF2583B29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7138" y="2797175"/>
              <a:ext cx="158750" cy="1047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AutoShape 19">
              <a:extLst>
                <a:ext uri="{FF2B5EF4-FFF2-40B4-BE49-F238E27FC236}">
                  <a16:creationId xmlns:a16="http://schemas.microsoft.com/office/drawing/2014/main" id="{33035D16-62E0-8D7A-0340-73F6042C4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2574925"/>
              <a:ext cx="669925" cy="214313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AutoShape 16">
              <a:extLst>
                <a:ext uri="{FF2B5EF4-FFF2-40B4-BE49-F238E27FC236}">
                  <a16:creationId xmlns:a16="http://schemas.microsoft.com/office/drawing/2014/main" id="{1188A2E5-1B98-FEF7-E324-15231CB43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550" y="2574925"/>
              <a:ext cx="669925" cy="214313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AutoShape 18">
              <a:extLst>
                <a:ext uri="{FF2B5EF4-FFF2-40B4-BE49-F238E27FC236}">
                  <a16:creationId xmlns:a16="http://schemas.microsoft.com/office/drawing/2014/main" id="{576CBA60-6C62-4987-71EC-000A22CEC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975" y="2900363"/>
              <a:ext cx="317500" cy="292100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kumimoji="0" lang="en-PH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AutoShape 15">
              <a:extLst>
                <a:ext uri="{FF2B5EF4-FFF2-40B4-BE49-F238E27FC236}">
                  <a16:creationId xmlns:a16="http://schemas.microsoft.com/office/drawing/2014/main" id="{BD034608-2461-35C6-21AD-C9DAA0B16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7125" y="2900363"/>
              <a:ext cx="317500" cy="292100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kumimoji="0" lang="en-PH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Rectangle 22">
              <a:extLst>
                <a:ext uri="{FF2B5EF4-FFF2-40B4-BE49-F238E27FC236}">
                  <a16:creationId xmlns:a16="http://schemas.microsoft.com/office/drawing/2014/main" id="{A419E9C0-FDDA-C3FF-B09E-8E141AACC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 28">
              <a:extLst>
                <a:ext uri="{FF2B5EF4-FFF2-40B4-BE49-F238E27FC236}">
                  <a16:creationId xmlns:a16="http://schemas.microsoft.com/office/drawing/2014/main" id="{0081ACD7-D722-2962-F53B-147BFE0F1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5025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678873" y="1032424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Edit Task Errand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edit the header, click edit button then edit the information that you want to change.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save button.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edit the item stock, edit directly the details you want to change.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save button.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015E5-7CC1-8914-9C44-8B9454CE6387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Task/Errand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8C62115-B5A9-3B55-F751-E17304176307}"/>
              </a:ext>
            </a:extLst>
          </p:cNvPr>
          <p:cNvGrpSpPr/>
          <p:nvPr/>
        </p:nvGrpSpPr>
        <p:grpSpPr>
          <a:xfrm>
            <a:off x="5337014" y="571500"/>
            <a:ext cx="12192000" cy="2306637"/>
            <a:chOff x="0" y="0"/>
            <a:chExt cx="12192000" cy="2306637"/>
          </a:xfrm>
        </p:grpSpPr>
        <p:pic>
          <p:nvPicPr>
            <p:cNvPr id="37889" name="Picture 134">
              <a:extLst>
                <a:ext uri="{FF2B5EF4-FFF2-40B4-BE49-F238E27FC236}">
                  <a16:creationId xmlns:a16="http://schemas.microsoft.com/office/drawing/2014/main" id="{7531AD9D-D3F9-B286-6151-38611C5AED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200"/>
              <a:ext cx="6188075" cy="1470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4C174CF9-0417-C00A-EF94-8F20FEF96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7163" y="463550"/>
              <a:ext cx="374650" cy="2000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AutoShape 7">
              <a:extLst>
                <a:ext uri="{FF2B5EF4-FFF2-40B4-BE49-F238E27FC236}">
                  <a16:creationId xmlns:a16="http://schemas.microsoft.com/office/drawing/2014/main" id="{40CC55B0-23F3-D03D-A085-5708D94AF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50" y="654050"/>
              <a:ext cx="388938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kumimoji="0" lang="en-PH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E032CB3-3107-125B-AB3F-5EB72318D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20383" y="754697"/>
              <a:ext cx="5053330" cy="15519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E03D3AA4-9A7C-403D-5D73-1595EE290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6250" y="615950"/>
              <a:ext cx="117475" cy="374650"/>
            </a:xfrm>
            <a:prstGeom prst="curvedLeftArrow">
              <a:avLst>
                <a:gd name="adj1" fmla="val 63784"/>
                <a:gd name="adj2" fmla="val 127568"/>
                <a:gd name="adj3" fmla="val 33333"/>
              </a:avLst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763C967-37D0-86DC-83B7-5D85EC065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463" y="1081088"/>
              <a:ext cx="374650" cy="2000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9BD560B8-7ABB-D469-C27D-57A93ED2C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525" y="1017588"/>
              <a:ext cx="388938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kumimoji="0" lang="en-PH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FCB581D1-22BD-B3B7-6095-8DB77B3A0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78E8A472-1AA4-C105-2E76-D955E2001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</a:b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Rectangle 12">
              <a:extLst>
                <a:ext uri="{FF2B5EF4-FFF2-40B4-BE49-F238E27FC236}">
                  <a16:creationId xmlns:a16="http://schemas.microsoft.com/office/drawing/2014/main" id="{F647E4A8-C447-3EAA-4A33-0285C9D77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A205C35A-AD06-E088-7B70-C3AB71090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27225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55F7BAB-4A05-079A-3AA9-97DA5E7C5D79}"/>
              </a:ext>
            </a:extLst>
          </p:cNvPr>
          <p:cNvGrpSpPr/>
          <p:nvPr/>
        </p:nvGrpSpPr>
        <p:grpSpPr>
          <a:xfrm>
            <a:off x="5410426" y="3556134"/>
            <a:ext cx="12192000" cy="1825625"/>
            <a:chOff x="0" y="0"/>
            <a:chExt cx="12192000" cy="1825625"/>
          </a:xfrm>
        </p:grpSpPr>
        <p:pic>
          <p:nvPicPr>
            <p:cNvPr id="37902" name="Picture 140">
              <a:extLst>
                <a:ext uri="{FF2B5EF4-FFF2-40B4-BE49-F238E27FC236}">
                  <a16:creationId xmlns:a16="http://schemas.microsoft.com/office/drawing/2014/main" id="{0FBFE78D-954F-0E7A-2DEB-B2223597D7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200"/>
              <a:ext cx="6188075" cy="1368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tangle 15">
              <a:extLst>
                <a:ext uri="{FF2B5EF4-FFF2-40B4-BE49-F238E27FC236}">
                  <a16:creationId xmlns:a16="http://schemas.microsoft.com/office/drawing/2014/main" id="{A68EFA6D-65E3-FC3A-08E8-15D206B40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475" y="1301750"/>
              <a:ext cx="4891088" cy="2635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AutoShape 16">
              <a:extLst>
                <a:ext uri="{FF2B5EF4-FFF2-40B4-BE49-F238E27FC236}">
                  <a16:creationId xmlns:a16="http://schemas.microsoft.com/office/drawing/2014/main" id="{8FF95FB8-3A5C-DA8B-C1DD-DC53AC86B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1250" y="1301750"/>
              <a:ext cx="388938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kumimoji="0" lang="en-PH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Rectangle 17">
              <a:extLst>
                <a:ext uri="{FF2B5EF4-FFF2-40B4-BE49-F238E27FC236}">
                  <a16:creationId xmlns:a16="http://schemas.microsoft.com/office/drawing/2014/main" id="{4ED97956-A60B-AFB6-AFB2-D58CDF5BC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363" y="469900"/>
              <a:ext cx="512762" cy="2000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AutoShape 18">
              <a:extLst>
                <a:ext uri="{FF2B5EF4-FFF2-40B4-BE49-F238E27FC236}">
                  <a16:creationId xmlns:a16="http://schemas.microsoft.com/office/drawing/2014/main" id="{6571C1A0-834A-ECEF-0B4E-E79952C87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6250" y="660400"/>
              <a:ext cx="388938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kumimoji="0" lang="en-PH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Rectangle 19">
              <a:extLst>
                <a:ext uri="{FF2B5EF4-FFF2-40B4-BE49-F238E27FC236}">
                  <a16:creationId xmlns:a16="http://schemas.microsoft.com/office/drawing/2014/main" id="{759A22FF-F623-3EEF-02CF-B59CF4874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 21">
              <a:extLst>
                <a:ext uri="{FF2B5EF4-FFF2-40B4-BE49-F238E27FC236}">
                  <a16:creationId xmlns:a16="http://schemas.microsoft.com/office/drawing/2014/main" id="{0FD0541E-004B-590D-79ED-D8169DCDE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</a:b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F43AD049-F25E-2977-50D1-945E1B036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24">
              <a:extLst>
                <a:ext uri="{FF2B5EF4-FFF2-40B4-BE49-F238E27FC236}">
                  <a16:creationId xmlns:a16="http://schemas.microsoft.com/office/drawing/2014/main" id="{74A38796-C0AC-E93C-1362-A10A32865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5625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286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678873" y="1032424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Delete Task Errand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task/ errand – main window, search the transaction you want to delete.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task/ errand – main form, click the lookup button and select the transaction you want to delete.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If done, click delete button.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015E5-7CC1-8914-9C44-8B9454CE6387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Task/Errand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FA47607-FED7-3E61-6F19-953A37F060C9}"/>
              </a:ext>
            </a:extLst>
          </p:cNvPr>
          <p:cNvGrpSpPr/>
          <p:nvPr/>
        </p:nvGrpSpPr>
        <p:grpSpPr>
          <a:xfrm>
            <a:off x="5417127" y="477110"/>
            <a:ext cx="12192000" cy="2214563"/>
            <a:chOff x="0" y="0"/>
            <a:chExt cx="12192000" cy="2214563"/>
          </a:xfrm>
        </p:grpSpPr>
        <p:pic>
          <p:nvPicPr>
            <p:cNvPr id="38916" name="Picture 842">
              <a:extLst>
                <a:ext uri="{FF2B5EF4-FFF2-40B4-BE49-F238E27FC236}">
                  <a16:creationId xmlns:a16="http://schemas.microsoft.com/office/drawing/2014/main" id="{2999E58B-16AE-C3A5-DD6B-8F631D33AA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63" y="619125"/>
              <a:ext cx="5548312" cy="15954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849">
              <a:extLst>
                <a:ext uri="{FF2B5EF4-FFF2-40B4-BE49-F238E27FC236}">
                  <a16:creationId xmlns:a16="http://schemas.microsoft.com/office/drawing/2014/main" id="{2A371336-ABD3-8D45-D381-B0D6E0625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50" y="1339850"/>
              <a:ext cx="1139825" cy="3048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Straight Arrow Connector 850">
              <a:extLst>
                <a:ext uri="{FF2B5EF4-FFF2-40B4-BE49-F238E27FC236}">
                  <a16:creationId xmlns:a16="http://schemas.microsoft.com/office/drawing/2014/main" id="{35FBEC98-6E8E-C30E-B3D6-060D3D23B4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8275" y="1444625"/>
              <a:ext cx="200025" cy="9525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851">
              <a:extLst>
                <a:ext uri="{FF2B5EF4-FFF2-40B4-BE49-F238E27FC236}">
                  <a16:creationId xmlns:a16="http://schemas.microsoft.com/office/drawing/2014/main" id="{A18CF31E-B60E-50A4-9809-020254B376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7825" y="1339850"/>
              <a:ext cx="4667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  <a:endParaRPr kumimoji="0" lang="en-PH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B479316A-A8CB-2D6C-E580-FBE7AE48D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7">
              <a:extLst>
                <a:ext uri="{FF2B5EF4-FFF2-40B4-BE49-F238E27FC236}">
                  <a16:creationId xmlns:a16="http://schemas.microsoft.com/office/drawing/2014/main" id="{EAC1DB17-FEE5-A112-4DAB-B0A1F8EE1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37E606C-95F3-B779-10E1-A01CDF941CEA}"/>
              </a:ext>
            </a:extLst>
          </p:cNvPr>
          <p:cNvGrpSpPr/>
          <p:nvPr/>
        </p:nvGrpSpPr>
        <p:grpSpPr>
          <a:xfrm>
            <a:off x="5149688" y="2476016"/>
            <a:ext cx="12597724" cy="2854325"/>
            <a:chOff x="-405724" y="0"/>
            <a:chExt cx="12597724" cy="2854325"/>
          </a:xfrm>
        </p:grpSpPr>
        <p:pic>
          <p:nvPicPr>
            <p:cNvPr id="38920" name="Picture 853">
              <a:extLst>
                <a:ext uri="{FF2B5EF4-FFF2-40B4-BE49-F238E27FC236}">
                  <a16:creationId xmlns:a16="http://schemas.microsoft.com/office/drawing/2014/main" id="{3266D5FF-88F9-B2CB-44B4-4E456768A4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165" y="708075"/>
              <a:ext cx="6027738" cy="1482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7" name="Group 9">
              <a:extLst>
                <a:ext uri="{FF2B5EF4-FFF2-40B4-BE49-F238E27FC236}">
                  <a16:creationId xmlns:a16="http://schemas.microsoft.com/office/drawing/2014/main" id="{6C07A7C5-BE90-89C7-7744-0A34D5479D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1563" y="968338"/>
              <a:ext cx="952500" cy="304800"/>
              <a:chOff x="5117" y="-2049"/>
              <a:chExt cx="9525" cy="3048"/>
            </a:xfrm>
          </p:grpSpPr>
          <p:sp>
            <p:nvSpPr>
              <p:cNvPr id="28" name="Rectangle 12">
                <a:extLst>
                  <a:ext uri="{FF2B5EF4-FFF2-40B4-BE49-F238E27FC236}">
                    <a16:creationId xmlns:a16="http://schemas.microsoft.com/office/drawing/2014/main" id="{9331BCB8-B4C6-3A93-A806-1BD7F4A0D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7" y="-2049"/>
                <a:ext cx="2759" cy="304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AutoShape 11">
                <a:extLst>
                  <a:ext uri="{FF2B5EF4-FFF2-40B4-BE49-F238E27FC236}">
                    <a16:creationId xmlns:a16="http://schemas.microsoft.com/office/drawing/2014/main" id="{49FE5FD2-513E-E2AC-F810-BA0C15D211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80" y="-1001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Text Box 10">
                <a:extLst>
                  <a:ext uri="{FF2B5EF4-FFF2-40B4-BE49-F238E27FC236}">
                    <a16:creationId xmlns:a16="http://schemas.microsoft.com/office/drawing/2014/main" id="{B196E5B4-7228-BE96-ADE6-BDAE8D1D40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75" y="-2049"/>
                <a:ext cx="4667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PH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  <a:endParaRPr kumimoji="0" lang="en-PH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15">
              <a:extLst>
                <a:ext uri="{FF2B5EF4-FFF2-40B4-BE49-F238E27FC236}">
                  <a16:creationId xmlns:a16="http://schemas.microsoft.com/office/drawing/2014/main" id="{A152FE96-1D5D-C4E5-9D2E-A8F402141D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4500" y="692150"/>
              <a:ext cx="981075" cy="304800"/>
              <a:chOff x="3333" y="285"/>
              <a:chExt cx="9810" cy="3048"/>
            </a:xfrm>
          </p:grpSpPr>
          <p:sp>
            <p:nvSpPr>
              <p:cNvPr id="32" name="Rectangle 844">
                <a:extLst>
                  <a:ext uri="{FF2B5EF4-FFF2-40B4-BE49-F238E27FC236}">
                    <a16:creationId xmlns:a16="http://schemas.microsoft.com/office/drawing/2014/main" id="{8DB07369-AC7A-AB76-C0DC-37C775146B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3" y="285"/>
                <a:ext cx="4664" cy="304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Straight Arrow Connector 845">
                <a:extLst>
                  <a:ext uri="{FF2B5EF4-FFF2-40B4-BE49-F238E27FC236}">
                    <a16:creationId xmlns:a16="http://schemas.microsoft.com/office/drawing/2014/main" id="{F665CC21-8818-1C81-0558-C9F48B97B8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Text Box 846">
                <a:extLst>
                  <a:ext uri="{FF2B5EF4-FFF2-40B4-BE49-F238E27FC236}">
                    <a16:creationId xmlns:a16="http://schemas.microsoft.com/office/drawing/2014/main" id="{78148675-9090-9274-1EF7-D4F3E15E6E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3048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5" name="Text Box 13">
              <a:extLst>
                <a:ext uri="{FF2B5EF4-FFF2-40B4-BE49-F238E27FC236}">
                  <a16:creationId xmlns:a16="http://schemas.microsoft.com/office/drawing/2014/main" id="{8B302334-FB55-FC00-83F1-82EC80D890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3663" y="1574800"/>
              <a:ext cx="2720225" cy="1054161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457200" marR="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03200" algn="l"/>
                </a:tabLst>
                <a:defRPr/>
              </a:pPr>
              <a:endParaRPr kumimoji="0" lang="en-PH" alt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4F612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marR="0" lvl="1" indent="-1905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03200" algn="l"/>
                </a:tabLst>
                <a:defRPr/>
              </a:pPr>
              <a:r>
                <a:rPr kumimoji="0" lang="en-PH" alt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srgbClr val="4F6128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task/errand transaction?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685800" marR="0" lvl="1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transaction number in the search bar.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685800" marR="0" lvl="1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 search.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685800" marR="0" lvl="1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to select the transaction you want to delete</a:t>
              </a:r>
              <a:endParaRPr kumimoji="0" lang="en-PH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Text Box 14">
              <a:extLst>
                <a:ext uri="{FF2B5EF4-FFF2-40B4-BE49-F238E27FC236}">
                  <a16:creationId xmlns:a16="http://schemas.microsoft.com/office/drawing/2014/main" id="{0478E5A6-F390-6994-E96B-D8F9B7706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05724" y="692150"/>
              <a:ext cx="1306513" cy="2730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HEADER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Rectangle 19">
              <a:extLst>
                <a:ext uri="{FF2B5EF4-FFF2-40B4-BE49-F238E27FC236}">
                  <a16:creationId xmlns:a16="http://schemas.microsoft.com/office/drawing/2014/main" id="{7153E229-3A61-841F-FBF1-C4A661868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22">
              <a:extLst>
                <a:ext uri="{FF2B5EF4-FFF2-40B4-BE49-F238E27FC236}">
                  <a16:creationId xmlns:a16="http://schemas.microsoft.com/office/drawing/2014/main" id="{BC819AF0-2063-0612-A606-B02A97E84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</a:b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Rectangle 25">
              <a:extLst>
                <a:ext uri="{FF2B5EF4-FFF2-40B4-BE49-F238E27FC236}">
                  <a16:creationId xmlns:a16="http://schemas.microsoft.com/office/drawing/2014/main" id="{814FCA3C-8FD4-2EB1-BD16-9949C8F0E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144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26">
              <a:extLst>
                <a:ext uri="{FF2B5EF4-FFF2-40B4-BE49-F238E27FC236}">
                  <a16:creationId xmlns:a16="http://schemas.microsoft.com/office/drawing/2014/main" id="{048A4DAA-4BC5-4900-CFDF-2448A4D84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397125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0DF1DA5-3702-2532-668E-31E6FC6B1A77}"/>
              </a:ext>
            </a:extLst>
          </p:cNvPr>
          <p:cNvSpPr txBox="1"/>
          <p:nvPr/>
        </p:nvSpPr>
        <p:spPr>
          <a:xfrm>
            <a:off x="6776690" y="5135858"/>
            <a:ext cx="3992880" cy="279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Task/Errand Module 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6B412-9471-07A0-33EE-B2C66988E6D8}"/>
              </a:ext>
            </a:extLst>
          </p:cNvPr>
          <p:cNvSpPr txBox="1"/>
          <p:nvPr/>
        </p:nvSpPr>
        <p:spPr>
          <a:xfrm>
            <a:off x="7110315" y="2748603"/>
            <a:ext cx="3992880" cy="279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Task/Errand Module 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898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3095170" y="1766651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Other Buttons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1CC16-0912-B5FE-360F-C6F20FD1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CB634-F01F-2363-317E-569A40E46246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Task/Errand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DB658E-E9A4-23B0-FC67-5BD452BB3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837" y="2088803"/>
            <a:ext cx="6534943" cy="295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73632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410</Words>
  <Application>Microsoft Office PowerPoint</Application>
  <PresentationFormat>Widescreen</PresentationFormat>
  <Paragraphs>131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Animosa Extra Bold</vt:lpstr>
      <vt:lpstr>Arial</vt:lpstr>
      <vt:lpstr>Bodoni MT Condensed</vt:lpstr>
      <vt:lpstr>Calibri</vt:lpstr>
      <vt:lpstr>Calibri Light</vt:lpstr>
      <vt:lpstr>Chivo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3</cp:revision>
  <dcterms:created xsi:type="dcterms:W3CDTF">2023-01-10T05:46:41Z</dcterms:created>
  <dcterms:modified xsi:type="dcterms:W3CDTF">2023-01-10T06:03:50Z</dcterms:modified>
</cp:coreProperties>
</file>