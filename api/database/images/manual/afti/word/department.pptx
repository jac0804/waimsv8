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6" r:id="rId2"/>
    <p:sldId id="357" r:id="rId3"/>
    <p:sldId id="358" r:id="rId4"/>
    <p:sldId id="359" r:id="rId5"/>
    <p:sldId id="360" r:id="rId6"/>
    <p:sldId id="361" r:id="rId7"/>
    <p:sldId id="3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8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6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7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3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816385" y="1859340"/>
            <a:ext cx="8559229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Department Ledger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This module contains list of departments.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34A9902-7127-228C-20D0-B20273865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03" y="1888957"/>
            <a:ext cx="6820010" cy="277679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494950" y="101465"/>
            <a:ext cx="461195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Department module under Masterfile, department list will display in the department ledger main window.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230903" y="3093572"/>
            <a:ext cx="858782" cy="18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141509" y="2669665"/>
            <a:ext cx="5686424" cy="1666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>
            <a:cxnSpLocks/>
          </p:cNvCxnSpPr>
          <p:nvPr/>
        </p:nvCxnSpPr>
        <p:spPr>
          <a:xfrm flipV="1">
            <a:off x="5893806" y="2933323"/>
            <a:ext cx="247703" cy="160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71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0FC24E4-12D2-FB26-B239-E9BAA7CE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83" y="2334500"/>
            <a:ext cx="6671409" cy="2281792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Create New Department?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Department Ledger – Main Window, you will notice a create button in the upper left of the window. Click the create button and you will be redirect in department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department ledger – main window, you will be redirected in department ledger – main form where you will encode the department other information.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55738" y="573918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E37E-12BA-0A40-6642-87BF9604F9D2}"/>
              </a:ext>
            </a:extLst>
          </p:cNvPr>
          <p:cNvSpPr txBox="1"/>
          <p:nvPr/>
        </p:nvSpPr>
        <p:spPr>
          <a:xfrm>
            <a:off x="536895" y="123167"/>
            <a:ext cx="4424403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4A7D14-BD44-1815-DAA6-E89CA4004953}"/>
              </a:ext>
            </a:extLst>
          </p:cNvPr>
          <p:cNvGrpSpPr/>
          <p:nvPr/>
        </p:nvGrpSpPr>
        <p:grpSpPr>
          <a:xfrm>
            <a:off x="5119020" y="846499"/>
            <a:ext cx="6918665" cy="905009"/>
            <a:chOff x="5106289" y="885167"/>
            <a:chExt cx="6918665" cy="9050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9F3DEC-138B-A0FB-DEC3-91BC9E19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6289" y="885167"/>
              <a:ext cx="6918665" cy="90500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3CBF49-A613-26C1-AB6C-63725474DD93}"/>
                </a:ext>
              </a:extLst>
            </p:cNvPr>
            <p:cNvGrpSpPr/>
            <p:nvPr/>
          </p:nvGrpSpPr>
          <p:grpSpPr>
            <a:xfrm>
              <a:off x="5119020" y="896251"/>
              <a:ext cx="1244829" cy="280959"/>
              <a:chOff x="-41832" y="-1342088"/>
              <a:chExt cx="1244829" cy="3333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76147-C3E3-A3DA-9EE6-28B4093A79F4}"/>
                  </a:ext>
                </a:extLst>
              </p:cNvPr>
              <p:cNvSpPr/>
              <p:nvPr/>
            </p:nvSpPr>
            <p:spPr>
              <a:xfrm>
                <a:off x="-41832" y="-1342088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5904C1A-F510-BBFA-2227-3539E4068D38}"/>
                  </a:ext>
                </a:extLst>
              </p:cNvPr>
              <p:cNvCxnSpPr/>
              <p:nvPr/>
            </p:nvCxnSpPr>
            <p:spPr>
              <a:xfrm>
                <a:off x="793422" y="-11805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 Box 355">
                <a:extLst>
                  <a:ext uri="{FF2B5EF4-FFF2-40B4-BE49-F238E27FC236}">
                    <a16:creationId xmlns:a16="http://schemas.microsoft.com/office/drawing/2014/main" id="{FFBB7070-CC0B-EF23-347F-4E42EAD89C94}"/>
                  </a:ext>
                </a:extLst>
              </p:cNvPr>
              <p:cNvSpPr txBox="1"/>
              <p:nvPr/>
            </p:nvSpPr>
            <p:spPr>
              <a:xfrm>
                <a:off x="1002972" y="-1285353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E4BC6F-8D06-351A-78D5-0D65D0BBA18F}"/>
              </a:ext>
            </a:extLst>
          </p:cNvPr>
          <p:cNvGrpSpPr/>
          <p:nvPr/>
        </p:nvGrpSpPr>
        <p:grpSpPr>
          <a:xfrm>
            <a:off x="5205515" y="2595885"/>
            <a:ext cx="6671409" cy="2569664"/>
            <a:chOff x="57147" y="777727"/>
            <a:chExt cx="6406215" cy="25698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D34011A-CB2F-0F7B-0FF2-04D64801080B}"/>
                </a:ext>
              </a:extLst>
            </p:cNvPr>
            <p:cNvSpPr/>
            <p:nvPr/>
          </p:nvSpPr>
          <p:spPr>
            <a:xfrm>
              <a:off x="57147" y="1084996"/>
              <a:ext cx="5721446" cy="226261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855F6AD-4941-0B4B-DC08-B9E09A657770}"/>
                </a:ext>
              </a:extLst>
            </p:cNvPr>
            <p:cNvCxnSpPr/>
            <p:nvPr/>
          </p:nvCxnSpPr>
          <p:spPr>
            <a:xfrm>
              <a:off x="5803411" y="1361417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 Box 126">
              <a:extLst>
                <a:ext uri="{FF2B5EF4-FFF2-40B4-BE49-F238E27FC236}">
                  <a16:creationId xmlns:a16="http://schemas.microsoft.com/office/drawing/2014/main" id="{51484750-A205-2952-D928-DE6BF39C0A3B}"/>
                </a:ext>
              </a:extLst>
            </p:cNvPr>
            <p:cNvSpPr txBox="1"/>
            <p:nvPr/>
          </p:nvSpPr>
          <p:spPr>
            <a:xfrm>
              <a:off x="6003437" y="1266167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8A16E66-69A4-243B-0F94-DBCB2EB99BA6}"/>
                </a:ext>
              </a:extLst>
            </p:cNvPr>
            <p:cNvGrpSpPr/>
            <p:nvPr/>
          </p:nvGrpSpPr>
          <p:grpSpPr>
            <a:xfrm>
              <a:off x="5459026" y="777727"/>
              <a:ext cx="1004336" cy="274557"/>
              <a:chOff x="839401" y="282427"/>
              <a:chExt cx="1004336" cy="274557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560DB8D-17FB-17E7-1EAB-52716642AC6A}"/>
                  </a:ext>
                </a:extLst>
              </p:cNvPr>
              <p:cNvCxnSpPr/>
              <p:nvPr/>
            </p:nvCxnSpPr>
            <p:spPr>
              <a:xfrm>
                <a:off x="1434163" y="453877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Text Box 258">
                <a:extLst>
                  <a:ext uri="{FF2B5EF4-FFF2-40B4-BE49-F238E27FC236}">
                    <a16:creationId xmlns:a16="http://schemas.microsoft.com/office/drawing/2014/main" id="{D6EA8A42-93AE-E96D-3444-1C1D8D8AFD7E}"/>
                  </a:ext>
                </a:extLst>
              </p:cNvPr>
              <p:cNvSpPr txBox="1"/>
              <p:nvPr/>
            </p:nvSpPr>
            <p:spPr>
              <a:xfrm>
                <a:off x="1643712" y="282427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6C00499-D6A5-F6AC-684E-5C86DE14771A}"/>
                  </a:ext>
                </a:extLst>
              </p:cNvPr>
              <p:cNvSpPr/>
              <p:nvPr/>
            </p:nvSpPr>
            <p:spPr>
              <a:xfrm>
                <a:off x="839401" y="347247"/>
                <a:ext cx="565265" cy="20973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082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67562D9-C41E-FC07-0318-B6ACB92CC7A5}"/>
              </a:ext>
            </a:extLst>
          </p:cNvPr>
          <p:cNvGrpSpPr/>
          <p:nvPr/>
        </p:nvGrpSpPr>
        <p:grpSpPr>
          <a:xfrm>
            <a:off x="4880414" y="3125548"/>
            <a:ext cx="7223217" cy="2418700"/>
            <a:chOff x="4880414" y="3125548"/>
            <a:chExt cx="7223217" cy="24187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F23814F-0966-46EF-9C90-6BD910DC8CCB}"/>
                </a:ext>
              </a:extLst>
            </p:cNvPr>
            <p:cNvGrpSpPr/>
            <p:nvPr/>
          </p:nvGrpSpPr>
          <p:grpSpPr>
            <a:xfrm>
              <a:off x="4880414" y="3125548"/>
              <a:ext cx="7030410" cy="2418700"/>
              <a:chOff x="4881747" y="3103674"/>
              <a:chExt cx="7030410" cy="24187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0378DC9-1E9B-BAE2-923C-B0A919B2D0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81747" y="3103674"/>
                <a:ext cx="7030410" cy="2418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F318A0C-2DBA-1F4E-7778-F4E2D2CCFD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4990" y="3485489"/>
                <a:ext cx="2902590" cy="183583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47EA82B-5E49-8646-125F-6AB2ADD93454}"/>
                </a:ext>
              </a:extLst>
            </p:cNvPr>
            <p:cNvGrpSpPr/>
            <p:nvPr/>
          </p:nvGrpSpPr>
          <p:grpSpPr>
            <a:xfrm>
              <a:off x="6363544" y="3474402"/>
              <a:ext cx="5740087" cy="1551305"/>
              <a:chOff x="3761740" y="2684145"/>
              <a:chExt cx="5740087" cy="1551305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689608C-3E74-0E27-3EFE-720C52831995}"/>
                  </a:ext>
                </a:extLst>
              </p:cNvPr>
              <p:cNvGrpSpPr/>
              <p:nvPr/>
            </p:nvGrpSpPr>
            <p:grpSpPr>
              <a:xfrm>
                <a:off x="3820160" y="2988945"/>
                <a:ext cx="952500" cy="304800"/>
                <a:chOff x="523874" y="28575"/>
                <a:chExt cx="952500" cy="304800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CC37C7C-B025-AAB8-2AFA-3DFCCBC4185E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D8CC685C-12ED-BDDC-18D5-DCC6ED123D04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Text Box 276">
                  <a:extLst>
                    <a:ext uri="{FF2B5EF4-FFF2-40B4-BE49-F238E27FC236}">
                      <a16:creationId xmlns:a16="http://schemas.microsoft.com/office/drawing/2014/main" id="{9891C8B0-7153-FBCE-9ADA-6B79902806AA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00297773-007F-DA82-D198-EAB33EF5300A}"/>
                  </a:ext>
                </a:extLst>
              </p:cNvPr>
              <p:cNvGrpSpPr/>
              <p:nvPr/>
            </p:nvGrpSpPr>
            <p:grpSpPr>
              <a:xfrm>
                <a:off x="8520751" y="2684145"/>
                <a:ext cx="981076" cy="304800"/>
                <a:chOff x="1405575" y="90170"/>
                <a:chExt cx="981076" cy="304800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5CFA48B7-3C92-7267-B30F-63BF37E9D414}"/>
                    </a:ext>
                  </a:extLst>
                </p:cNvPr>
                <p:cNvSpPr/>
                <p:nvPr/>
              </p:nvSpPr>
              <p:spPr>
                <a:xfrm>
                  <a:off x="1405575" y="90170"/>
                  <a:ext cx="4663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CB8E6BAD-06D4-A8AE-62CE-1B79ECDA62F7}"/>
                    </a:ext>
                  </a:extLst>
                </p:cNvPr>
                <p:cNvCxnSpPr/>
                <p:nvPr/>
              </p:nvCxnSpPr>
              <p:spPr>
                <a:xfrm>
                  <a:off x="1872301" y="194945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 Box 272">
                  <a:extLst>
                    <a:ext uri="{FF2B5EF4-FFF2-40B4-BE49-F238E27FC236}">
                      <a16:creationId xmlns:a16="http://schemas.microsoft.com/office/drawing/2014/main" id="{C491AD24-135D-0067-906F-F3018D8475B0}"/>
                    </a:ext>
                  </a:extLst>
                </p:cNvPr>
                <p:cNvSpPr txBox="1"/>
                <p:nvPr/>
              </p:nvSpPr>
              <p:spPr>
                <a:xfrm>
                  <a:off x="2081851" y="90170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2CACA86-1A4F-62C4-E1B1-4BC87B84D4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740" y="3355975"/>
                <a:ext cx="2301875" cy="879475"/>
                <a:chOff x="6116" y="177"/>
                <a:chExt cx="3625" cy="1385"/>
              </a:xfrm>
            </p:grpSpPr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F1E66854-5D62-787B-D08A-9CDB45750E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16" y="177"/>
                  <a:ext cx="3625" cy="13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" name="Text Box 241">
                  <a:extLst>
                    <a:ext uri="{FF2B5EF4-FFF2-40B4-BE49-F238E27FC236}">
                      <a16:creationId xmlns:a16="http://schemas.microsoft.com/office/drawing/2014/main" id="{0B3097DE-90B5-6D17-1A62-2A2A4383A4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16" y="177"/>
                  <a:ext cx="3625" cy="138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01600" marR="0" lvl="0" indent="0" algn="l" defTabSz="914400" rtl="0" eaLnBrk="1" fontAlgn="auto" latinLnBrk="0" hangingPunct="1">
                    <a:lnSpc>
                      <a:spcPct val="107000"/>
                    </a:lnSpc>
                    <a:spcBef>
                      <a:spcPts val="44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PH" sz="1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F6128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How to search department?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342900" marR="0" lvl="0" indent="-22860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>
                      <a:tab pos="227330" algn="l"/>
                    </a:tabLst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Type the department name in the search bar.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342900" marR="0" lvl="0" indent="-228600" algn="l" defTabSz="914400" rtl="0" eaLnBrk="1" fontAlgn="auto" latinLnBrk="0" hangingPunct="1">
                    <a:lnSpc>
                      <a:spcPts val="975"/>
                    </a:lnSpc>
                    <a:spcBef>
                      <a:spcPts val="5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>
                      <a:tab pos="203200" algn="l"/>
                    </a:tabLst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Click ‘enter’ in the keyboard to</a:t>
                  </a:r>
                  <a:r>
                    <a:rPr kumimoji="0" lang="en-US" sz="800" b="0" i="0" u="none" strike="noStrike" kern="1200" cap="none" spc="-4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search.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329565" marR="0" lvl="0" indent="-228600" algn="l" defTabSz="914400" rtl="0" eaLnBrk="1" fontAlgn="auto" latinLnBrk="0" hangingPunct="1">
                    <a:lnSpc>
                      <a:spcPts val="975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>
                      <a:tab pos="203200" algn="l"/>
                    </a:tabLst>
                    <a:defRPr/>
                  </a:pPr>
                  <a:r>
                    <a:rPr kumimoji="0" lang="en-PH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Click the button before the department code to select the department.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202565" marR="0" lvl="0" indent="-101600" algn="l" defTabSz="914400" rtl="0" eaLnBrk="1" fontAlgn="auto" latinLnBrk="0" hangingPunct="1">
                    <a:lnSpc>
                      <a:spcPts val="975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03200" algn="l"/>
                    </a:tabLst>
                    <a:defRPr/>
                  </a:pPr>
                  <a:r>
                    <a:rPr kumimoji="0" lang="en-PH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Department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department ledger – main window, search the department you wish to edit its information in the search bar. Or,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department ledger – main form, click the lookup button and select the department you wish to edit its information by typing its department name in the search bar.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634525" y="123167"/>
            <a:ext cx="436298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D9494D-F2C9-4EC4-4B65-5A5C5F871C6D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086F30-8E9A-0606-89A4-5C557FFA2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C2A51-5CB3-3FB5-FA5F-C26AF4A6D904}"/>
                </a:ext>
              </a:extLst>
            </p:cNvPr>
            <p:cNvGrpSpPr/>
            <p:nvPr/>
          </p:nvGrpSpPr>
          <p:grpSpPr>
            <a:xfrm>
              <a:off x="4942559" y="1659529"/>
              <a:ext cx="1466219" cy="247651"/>
              <a:chOff x="0" y="0"/>
              <a:chExt cx="1466850" cy="24765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6EA4B7F-7D44-EF40-E3F4-CCFB75B018EB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2476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0389530-8833-2023-F83C-C5108D0F69FC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 Box 265">
                <a:extLst>
                  <a:ext uri="{FF2B5EF4-FFF2-40B4-BE49-F238E27FC236}">
                    <a16:creationId xmlns:a16="http://schemas.microsoft.com/office/drawing/2014/main" id="{5D55487E-B5AE-450C-4A61-6AB493085F0E}"/>
                  </a:ext>
                </a:extLst>
              </p:cNvPr>
              <p:cNvSpPr txBox="1"/>
              <p:nvPr/>
            </p:nvSpPr>
            <p:spPr>
              <a:xfrm>
                <a:off x="1000125" y="1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528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1760"/>
            <a:ext cx="3914824" cy="8845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department, click edit button in the upper right side of department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49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Department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528506" y="123167"/>
            <a:ext cx="4514274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37631" y="505027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06161" y="2610895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0CE3B5-3FC7-7391-5F82-B367287D862B}"/>
              </a:ext>
            </a:extLst>
          </p:cNvPr>
          <p:cNvGrpSpPr/>
          <p:nvPr/>
        </p:nvGrpSpPr>
        <p:grpSpPr>
          <a:xfrm>
            <a:off x="4812642" y="1822980"/>
            <a:ext cx="6673197" cy="2531737"/>
            <a:chOff x="4812642" y="1822980"/>
            <a:chExt cx="6673197" cy="25317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D8FEFA7-1F89-B836-FE6A-2EFD90D03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4430" y="1822980"/>
              <a:ext cx="6671409" cy="2281792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F7AFEB-9F40-1FA2-755B-040B7D1644D3}"/>
                </a:ext>
              </a:extLst>
            </p:cNvPr>
            <p:cNvGrpSpPr/>
            <p:nvPr/>
          </p:nvGrpSpPr>
          <p:grpSpPr>
            <a:xfrm>
              <a:off x="4812642" y="2027506"/>
              <a:ext cx="6670578" cy="2327211"/>
              <a:chOff x="65253" y="629465"/>
              <a:chExt cx="6961823" cy="281068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D20FE0-0186-C89A-DFBA-F2D26622C520}"/>
                  </a:ext>
                </a:extLst>
              </p:cNvPr>
              <p:cNvSpPr/>
              <p:nvPr/>
            </p:nvSpPr>
            <p:spPr>
              <a:xfrm>
                <a:off x="65253" y="1065783"/>
                <a:ext cx="5979834" cy="237437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1889273-5D06-1AB6-16B3-CF668D3923B2}"/>
                  </a:ext>
                </a:extLst>
              </p:cNvPr>
              <p:cNvCxnSpPr/>
              <p:nvPr/>
            </p:nvCxnSpPr>
            <p:spPr>
              <a:xfrm>
                <a:off x="6046953" y="1212949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 Box 285">
                <a:extLst>
                  <a:ext uri="{FF2B5EF4-FFF2-40B4-BE49-F238E27FC236}">
                    <a16:creationId xmlns:a16="http://schemas.microsoft.com/office/drawing/2014/main" id="{11378A30-8DC1-5BD3-17CE-B97D4A3F91A5}"/>
                  </a:ext>
                </a:extLst>
              </p:cNvPr>
              <p:cNvSpPr txBox="1"/>
              <p:nvPr/>
            </p:nvSpPr>
            <p:spPr>
              <a:xfrm>
                <a:off x="6246978" y="1097227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358F7C-03F6-2AA3-0D0B-DE50FC0D8BDB}"/>
                  </a:ext>
                </a:extLst>
              </p:cNvPr>
              <p:cNvGrpSpPr/>
              <p:nvPr/>
            </p:nvGrpSpPr>
            <p:grpSpPr>
              <a:xfrm>
                <a:off x="5969802" y="629465"/>
                <a:ext cx="1057274" cy="436318"/>
                <a:chOff x="1350177" y="134165"/>
                <a:chExt cx="1057274" cy="436318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C2BF7CD-9B52-C96E-11B0-148D00974EBF}"/>
                    </a:ext>
                  </a:extLst>
                </p:cNvPr>
                <p:cNvSpPr/>
                <p:nvPr/>
              </p:nvSpPr>
              <p:spPr>
                <a:xfrm>
                  <a:off x="1350177" y="284733"/>
                  <a:ext cx="647701" cy="28575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7A8BFD95-40AC-671A-034D-93365A5AB785}"/>
                    </a:ext>
                  </a:extLst>
                </p:cNvPr>
                <p:cNvCxnSpPr/>
                <p:nvPr/>
              </p:nvCxnSpPr>
              <p:spPr>
                <a:xfrm>
                  <a:off x="1997877" y="305615"/>
                  <a:ext cx="200025" cy="9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 Box 289">
                  <a:extLst>
                    <a:ext uri="{FF2B5EF4-FFF2-40B4-BE49-F238E27FC236}">
                      <a16:creationId xmlns:a16="http://schemas.microsoft.com/office/drawing/2014/main" id="{7F66E00E-0785-2FE5-5A24-4C022672E67F}"/>
                    </a:ext>
                  </a:extLst>
                </p:cNvPr>
                <p:cNvSpPr txBox="1"/>
                <p:nvPr/>
              </p:nvSpPr>
              <p:spPr>
                <a:xfrm>
                  <a:off x="2207426" y="134165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4885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1E052E-C106-D59D-1447-37C51946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725" y="3186424"/>
            <a:ext cx="7030410" cy="2418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996F04-69E6-D13D-A0AC-CF7E8F039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968" y="3568239"/>
            <a:ext cx="2902590" cy="183583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751760" y="1226190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Delete a Department?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634525" y="1831091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department ledger – main window, search the customer you want to delete.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department ledger – main form, click the lookup button and select the customer you want to delete.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689755" y="3674006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D2FD2-D35B-25B8-7672-ADCA2176CBD1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45DB3D-E140-BD4F-B96E-735B53003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1F9DC9-B20E-0C53-0AE5-9803F1BE6717}"/>
                </a:ext>
              </a:extLst>
            </p:cNvPr>
            <p:cNvSpPr/>
            <p:nvPr/>
          </p:nvSpPr>
          <p:spPr>
            <a:xfrm>
              <a:off x="4880414" y="1652680"/>
              <a:ext cx="799465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22A5D2-CACB-6BC1-8999-3ACE61E269B1}"/>
                </a:ext>
              </a:extLst>
            </p:cNvPr>
            <p:cNvCxnSpPr/>
            <p:nvPr/>
          </p:nvCxnSpPr>
          <p:spPr>
            <a:xfrm>
              <a:off x="5679879" y="1786030"/>
              <a:ext cx="19939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 Box 367">
              <a:extLst>
                <a:ext uri="{FF2B5EF4-FFF2-40B4-BE49-F238E27FC236}">
                  <a16:creationId xmlns:a16="http://schemas.microsoft.com/office/drawing/2014/main" id="{F56C846C-6A29-44C1-3FCF-8C3B58432683}"/>
                </a:ext>
              </a:extLst>
            </p:cNvPr>
            <p:cNvSpPr txBox="1"/>
            <p:nvPr/>
          </p:nvSpPr>
          <p:spPr>
            <a:xfrm>
              <a:off x="5889429" y="1681255"/>
              <a:ext cx="46609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DB0631-E625-8F5F-AF13-F236F0CACAA3}"/>
              </a:ext>
            </a:extLst>
          </p:cNvPr>
          <p:cNvGrpSpPr/>
          <p:nvPr/>
        </p:nvGrpSpPr>
        <p:grpSpPr>
          <a:xfrm>
            <a:off x="6464161" y="3525038"/>
            <a:ext cx="4144940" cy="617702"/>
            <a:chOff x="4612005" y="3168168"/>
            <a:chExt cx="4144940" cy="6177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5880B84-AF2E-B0EC-EF64-D6F44D07AA54}"/>
                </a:ext>
              </a:extLst>
            </p:cNvPr>
            <p:cNvGrpSpPr/>
            <p:nvPr/>
          </p:nvGrpSpPr>
          <p:grpSpPr>
            <a:xfrm>
              <a:off x="4612005" y="3481070"/>
              <a:ext cx="952500" cy="304800"/>
              <a:chOff x="523874" y="28575"/>
              <a:chExt cx="952500" cy="304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FF93F7A-6093-B26F-D1AC-D4F50B88B27F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B0675E4-1ADA-15E4-A0E3-2BF948FBF8FF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310">
                <a:extLst>
                  <a:ext uri="{FF2B5EF4-FFF2-40B4-BE49-F238E27FC236}">
                    <a16:creationId xmlns:a16="http://schemas.microsoft.com/office/drawing/2014/main" id="{500EB092-4843-CE10-FDF3-A8141B2B7B2C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40B9861-F4E1-471D-E9D0-2187EA29AE57}"/>
                </a:ext>
              </a:extLst>
            </p:cNvPr>
            <p:cNvGrpSpPr/>
            <p:nvPr/>
          </p:nvGrpSpPr>
          <p:grpSpPr>
            <a:xfrm>
              <a:off x="7671095" y="3168168"/>
              <a:ext cx="1085850" cy="304800"/>
              <a:chOff x="1405550" y="124613"/>
              <a:chExt cx="1085850" cy="3048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4300EF-D8BB-CA38-B4B6-BD8EF7C2D4CB}"/>
                  </a:ext>
                </a:extLst>
              </p:cNvPr>
              <p:cNvSpPr/>
              <p:nvPr/>
            </p:nvSpPr>
            <p:spPr>
              <a:xfrm>
                <a:off x="1405550" y="124613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C73845B-7225-887A-3A8D-85996B5200CB}"/>
                  </a:ext>
                </a:extLst>
              </p:cNvPr>
              <p:cNvCxnSpPr/>
              <p:nvPr/>
            </p:nvCxnSpPr>
            <p:spPr>
              <a:xfrm>
                <a:off x="1977050" y="22938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 Box 306">
                <a:extLst>
                  <a:ext uri="{FF2B5EF4-FFF2-40B4-BE49-F238E27FC236}">
                    <a16:creationId xmlns:a16="http://schemas.microsoft.com/office/drawing/2014/main" id="{D90DF803-36B4-AB88-F156-DE429DBF8423}"/>
                  </a:ext>
                </a:extLst>
              </p:cNvPr>
              <p:cNvSpPr txBox="1"/>
              <p:nvPr/>
            </p:nvSpPr>
            <p:spPr>
              <a:xfrm>
                <a:off x="2186600" y="124613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7AA47-E130-5DF7-AF4A-ED0236F7FD77}"/>
              </a:ext>
            </a:extLst>
          </p:cNvPr>
          <p:cNvSpPr txBox="1"/>
          <p:nvPr/>
        </p:nvSpPr>
        <p:spPr>
          <a:xfrm>
            <a:off x="634525" y="123167"/>
            <a:ext cx="440825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36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634525" y="123167"/>
            <a:ext cx="435760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Department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778476" y="2811578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7A20D-41C3-6DC4-B7A7-0F8897F1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07" y="1613133"/>
            <a:ext cx="67818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004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449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2</cp:revision>
  <dcterms:created xsi:type="dcterms:W3CDTF">2023-01-10T03:19:06Z</dcterms:created>
  <dcterms:modified xsi:type="dcterms:W3CDTF">2023-01-10T03:21:53Z</dcterms:modified>
</cp:coreProperties>
</file>