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81" r:id="rId4"/>
    <p:sldId id="293" r:id="rId5"/>
    <p:sldId id="294" r:id="rId6"/>
    <p:sldId id="295" r:id="rId7"/>
    <p:sldId id="2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B62D-C7D8-6047-F801-51B9C5B7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07881-D4E7-D951-7318-BD4B480F7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C17D7-AD68-F9C4-0CF0-6F6D0D2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B936-BEDA-B682-387A-C2E28347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32F0-A8AB-C276-792A-9BC2E7B6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706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3DFF-6142-17ED-0FD6-5D0ED681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8FDE-CBEE-679B-6C28-FC5E36EBC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7131-AD23-96CB-79D5-C7856954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C720-905B-0DFF-F931-1BAA76D8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B2172-3CE8-8B1A-DD22-1C7147C3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615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5935-BEFB-EFDB-74A7-EE02A1CE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A76B2-3D9A-933C-6DD3-4E37EEB8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89307-6156-0127-1DA6-B55FC896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45E61-E358-BA71-6586-56132813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1C576-3910-142B-B248-5539747B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73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6580-EAC4-1772-153C-4D425280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36A4-D7E7-6914-DF78-28097810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DDE3-67D1-5B60-4E0D-885DA9E6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B2583-8EB4-6822-8D29-D54F4E25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C38AB-9265-752C-A2A5-77C9AA34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8BCDB-D2FB-B19D-5A51-355FFDAC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920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4F77-E2D6-7ADC-91A0-F1DEE28F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C01E-AC59-5821-AB9F-17CA3BC64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9176-01C4-EA0B-93C4-EB726E45D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CBEBD-27CA-BB15-624A-63F07AA8F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DD438-4F30-188B-1BF2-4AC5A7A49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55682-CA71-42DB-B168-CA1EE62D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378DF-BCD2-107E-9D4F-227453DF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A6AC9-DD6C-D43F-2E25-3F7F81D7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897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6E74-E342-3705-710D-6BF8D2A0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6177D-D514-2C89-EFA6-D05D0865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F5858-02E7-5F99-9830-EC1F1A78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E046D-6649-C608-E524-E41E388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84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093B1-1EDD-6C87-8764-858B0183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A3CC6-3E41-0785-1225-4C89BA26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FB215-CA2B-0871-ECC4-F7369EE7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350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972A-3153-25F7-242D-CF649268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414D-63DA-1946-5048-3AB2E340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849E-1CF9-676A-E169-9C3A4D8E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F1CC9-56C6-D0B3-ACFE-A1699BDB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9ED0D-CC09-E888-D47C-F64E48C4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A34F3-E191-214E-80FE-01BBFB38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03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C84E-EA8F-BF28-191F-8DE3B34A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4B4F3-A1B1-CFD5-E0FA-24FB81FF3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A8C0B-7826-A420-DCEF-06110477E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1BF7-D5B0-06CA-DF77-33669C6F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D937F-2975-46C7-645C-0CD18A40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1C109-E158-DDA5-8B5D-80477F80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883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E97D-7263-6A7B-5BE1-4AA9C696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23862-E9BE-5549-A8DD-0B5A1C0A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40A9-05A8-FC8D-E7B8-62F64B2F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3B2F-3794-CD69-2967-B7E1FE7A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4B5B-8377-06BA-7D23-50953C61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413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F3114-627C-6770-620B-636389BE3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564D6-4112-4C95-76E7-03FC2880E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815F-E3FA-ED25-0E24-221AFE7E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28F1E-E6F2-9AE3-AF36-4CFAC129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8B85-4C87-806F-12DC-66624571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606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681C-A196-C18D-FCCF-FB29837E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CEB0B-899B-C12B-9803-847B0FA4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46D8-BCA1-8987-075D-C67C272EE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1B7B-C9A2-58EA-DEF0-72522AF5E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C34A-7613-DA97-9C97-026A15A85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299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539407" y="2055283"/>
            <a:ext cx="711318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Supplier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Is a list of suppliers of the company.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It is where all transactions in inventory, payables and payments made by the supplier are all display.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8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Supplier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Supplier module under Masterfile, supplier list will display in the supplier ledger main window.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</a:pPr>
            <a:r>
              <a:rPr lang="en-PH" sz="10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0C87D5-6F90-37F6-6034-652F38F9F9A2}"/>
              </a:ext>
            </a:extLst>
          </p:cNvPr>
          <p:cNvGrpSpPr/>
          <p:nvPr/>
        </p:nvGrpSpPr>
        <p:grpSpPr>
          <a:xfrm>
            <a:off x="5371535" y="2106925"/>
            <a:ext cx="6015355" cy="2548255"/>
            <a:chOff x="200025" y="0"/>
            <a:chExt cx="6015355" cy="25482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5617F82-E978-4DB1-1FB6-72C65E6F2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73" y="0"/>
              <a:ext cx="6001707" cy="23501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205A507-FBF5-CBBE-14C1-E843FFF727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2" t="4250"/>
            <a:stretch/>
          </p:blipFill>
          <p:spPr>
            <a:xfrm>
              <a:off x="200025" y="2333625"/>
              <a:ext cx="5989320" cy="214630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F56F-55BB-D78F-4743-C50790057550}"/>
              </a:ext>
            </a:extLst>
          </p:cNvPr>
          <p:cNvSpPr/>
          <p:nvPr/>
        </p:nvSpPr>
        <p:spPr>
          <a:xfrm>
            <a:off x="5476945" y="3089270"/>
            <a:ext cx="990600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7AE43-3CE6-EDA1-1E37-7769D5D681AD}"/>
              </a:ext>
            </a:extLst>
          </p:cNvPr>
          <p:cNvSpPr/>
          <p:nvPr/>
        </p:nvSpPr>
        <p:spPr>
          <a:xfrm>
            <a:off x="6674555" y="2740655"/>
            <a:ext cx="4669790" cy="1690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407A0B-52E6-D58F-0FD7-FBEE93E2C726}"/>
              </a:ext>
            </a:extLst>
          </p:cNvPr>
          <p:cNvCxnSpPr/>
          <p:nvPr/>
        </p:nvCxnSpPr>
        <p:spPr>
          <a:xfrm>
            <a:off x="6437700" y="3157850"/>
            <a:ext cx="257175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1EF400A-CB49-EAE6-7F13-71D3488075D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02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Create New Supplier?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Supplier Ledger – Main Window, you will notice a create button in the upper left of the window. Click the create button and you will be redirect in supplier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1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supplier ledger – main window, you will be redirected in supplier ledger – main form where you will encode the supplier other information.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above photo, fill in all the necessary details in the provided field.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Supplier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3E3972-2757-84F5-E879-CBC974657F67}"/>
              </a:ext>
            </a:extLst>
          </p:cNvPr>
          <p:cNvGrpSpPr/>
          <p:nvPr/>
        </p:nvGrpSpPr>
        <p:grpSpPr>
          <a:xfrm>
            <a:off x="5197545" y="869352"/>
            <a:ext cx="6189345" cy="1043305"/>
            <a:chOff x="5197545" y="1178248"/>
            <a:chExt cx="6189345" cy="10433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A0BFBF-B120-4012-12B8-A4176BC0E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7545" y="1178248"/>
              <a:ext cx="6189345" cy="104330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B817E0F-F0F0-4A0C-6E28-16A5EB58A94E}"/>
                </a:ext>
              </a:extLst>
            </p:cNvPr>
            <p:cNvGrpSpPr/>
            <p:nvPr/>
          </p:nvGrpSpPr>
          <p:grpSpPr>
            <a:xfrm>
              <a:off x="5369630" y="1463998"/>
              <a:ext cx="1209675" cy="333375"/>
              <a:chOff x="0" y="0"/>
              <a:chExt cx="1209675" cy="33337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041A917-AB6F-120B-CD2C-CAABAB94E54C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7E82E4B-0A79-A55F-C942-B105549EC707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 Box 118">
                <a:extLst>
                  <a:ext uri="{FF2B5EF4-FFF2-40B4-BE49-F238E27FC236}">
                    <a16:creationId xmlns:a16="http://schemas.microsoft.com/office/drawing/2014/main" id="{2C33031B-C6EE-7EF1-E8F9-F476B8195766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30E7C7-EA89-08BB-9E6A-4CD915C8A6DC}"/>
              </a:ext>
            </a:extLst>
          </p:cNvPr>
          <p:cNvGrpSpPr/>
          <p:nvPr/>
        </p:nvGrpSpPr>
        <p:grpSpPr>
          <a:xfrm>
            <a:off x="5224667" y="2048515"/>
            <a:ext cx="6430644" cy="4018915"/>
            <a:chOff x="0" y="0"/>
            <a:chExt cx="6430856" cy="401926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E4BC6F-8D06-351A-78D5-0D65D0BBA18F}"/>
                </a:ext>
              </a:extLst>
            </p:cNvPr>
            <p:cNvGrpSpPr/>
            <p:nvPr/>
          </p:nvGrpSpPr>
          <p:grpSpPr>
            <a:xfrm>
              <a:off x="0" y="0"/>
              <a:ext cx="6430856" cy="4019265"/>
              <a:chOff x="8043" y="0"/>
              <a:chExt cx="6430856" cy="4019265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BB931C9-CB10-4B1D-5EA8-758DBCCCEA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43" y="0"/>
                <a:ext cx="6173258" cy="3479165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D34011A-CB2F-0F7B-0FF2-04D64801080B}"/>
                  </a:ext>
                </a:extLst>
              </p:cNvPr>
              <p:cNvSpPr/>
              <p:nvPr/>
            </p:nvSpPr>
            <p:spPr>
              <a:xfrm>
                <a:off x="57146" y="1084996"/>
                <a:ext cx="5981700" cy="293426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855F6AD-4941-0B4B-DC08-B9E09A657770}"/>
                  </a:ext>
                </a:extLst>
              </p:cNvPr>
              <p:cNvCxnSpPr/>
              <p:nvPr/>
            </p:nvCxnSpPr>
            <p:spPr>
              <a:xfrm>
                <a:off x="6038849" y="1178285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 Box 126">
                <a:extLst>
                  <a:ext uri="{FF2B5EF4-FFF2-40B4-BE49-F238E27FC236}">
                    <a16:creationId xmlns:a16="http://schemas.microsoft.com/office/drawing/2014/main" id="{51484750-A205-2952-D928-DE6BF39C0A3B}"/>
                  </a:ext>
                </a:extLst>
              </p:cNvPr>
              <p:cNvSpPr txBox="1"/>
              <p:nvPr/>
            </p:nvSpPr>
            <p:spPr>
              <a:xfrm>
                <a:off x="6238874" y="1083035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8A16E66-69A4-243B-0F94-DBCB2EB99BA6}"/>
                  </a:ext>
                </a:extLst>
              </p:cNvPr>
              <p:cNvGrpSpPr/>
              <p:nvPr/>
            </p:nvGrpSpPr>
            <p:grpSpPr>
              <a:xfrm>
                <a:off x="4840264" y="561975"/>
                <a:ext cx="1057275" cy="447675"/>
                <a:chOff x="220639" y="66675"/>
                <a:chExt cx="1057275" cy="447675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6C00499-D6A5-F6AC-684E-5C86DE14771A}"/>
                    </a:ext>
                  </a:extLst>
                </p:cNvPr>
                <p:cNvSpPr/>
                <p:nvPr/>
              </p:nvSpPr>
              <p:spPr>
                <a:xfrm>
                  <a:off x="220639" y="228600"/>
                  <a:ext cx="647700" cy="28575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560DB8D-17FB-17E7-1EAB-52716642AC6A}"/>
                    </a:ext>
                  </a:extLst>
                </p:cNvPr>
                <p:cNvCxnSpPr/>
                <p:nvPr/>
              </p:nvCxnSpPr>
              <p:spPr>
                <a:xfrm>
                  <a:off x="868339" y="238125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 Box 258">
                  <a:extLst>
                    <a:ext uri="{FF2B5EF4-FFF2-40B4-BE49-F238E27FC236}">
                      <a16:creationId xmlns:a16="http://schemas.microsoft.com/office/drawing/2014/main" id="{D6EA8A42-93AE-E96D-3444-1C1D8D8AFD7E}"/>
                    </a:ext>
                  </a:extLst>
                </p:cNvPr>
                <p:cNvSpPr txBox="1"/>
                <p:nvPr/>
              </p:nvSpPr>
              <p:spPr>
                <a:xfrm>
                  <a:off x="1077889" y="66675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38D44F1-B2A1-88C8-FC01-A83A17D87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477" y="3514299"/>
              <a:ext cx="1446530" cy="42164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B7604EA-1AB5-071D-1010-CC840105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140" y="2941093"/>
              <a:ext cx="1507490" cy="103505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Supplier Ledger</a:t>
            </a:r>
            <a:r>
              <a:rPr lang="en-PH" sz="1200" b="1" baseline="-250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</a:t>
            </a:r>
            <a:r>
              <a:rPr lang="en-PH" sz="1200" b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– Main </a:t>
            </a:r>
            <a:r>
              <a:rPr lang="en-PH" sz="1200" b="1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Form</a:t>
            </a:r>
            <a:endParaRPr lang="en-US" sz="1200" b="1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55B4944-11EB-7397-2090-195F2412BBB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8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Supplier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supplier ledger – main window, search the supplier you wish to edit its information in the search bar. Or,</a:t>
            </a:r>
          </a:p>
          <a:p>
            <a:pPr algn="just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supplier ledger – main form, click the lookup button and select the supplier you wish to edit its information by typing its supplier name in the search bar.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Supplier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E74AC3-BA46-FA09-2973-FB0ABE98E20C}"/>
              </a:ext>
            </a:extLst>
          </p:cNvPr>
          <p:cNvGrpSpPr/>
          <p:nvPr/>
        </p:nvGrpSpPr>
        <p:grpSpPr>
          <a:xfrm>
            <a:off x="5106907" y="1222309"/>
            <a:ext cx="6189345" cy="1548130"/>
            <a:chOff x="5106907" y="1222309"/>
            <a:chExt cx="6189345" cy="154813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C9DA9FE-3569-23A2-B198-C86358E90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907" y="1222309"/>
              <a:ext cx="6189345" cy="154813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2C2A51-5CB3-3FB5-FA5F-C26AF4A6D904}"/>
                </a:ext>
              </a:extLst>
            </p:cNvPr>
            <p:cNvGrpSpPr/>
            <p:nvPr/>
          </p:nvGrpSpPr>
          <p:grpSpPr>
            <a:xfrm>
              <a:off x="5148084" y="1805464"/>
              <a:ext cx="1475739" cy="333375"/>
              <a:chOff x="0" y="0"/>
              <a:chExt cx="1476374" cy="33337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6EA4B7F-7D44-EF40-E3F4-CCFB75B018EB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0389530-8833-2023-F83C-C5108D0F69FC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 Box 265">
                <a:extLst>
                  <a:ext uri="{FF2B5EF4-FFF2-40B4-BE49-F238E27FC236}">
                    <a16:creationId xmlns:a16="http://schemas.microsoft.com/office/drawing/2014/main" id="{5D55487E-B5AE-450C-4A61-6AB493085F0E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BA1BC0-EF0E-D5D0-B048-D6ABB80EF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21" y="3599318"/>
            <a:ext cx="6141085" cy="2429510"/>
          </a:xfrm>
          <a:prstGeom prst="rect">
            <a:avLst/>
          </a:prstGeom>
        </p:spPr>
      </p:pic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601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supplier, click edit button in the upper right side of supplier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129E33E-7BA1-7785-5DA8-770BDDAEFE0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3F89E2-990E-651A-6BE6-2DFCFD977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626" y="4359653"/>
            <a:ext cx="2968626" cy="240147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547EA82B-5E49-8646-125F-6AB2ADD93454}"/>
              </a:ext>
            </a:extLst>
          </p:cNvPr>
          <p:cNvGrpSpPr/>
          <p:nvPr/>
        </p:nvGrpSpPr>
        <p:grpSpPr>
          <a:xfrm>
            <a:off x="6406848" y="4323218"/>
            <a:ext cx="5041804" cy="1806575"/>
            <a:chOff x="3830464" y="2865120"/>
            <a:chExt cx="5041804" cy="180657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689608C-3E74-0E27-3EFE-720C52831995}"/>
                </a:ext>
              </a:extLst>
            </p:cNvPr>
            <p:cNvGrpSpPr/>
            <p:nvPr/>
          </p:nvGrpSpPr>
          <p:grpSpPr>
            <a:xfrm>
              <a:off x="3830464" y="3274698"/>
              <a:ext cx="972443" cy="304800"/>
              <a:chOff x="534178" y="314328"/>
              <a:chExt cx="972443" cy="3048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CC37C7C-B025-AAB8-2AFA-3DFCCBC4185E}"/>
                  </a:ext>
                </a:extLst>
              </p:cNvPr>
              <p:cNvSpPr/>
              <p:nvPr/>
            </p:nvSpPr>
            <p:spPr>
              <a:xfrm>
                <a:off x="534178" y="314328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8CC685C-12ED-BDDC-18D5-DCC6ED123D04}"/>
                  </a:ext>
                </a:extLst>
              </p:cNvPr>
              <p:cNvCxnSpPr/>
              <p:nvPr/>
            </p:nvCxnSpPr>
            <p:spPr>
              <a:xfrm>
                <a:off x="810059" y="461965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Text Box 276">
                <a:extLst>
                  <a:ext uri="{FF2B5EF4-FFF2-40B4-BE49-F238E27FC236}">
                    <a16:creationId xmlns:a16="http://schemas.microsoft.com/office/drawing/2014/main" id="{9891C8B0-7153-FBCE-9ADA-6B79902806AA}"/>
                  </a:ext>
                </a:extLst>
              </p:cNvPr>
              <p:cNvSpPr txBox="1"/>
              <p:nvPr/>
            </p:nvSpPr>
            <p:spPr>
              <a:xfrm>
                <a:off x="1039896" y="344844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0297773-007F-DA82-D198-EAB33EF5300A}"/>
                </a:ext>
              </a:extLst>
            </p:cNvPr>
            <p:cNvGrpSpPr/>
            <p:nvPr/>
          </p:nvGrpSpPr>
          <p:grpSpPr>
            <a:xfrm>
              <a:off x="7891192" y="2865120"/>
              <a:ext cx="981076" cy="304800"/>
              <a:chOff x="776016" y="271145"/>
              <a:chExt cx="981076" cy="30480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CFA48B7-3C92-7267-B30F-63BF37E9D414}"/>
                  </a:ext>
                </a:extLst>
              </p:cNvPr>
              <p:cNvSpPr/>
              <p:nvPr/>
            </p:nvSpPr>
            <p:spPr>
              <a:xfrm>
                <a:off x="776016" y="271145"/>
                <a:ext cx="4663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B8E6BAD-06D4-A8AE-62CE-1B79ECDA62F7}"/>
                  </a:ext>
                </a:extLst>
              </p:cNvPr>
              <p:cNvCxnSpPr/>
              <p:nvPr/>
            </p:nvCxnSpPr>
            <p:spPr>
              <a:xfrm>
                <a:off x="1242742" y="37592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 Box 272">
                <a:extLst>
                  <a:ext uri="{FF2B5EF4-FFF2-40B4-BE49-F238E27FC236}">
                    <a16:creationId xmlns:a16="http://schemas.microsoft.com/office/drawing/2014/main" id="{C491AD24-135D-0067-906F-F3018D8475B0}"/>
                  </a:ext>
                </a:extLst>
              </p:cNvPr>
              <p:cNvSpPr txBox="1"/>
              <p:nvPr/>
            </p:nvSpPr>
            <p:spPr>
              <a:xfrm>
                <a:off x="1452292" y="27114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CACA86-1A4F-62C4-E1B1-4BC87B84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3025" y="3789680"/>
              <a:ext cx="2306320" cy="882015"/>
              <a:chOff x="6307" y="860"/>
              <a:chExt cx="3632" cy="1389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F1E66854-5D62-787B-D08A-9CDB45750E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14" y="864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" name="Text Box 241">
                <a:extLst>
                  <a:ext uri="{FF2B5EF4-FFF2-40B4-BE49-F238E27FC236}">
                    <a16:creationId xmlns:a16="http://schemas.microsoft.com/office/drawing/2014/main" id="{0B3097DE-90B5-6D17-1A62-2A2A4383A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7" y="860"/>
                <a:ext cx="3625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</a:pPr>
                <a:r>
                  <a:rPr lang="en-PH" sz="1000" i="1" dirty="0">
                    <a:solidFill>
                      <a:srgbClr val="4F6128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supplier?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2733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supplier name in the search bar.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lang="en-US" sz="800" spc="-4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29565" marR="0" indent="-228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PH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the button before the supplier code to select the supplier.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02565" marR="0" indent="-101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203200" algn="l"/>
                  </a:tabLst>
                </a:pPr>
                <a:r>
                  <a:rPr lang="en-PH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580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Supplier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Supplier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88715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659084" y="2795189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7AFEB-9F40-1FA2-755B-040B7D1644D3}"/>
              </a:ext>
            </a:extLst>
          </p:cNvPr>
          <p:cNvGrpSpPr/>
          <p:nvPr/>
        </p:nvGrpSpPr>
        <p:grpSpPr>
          <a:xfrm>
            <a:off x="5173026" y="1333773"/>
            <a:ext cx="6446520" cy="4420736"/>
            <a:chOff x="0" y="71052"/>
            <a:chExt cx="6447003" cy="44208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504F02-5BBE-102A-28AF-9ED653354A49}"/>
                </a:ext>
              </a:extLst>
            </p:cNvPr>
            <p:cNvGrpSpPr/>
            <p:nvPr/>
          </p:nvGrpSpPr>
          <p:grpSpPr>
            <a:xfrm>
              <a:off x="0" y="71052"/>
              <a:ext cx="6189345" cy="3949768"/>
              <a:chOff x="0" y="71052"/>
              <a:chExt cx="6189345" cy="394976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CEE80AB4-0CB9-28F8-88F9-926272DC9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50" y="3381375"/>
                <a:ext cx="1647825" cy="63944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C58021E-AA01-5135-B1D2-2AE5B20DA3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71052"/>
                <a:ext cx="6189345" cy="3337060"/>
              </a:xfrm>
              <a:prstGeom prst="rect">
                <a:avLst/>
              </a:prstGeom>
            </p:spPr>
          </p:pic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D20FE0-0186-C89A-DFBA-F2D26622C520}"/>
                </a:ext>
              </a:extLst>
            </p:cNvPr>
            <p:cNvSpPr/>
            <p:nvPr/>
          </p:nvSpPr>
          <p:spPr>
            <a:xfrm>
              <a:off x="65253" y="1049745"/>
              <a:ext cx="5981700" cy="34421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1889273-5D06-1AB6-16B3-CF668D3923B2}"/>
                </a:ext>
              </a:extLst>
            </p:cNvPr>
            <p:cNvCxnSpPr/>
            <p:nvPr/>
          </p:nvCxnSpPr>
          <p:spPr>
            <a:xfrm>
              <a:off x="6046953" y="1212949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 Box 285">
              <a:extLst>
                <a:ext uri="{FF2B5EF4-FFF2-40B4-BE49-F238E27FC236}">
                  <a16:creationId xmlns:a16="http://schemas.microsoft.com/office/drawing/2014/main" id="{11378A30-8DC1-5BD3-17CE-B97D4A3F91A5}"/>
                </a:ext>
              </a:extLst>
            </p:cNvPr>
            <p:cNvSpPr txBox="1"/>
            <p:nvPr/>
          </p:nvSpPr>
          <p:spPr>
            <a:xfrm>
              <a:off x="6246978" y="1097227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358F7C-03F6-2AA3-0D0B-DE50FC0D8BDB}"/>
                </a:ext>
              </a:extLst>
            </p:cNvPr>
            <p:cNvGrpSpPr/>
            <p:nvPr/>
          </p:nvGrpSpPr>
          <p:grpSpPr>
            <a:xfrm>
              <a:off x="4765201" y="592544"/>
              <a:ext cx="1057275" cy="436315"/>
              <a:chOff x="145576" y="97244"/>
              <a:chExt cx="1057275" cy="43631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C2BF7CD-9B52-C96E-11B0-148D00974EBF}"/>
                  </a:ext>
                </a:extLst>
              </p:cNvPr>
              <p:cNvSpPr/>
              <p:nvPr/>
            </p:nvSpPr>
            <p:spPr>
              <a:xfrm>
                <a:off x="145576" y="247809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A8BFD95-40AC-671A-034D-93365A5AB785}"/>
                  </a:ext>
                </a:extLst>
              </p:cNvPr>
              <p:cNvCxnSpPr/>
              <p:nvPr/>
            </p:nvCxnSpPr>
            <p:spPr>
              <a:xfrm>
                <a:off x="793276" y="268694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 Box 289">
                <a:extLst>
                  <a:ext uri="{FF2B5EF4-FFF2-40B4-BE49-F238E27FC236}">
                    <a16:creationId xmlns:a16="http://schemas.microsoft.com/office/drawing/2014/main" id="{7F66E00E-0785-2FE5-5A24-4C022672E67F}"/>
                  </a:ext>
                </a:extLst>
              </p:cNvPr>
              <p:cNvSpPr txBox="1"/>
              <p:nvPr/>
            </p:nvSpPr>
            <p:spPr>
              <a:xfrm>
                <a:off x="1002826" y="97244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EBEB5D83-1875-82F3-D368-96AA09FB76B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83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 Supplier Ledger?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supplier ledger – main window, search the customer you want to delete.</a:t>
            </a: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supplier ledger – main form, click the lookup button and select the customer you want to delete.</a:t>
            </a:r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601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EC4131-82BA-B2F6-58EE-F079678FB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65" y="1198612"/>
            <a:ext cx="6189345" cy="15481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41F9DC9-B20E-0C53-0AE5-9803F1BE6717}"/>
              </a:ext>
            </a:extLst>
          </p:cNvPr>
          <p:cNvSpPr/>
          <p:nvPr/>
        </p:nvSpPr>
        <p:spPr>
          <a:xfrm>
            <a:off x="5106907" y="1769055"/>
            <a:ext cx="799465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22A5D2-CACB-6BC1-8999-3ACE61E269B1}"/>
              </a:ext>
            </a:extLst>
          </p:cNvPr>
          <p:cNvCxnSpPr/>
          <p:nvPr/>
        </p:nvCxnSpPr>
        <p:spPr>
          <a:xfrm>
            <a:off x="5906372" y="1902405"/>
            <a:ext cx="19939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Box 367">
            <a:extLst>
              <a:ext uri="{FF2B5EF4-FFF2-40B4-BE49-F238E27FC236}">
                <a16:creationId xmlns:a16="http://schemas.microsoft.com/office/drawing/2014/main" id="{F56C846C-6A29-44C1-3FCF-8C3B58432683}"/>
              </a:ext>
            </a:extLst>
          </p:cNvPr>
          <p:cNvSpPr txBox="1"/>
          <p:nvPr/>
        </p:nvSpPr>
        <p:spPr>
          <a:xfrm>
            <a:off x="6115922" y="1797630"/>
            <a:ext cx="466090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1.1.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1C9237-AE4F-F303-FF49-4BA118F2B6D9}"/>
              </a:ext>
            </a:extLst>
          </p:cNvPr>
          <p:cNvGrpSpPr/>
          <p:nvPr/>
        </p:nvGrpSpPr>
        <p:grpSpPr>
          <a:xfrm>
            <a:off x="4976815" y="3570464"/>
            <a:ext cx="6284595" cy="2499995"/>
            <a:chOff x="4976815" y="3570464"/>
            <a:chExt cx="6284595" cy="249999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B82FCC7-0BB3-6DC7-2EA7-69F576A6C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6815" y="3570464"/>
              <a:ext cx="6284595" cy="2499995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ADB0631-E625-8F5F-AF13-F236F0CACAA3}"/>
                </a:ext>
              </a:extLst>
            </p:cNvPr>
            <p:cNvGrpSpPr/>
            <p:nvPr/>
          </p:nvGrpSpPr>
          <p:grpSpPr>
            <a:xfrm>
              <a:off x="6273989" y="4344459"/>
              <a:ext cx="2967990" cy="713740"/>
              <a:chOff x="4612005" y="3072130"/>
              <a:chExt cx="2967990" cy="71374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5880B84-AF2E-B0EC-EF64-D6F44D07AA54}"/>
                  </a:ext>
                </a:extLst>
              </p:cNvPr>
              <p:cNvGrpSpPr/>
              <p:nvPr/>
            </p:nvGrpSpPr>
            <p:grpSpPr>
              <a:xfrm>
                <a:off x="4612005" y="3481070"/>
                <a:ext cx="952500" cy="304800"/>
                <a:chOff x="523874" y="28575"/>
                <a:chExt cx="952500" cy="30480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FF93F7A-6093-B26F-D1AC-D4F50B88B27F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EB0675E4-1ADA-15E4-A0E3-2BF948FBF8FF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 Box 310">
                  <a:extLst>
                    <a:ext uri="{FF2B5EF4-FFF2-40B4-BE49-F238E27FC236}">
                      <a16:creationId xmlns:a16="http://schemas.microsoft.com/office/drawing/2014/main" id="{500EB092-4843-CE10-FDF3-A8141B2B7B2C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40B9861-F4E1-471D-E9D0-2187EA29AE57}"/>
                  </a:ext>
                </a:extLst>
              </p:cNvPr>
              <p:cNvGrpSpPr/>
              <p:nvPr/>
            </p:nvGrpSpPr>
            <p:grpSpPr>
              <a:xfrm>
                <a:off x="6494145" y="3072130"/>
                <a:ext cx="1085850" cy="304800"/>
                <a:chOff x="228600" y="28575"/>
                <a:chExt cx="1085850" cy="30480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44300EF-D8BB-CA38-B4B6-BD8EF7C2D4CB}"/>
                    </a:ext>
                  </a:extLst>
                </p:cNvPr>
                <p:cNvSpPr/>
                <p:nvPr/>
              </p:nvSpPr>
              <p:spPr>
                <a:xfrm>
                  <a:off x="228600" y="28575"/>
                  <a:ext cx="571156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C73845B-7225-887A-3A8D-85996B5200CB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" name="Text Box 306">
                  <a:extLst>
                    <a:ext uri="{FF2B5EF4-FFF2-40B4-BE49-F238E27FC236}">
                      <a16:creationId xmlns:a16="http://schemas.microsoft.com/office/drawing/2014/main" id="{D90DF803-36B4-AB88-F156-DE429DBF8423}"/>
                    </a:ext>
                  </a:extLst>
                </p:cNvPr>
                <p:cNvSpPr txBox="1"/>
                <p:nvPr/>
              </p:nvSpPr>
              <p:spPr>
                <a:xfrm>
                  <a:off x="1009650" y="28575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2.</a:t>
                  </a:r>
                </a:p>
              </p:txBody>
            </p:sp>
          </p:grp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A6547B9-1D56-5C83-EF3A-6BDD2FBAF36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D8D7A-021F-E92B-95EE-E75DA155F1F4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Supplier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2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18702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Supplier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Information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1913613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parallel to the main form on the upper right, the supplier ledger – main form will minimize and the other information will be displayed as shown in the photo below.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PH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what information you want to open and provide the necessary filter to generate the data you want to display.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6E795-A8E7-8B40-C067-8F8DE35F49ED}"/>
              </a:ext>
            </a:extLst>
          </p:cNvPr>
          <p:cNvSpPr txBox="1"/>
          <p:nvPr/>
        </p:nvSpPr>
        <p:spPr>
          <a:xfrm>
            <a:off x="7256349" y="241006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69045-F104-05F4-3505-4E69B7CED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633" y="1053547"/>
            <a:ext cx="6189345" cy="13214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907169-2430-46B1-EF81-2B3F5B2615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50"/>
          <a:stretch/>
        </p:blipFill>
        <p:spPr>
          <a:xfrm>
            <a:off x="5237895" y="3262184"/>
            <a:ext cx="6148996" cy="2300714"/>
          </a:xfrm>
          <a:prstGeom prst="rect">
            <a:avLst/>
          </a:prstGeom>
        </p:spPr>
      </p:pic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5A6BD76C-8536-CAD4-2B74-9D7E4976BA0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22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2</cp:revision>
  <dcterms:created xsi:type="dcterms:W3CDTF">2023-01-10T03:27:14Z</dcterms:created>
  <dcterms:modified xsi:type="dcterms:W3CDTF">2023-01-10T03:28:26Z</dcterms:modified>
</cp:coreProperties>
</file>