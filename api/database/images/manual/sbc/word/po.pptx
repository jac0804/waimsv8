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63" r:id="rId3"/>
    <p:sldId id="291" r:id="rId4"/>
    <p:sldId id="349" r:id="rId5"/>
    <p:sldId id="350" r:id="rId6"/>
    <p:sldId id="351" r:id="rId7"/>
    <p:sldId id="352" r:id="rId8"/>
    <p:sldId id="353" r:id="rId9"/>
    <p:sldId id="355" r:id="rId10"/>
    <p:sldId id="356" r:id="rId11"/>
    <p:sldId id="357" r:id="rId12"/>
    <p:sldId id="29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A7985202-DB80-4E38-981B-9E768F0128DE}" type="datetime1">
              <a:rPr lang="en-US" smtClean="0"/>
              <a:t>1/3/2023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a:xfrm>
            <a:off x="118742" y="6356349"/>
            <a:ext cx="52451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487452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8E3B57FB-8EBA-4CEB-8400-0FBF754C4A89}" type="datetime1">
              <a:rPr lang="en-US" smtClean="0"/>
              <a:t>1/3/2023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350573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75301EDC-2D95-4B99-9AF2-4D5893ABC0BC}" type="datetime1">
              <a:rPr lang="en-US" smtClean="0"/>
              <a:t>1/3/2023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671962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1F14362F-197C-4249-AA84-4617F13E7F48}" type="datetime1">
              <a:rPr lang="en-US" smtClean="0"/>
              <a:t>1/3/2023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722361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E19BA5C4-CF54-4D30-9180-178021B5E650}" type="datetime1">
              <a:rPr lang="en-US" smtClean="0"/>
              <a:t>1/3/2023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928726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CB2F7353-7CB2-4606-8D3C-3E4241F2083B}" type="datetime1">
              <a:rPr lang="en-US" smtClean="0"/>
              <a:t>1/3/2023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2479998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96488557-CF54-4DD4-8822-DADB10651CD6}" type="datetime1">
              <a:rPr lang="en-US" smtClean="0"/>
              <a:t>1/3/2023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831257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BC2894F6-7FC7-4D68-BFB5-665E8B311222}" type="datetime1">
              <a:rPr lang="en-US" smtClean="0"/>
              <a:t>1/3/2023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028340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F28AA045-5CA4-4FBE-9355-66D1568E2751}" type="datetime1">
              <a:rPr lang="en-US" smtClean="0"/>
              <a:t>1/3/2023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706116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1CC824F3-A0BB-4870-8991-5445373F853A}" type="datetime1">
              <a:rPr lang="en-US" smtClean="0"/>
              <a:t>1/3/2023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653843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A5AC562B-2C25-42AD-B919-544C8495CFC2}" type="datetime1">
              <a:rPr lang="en-US" smtClean="0"/>
              <a:t>1/3/2023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080441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185160-1BEE-4BE9-B9A7-5775EC054AE2}" type="datetime1">
              <a:rPr lang="en-US" smtClean="0"/>
              <a:t>1/3/2023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24375140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Purchase Order</a:t>
            </a:r>
            <a:endParaRPr kumimoji="0" lang="en-US" sz="80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It is where orders to suppliers are encoded. It is also where ordered versus served quantity per purchase order transaction are viewed.</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4E49D579-2A8C-5770-6043-7725396675E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7699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Order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Main Window</a:t>
            </a:r>
            <a:endParaRPr kumimoji="0" lang="en-US" sz="2000" b="0" i="0" u="none" strike="noStrike" kern="1200" cap="none" spc="0" normalizeH="0" baseline="0" noProof="0" dirty="0">
              <a:ln>
                <a:noFill/>
              </a:ln>
              <a:solidFill>
                <a:srgbClr val="007434"/>
              </a:solidFill>
              <a:effectLst/>
              <a:uLnTx/>
              <a:uFillTx/>
              <a:latin typeface="Calibri" panose="020F0502020204030204"/>
              <a:ea typeface="+mn-ea"/>
              <a:cs typeface="+mn-cs"/>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Purchase Order module under Purchases, Purchase Order transactions list will display based on filtered date and status in the purchase order main </a:t>
            </a:r>
          </a:p>
          <a:p>
            <a:pPr marL="0" marR="0" lvl="2" indent="0" algn="l" defTabSz="914400" rtl="0" eaLnBrk="1" fontAlgn="auto" latinLnBrk="0" hangingPunct="1">
              <a:lnSpc>
                <a:spcPct val="107000"/>
              </a:lnSpc>
              <a:spcBef>
                <a:spcPts val="0"/>
              </a:spcBef>
              <a:spcAft>
                <a:spcPts val="0"/>
              </a:spcAft>
              <a:buClrTx/>
              <a:buSzTx/>
              <a:buFontTx/>
              <a:buNone/>
              <a:tabLst/>
              <a:defRPr/>
            </a:pP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284343" y="400553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Order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8" name="Group 7">
            <a:extLst>
              <a:ext uri="{FF2B5EF4-FFF2-40B4-BE49-F238E27FC236}">
                <a16:creationId xmlns:a16="http://schemas.microsoft.com/office/drawing/2014/main" id="{D70565DB-544D-91D6-0934-613FB37B7025}"/>
              </a:ext>
            </a:extLst>
          </p:cNvPr>
          <p:cNvGrpSpPr/>
          <p:nvPr/>
        </p:nvGrpSpPr>
        <p:grpSpPr>
          <a:xfrm>
            <a:off x="5402650" y="2375033"/>
            <a:ext cx="5984240" cy="1597660"/>
            <a:chOff x="3103880" y="2630170"/>
            <a:chExt cx="5984240" cy="1597660"/>
          </a:xfrm>
        </p:grpSpPr>
        <p:pic>
          <p:nvPicPr>
            <p:cNvPr id="2" name="Picture 1">
              <a:extLst>
                <a:ext uri="{FF2B5EF4-FFF2-40B4-BE49-F238E27FC236}">
                  <a16:creationId xmlns:a16="http://schemas.microsoft.com/office/drawing/2014/main" id="{620288C9-04A7-58B2-90F8-623F2BD5C0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3880" y="2630170"/>
              <a:ext cx="5984240" cy="1597660"/>
            </a:xfrm>
            <a:prstGeom prst="rect">
              <a:avLst/>
            </a:prstGeom>
          </p:spPr>
        </p:pic>
        <p:sp>
          <p:nvSpPr>
            <p:cNvPr id="3" name="Rectangle 2">
              <a:extLst>
                <a:ext uri="{FF2B5EF4-FFF2-40B4-BE49-F238E27FC236}">
                  <a16:creationId xmlns:a16="http://schemas.microsoft.com/office/drawing/2014/main" id="{0A3832EC-D3F0-4CD8-D828-AC9F2424D9E5}"/>
                </a:ext>
              </a:extLst>
            </p:cNvPr>
            <p:cNvSpPr/>
            <p:nvPr/>
          </p:nvSpPr>
          <p:spPr>
            <a:xfrm>
              <a:off x="3128010" y="3669030"/>
              <a:ext cx="847725"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54C8DC56-3299-8C21-4C6D-B4ECA451DBB6}"/>
                </a:ext>
              </a:extLst>
            </p:cNvPr>
            <p:cNvSpPr/>
            <p:nvPr/>
          </p:nvSpPr>
          <p:spPr>
            <a:xfrm>
              <a:off x="4149090" y="3050540"/>
              <a:ext cx="4905375" cy="11042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 name="Straight Arrow Connector 6">
              <a:extLst>
                <a:ext uri="{FF2B5EF4-FFF2-40B4-BE49-F238E27FC236}">
                  <a16:creationId xmlns:a16="http://schemas.microsoft.com/office/drawing/2014/main" id="{021CAD9B-050B-ABA7-55BE-83D3C74F8792}"/>
                </a:ext>
              </a:extLst>
            </p:cNvPr>
            <p:cNvCxnSpPr/>
            <p:nvPr/>
          </p:nvCxnSpPr>
          <p:spPr>
            <a:xfrm flipV="1">
              <a:off x="3971290" y="3773805"/>
              <a:ext cx="177800" cy="469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0" name="Slide Number Placeholder 9">
            <a:extLst>
              <a:ext uri="{FF2B5EF4-FFF2-40B4-BE49-F238E27FC236}">
                <a16:creationId xmlns:a16="http://schemas.microsoft.com/office/drawing/2014/main" id="{5F96E4AE-0F17-4B13-DD8D-4AAF86D3706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7125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Order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189124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Purchase Order – Main Window, you will notice a create button in the upper left of the window. Click the create button and you will be redirect in purchase order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supplier. Search and select a supplier.</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 Box 27">
            <a:extLst>
              <a:ext uri="{FF2B5EF4-FFF2-40B4-BE49-F238E27FC236}">
                <a16:creationId xmlns:a16="http://schemas.microsoft.com/office/drawing/2014/main" id="{C0041F90-1A0F-8769-2E1A-BA60672B2ED3}"/>
              </a:ext>
            </a:extLst>
          </p:cNvPr>
          <p:cNvSpPr txBox="1"/>
          <p:nvPr/>
        </p:nvSpPr>
        <p:spPr>
          <a:xfrm>
            <a:off x="678873" y="3612724"/>
            <a:ext cx="3902776" cy="166562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 supplier, you will be redirected in purchase order – main form where you will encode the other necessary information of the transaction and record the items’ ordered.</a:t>
            </a: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Order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21" name="Group 20">
            <a:extLst>
              <a:ext uri="{FF2B5EF4-FFF2-40B4-BE49-F238E27FC236}">
                <a16:creationId xmlns:a16="http://schemas.microsoft.com/office/drawing/2014/main" id="{8AE09388-7DA7-876F-E6CF-9BAF6032E63C}"/>
              </a:ext>
            </a:extLst>
          </p:cNvPr>
          <p:cNvGrpSpPr/>
          <p:nvPr/>
        </p:nvGrpSpPr>
        <p:grpSpPr>
          <a:xfrm>
            <a:off x="5197545" y="953949"/>
            <a:ext cx="6189345" cy="873125"/>
            <a:chOff x="5197545" y="953949"/>
            <a:chExt cx="6189345" cy="873125"/>
          </a:xfrm>
        </p:grpSpPr>
        <p:pic>
          <p:nvPicPr>
            <p:cNvPr id="16" name="Picture 15">
              <a:extLst>
                <a:ext uri="{FF2B5EF4-FFF2-40B4-BE49-F238E27FC236}">
                  <a16:creationId xmlns:a16="http://schemas.microsoft.com/office/drawing/2014/main" id="{DD050FE8-FB53-564B-BDC0-41E5BE14E8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7545" y="953949"/>
              <a:ext cx="6189345" cy="873125"/>
            </a:xfrm>
            <a:prstGeom prst="rect">
              <a:avLst/>
            </a:prstGeom>
          </p:spPr>
        </p:pic>
        <p:grpSp>
          <p:nvGrpSpPr>
            <p:cNvPr id="5" name="Group 4">
              <a:extLst>
                <a:ext uri="{FF2B5EF4-FFF2-40B4-BE49-F238E27FC236}">
                  <a16:creationId xmlns:a16="http://schemas.microsoft.com/office/drawing/2014/main" id="{F87B9112-025A-B078-7C04-515533DD512A}"/>
                </a:ext>
              </a:extLst>
            </p:cNvPr>
            <p:cNvGrpSpPr/>
            <p:nvPr/>
          </p:nvGrpSpPr>
          <p:grpSpPr>
            <a:xfrm>
              <a:off x="5284540" y="1197789"/>
              <a:ext cx="1209675" cy="276225"/>
              <a:chOff x="0" y="0"/>
              <a:chExt cx="1209675" cy="276225"/>
            </a:xfrm>
          </p:grpSpPr>
          <p:sp>
            <p:nvSpPr>
              <p:cNvPr id="17" name="Rectangle 16">
                <a:extLst>
                  <a:ext uri="{FF2B5EF4-FFF2-40B4-BE49-F238E27FC236}">
                    <a16:creationId xmlns:a16="http://schemas.microsoft.com/office/drawing/2014/main" id="{9DA685AF-C52A-B2B4-19A0-532C143B8EE4}"/>
                  </a:ext>
                </a:extLst>
              </p:cNvPr>
              <p:cNvSpPr/>
              <p:nvPr/>
            </p:nvSpPr>
            <p:spPr>
              <a:xfrm>
                <a:off x="0" y="0"/>
                <a:ext cx="800100"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845EFC0F-43C9-77D2-0646-08169B8256D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22">
                <a:extLst>
                  <a:ext uri="{FF2B5EF4-FFF2-40B4-BE49-F238E27FC236}">
                    <a16:creationId xmlns:a16="http://schemas.microsoft.com/office/drawing/2014/main" id="{F1C6BAA9-A1E9-8390-9944-A049B1D4F40A}"/>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grpSp>
      <p:grpSp>
        <p:nvGrpSpPr>
          <p:cNvPr id="22" name="Group 21">
            <a:extLst>
              <a:ext uri="{FF2B5EF4-FFF2-40B4-BE49-F238E27FC236}">
                <a16:creationId xmlns:a16="http://schemas.microsoft.com/office/drawing/2014/main" id="{625CEC69-C95D-833C-0B09-1DC15390A8EA}"/>
              </a:ext>
            </a:extLst>
          </p:cNvPr>
          <p:cNvGrpSpPr/>
          <p:nvPr/>
        </p:nvGrpSpPr>
        <p:grpSpPr>
          <a:xfrm>
            <a:off x="5374888" y="2491880"/>
            <a:ext cx="5982970" cy="2613025"/>
            <a:chOff x="88710" y="17624"/>
            <a:chExt cx="6189345" cy="3034485"/>
          </a:xfrm>
        </p:grpSpPr>
        <p:pic>
          <p:nvPicPr>
            <p:cNvPr id="24" name="Picture 23">
              <a:extLst>
                <a:ext uri="{FF2B5EF4-FFF2-40B4-BE49-F238E27FC236}">
                  <a16:creationId xmlns:a16="http://schemas.microsoft.com/office/drawing/2014/main" id="{7E457E0B-C265-8443-E3E1-0C766BBD6B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10" y="17624"/>
              <a:ext cx="6189345" cy="3034485"/>
            </a:xfrm>
            <a:prstGeom prst="rect">
              <a:avLst/>
            </a:prstGeom>
          </p:spPr>
        </p:pic>
        <p:grpSp>
          <p:nvGrpSpPr>
            <p:cNvPr id="25" name="Group 24">
              <a:extLst>
                <a:ext uri="{FF2B5EF4-FFF2-40B4-BE49-F238E27FC236}">
                  <a16:creationId xmlns:a16="http://schemas.microsoft.com/office/drawing/2014/main" id="{E12B8E5E-23AA-A9CE-E808-3FE7F53A70A7}"/>
                </a:ext>
              </a:extLst>
            </p:cNvPr>
            <p:cNvGrpSpPr/>
            <p:nvPr/>
          </p:nvGrpSpPr>
          <p:grpSpPr>
            <a:xfrm>
              <a:off x="597173" y="678711"/>
              <a:ext cx="5604479" cy="566324"/>
              <a:chOff x="-4022452" y="183411"/>
              <a:chExt cx="5604479" cy="566324"/>
            </a:xfrm>
          </p:grpSpPr>
          <p:sp>
            <p:nvSpPr>
              <p:cNvPr id="26" name="Rectangle 25">
                <a:extLst>
                  <a:ext uri="{FF2B5EF4-FFF2-40B4-BE49-F238E27FC236}">
                    <a16:creationId xmlns:a16="http://schemas.microsoft.com/office/drawing/2014/main" id="{86015986-FC03-0126-EB50-1626EF672FB2}"/>
                  </a:ext>
                </a:extLst>
              </p:cNvPr>
              <p:cNvSpPr/>
              <p:nvPr/>
            </p:nvSpPr>
            <p:spPr>
              <a:xfrm>
                <a:off x="-4022452" y="384092"/>
                <a:ext cx="5145632"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7" name="Straight Arrow Connector 26">
                <a:extLst>
                  <a:ext uri="{FF2B5EF4-FFF2-40B4-BE49-F238E27FC236}">
                    <a16:creationId xmlns:a16="http://schemas.microsoft.com/office/drawing/2014/main" id="{F3C0564F-020E-9895-5014-7ED3423CD925}"/>
                  </a:ext>
                </a:extLst>
              </p:cNvPr>
              <p:cNvCxnSpPr/>
              <p:nvPr/>
            </p:nvCxnSpPr>
            <p:spPr>
              <a:xfrm>
                <a:off x="1135465" y="32328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 Box 31">
                <a:extLst>
                  <a:ext uri="{FF2B5EF4-FFF2-40B4-BE49-F238E27FC236}">
                    <a16:creationId xmlns:a16="http://schemas.microsoft.com/office/drawing/2014/main" id="{62956CA3-4475-EF73-4DBF-396E94CF1D63}"/>
                  </a:ext>
                </a:extLst>
              </p:cNvPr>
              <p:cNvSpPr txBox="1"/>
              <p:nvPr/>
            </p:nvSpPr>
            <p:spPr>
              <a:xfrm>
                <a:off x="1343657" y="183411"/>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sp>
        <p:nvSpPr>
          <p:cNvPr id="6" name="Slide Number Placeholder 5">
            <a:extLst>
              <a:ext uri="{FF2B5EF4-FFF2-40B4-BE49-F238E27FC236}">
                <a16:creationId xmlns:a16="http://schemas.microsoft.com/office/drawing/2014/main" id="{4C71E95C-62EA-FE7B-70A4-6AE442CF61B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8416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847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Order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Order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98199" y="1379386"/>
            <a:ext cx="4179346" cy="510871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select the supplier, some details such as address, terms are automatically plotted in their respective field. If you wish to change the term, click the lookup button and select its respective term.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header, current date and default warehouse is also plotted automatically but if you wish to change the date – click the date picker and select its respective ordered date. And if you want to change the warehouse, click the lookup button and select the warehouse.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header, add the necessary information if necessary.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5.1.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After saving the header, you may now add the ordered item in the stock by clicking add button.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5.2.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After you click the add button, a dialog box with item list pop out, search and select the order item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31" name="Group 30">
            <a:extLst>
              <a:ext uri="{FF2B5EF4-FFF2-40B4-BE49-F238E27FC236}">
                <a16:creationId xmlns:a16="http://schemas.microsoft.com/office/drawing/2014/main" id="{070BBE32-C565-4704-6A93-0EB574644804}"/>
              </a:ext>
            </a:extLst>
          </p:cNvPr>
          <p:cNvGrpSpPr/>
          <p:nvPr/>
        </p:nvGrpSpPr>
        <p:grpSpPr>
          <a:xfrm>
            <a:off x="5019951" y="1157362"/>
            <a:ext cx="6673850" cy="3028065"/>
            <a:chOff x="5019951" y="1440592"/>
            <a:chExt cx="6673850" cy="3028065"/>
          </a:xfrm>
        </p:grpSpPr>
        <p:pic>
          <p:nvPicPr>
            <p:cNvPr id="6" name="Picture 5">
              <a:extLst>
                <a:ext uri="{FF2B5EF4-FFF2-40B4-BE49-F238E27FC236}">
                  <a16:creationId xmlns:a16="http://schemas.microsoft.com/office/drawing/2014/main" id="{4E2729EF-024C-460A-331B-382911EA16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2746" y="1440592"/>
              <a:ext cx="5901055" cy="2862580"/>
            </a:xfrm>
            <a:prstGeom prst="rect">
              <a:avLst/>
            </a:prstGeom>
          </p:spPr>
        </p:pic>
        <p:grpSp>
          <p:nvGrpSpPr>
            <p:cNvPr id="7" name="Group 6">
              <a:extLst>
                <a:ext uri="{FF2B5EF4-FFF2-40B4-BE49-F238E27FC236}">
                  <a16:creationId xmlns:a16="http://schemas.microsoft.com/office/drawing/2014/main" id="{179DA32F-0FD3-2E2A-B3E0-9F7F01A3C21B}"/>
                </a:ext>
              </a:extLst>
            </p:cNvPr>
            <p:cNvGrpSpPr/>
            <p:nvPr/>
          </p:nvGrpSpPr>
          <p:grpSpPr>
            <a:xfrm>
              <a:off x="5019951" y="1808007"/>
              <a:ext cx="6673850" cy="2660650"/>
              <a:chOff x="0" y="0"/>
              <a:chExt cx="6673850" cy="2660650"/>
            </a:xfrm>
          </p:grpSpPr>
          <p:sp>
            <p:nvSpPr>
              <p:cNvPr id="8" name="Rectangle 7">
                <a:extLst>
                  <a:ext uri="{FF2B5EF4-FFF2-40B4-BE49-F238E27FC236}">
                    <a16:creationId xmlns:a16="http://schemas.microsoft.com/office/drawing/2014/main" id="{D2FA50F5-F91E-6466-77D5-75BF8E6C5FA6}"/>
                  </a:ext>
                </a:extLst>
              </p:cNvPr>
              <p:cNvSpPr/>
              <p:nvPr/>
            </p:nvSpPr>
            <p:spPr>
              <a:xfrm>
                <a:off x="787400" y="368300"/>
                <a:ext cx="5822950" cy="76002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F2AE684C-E214-8751-1D5F-00C020BE18EE}"/>
                  </a:ext>
                </a:extLst>
              </p:cNvPr>
              <p:cNvSpPr/>
              <p:nvPr/>
            </p:nvSpPr>
            <p:spPr>
              <a:xfrm>
                <a:off x="850900" y="1670050"/>
                <a:ext cx="5822950" cy="9906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 Box 465">
                <a:extLst>
                  <a:ext uri="{FF2B5EF4-FFF2-40B4-BE49-F238E27FC236}">
                    <a16:creationId xmlns:a16="http://schemas.microsoft.com/office/drawing/2014/main" id="{94C679E0-B882-8A7E-A21F-A4A45FA9790B}"/>
                  </a:ext>
                </a:extLst>
              </p:cNvPr>
              <p:cNvSpPr txBox="1"/>
              <p:nvPr/>
            </p:nvSpPr>
            <p:spPr>
              <a:xfrm>
                <a:off x="0" y="2146300"/>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sp>
            <p:nvSpPr>
              <p:cNvPr id="11" name="Text Box 9">
                <a:extLst>
                  <a:ext uri="{FF2B5EF4-FFF2-40B4-BE49-F238E27FC236}">
                    <a16:creationId xmlns:a16="http://schemas.microsoft.com/office/drawing/2014/main" id="{52628AD8-27C7-8AC8-FBE8-27838024D4CE}"/>
                  </a:ext>
                </a:extLst>
              </p:cNvPr>
              <p:cNvSpPr txBox="1"/>
              <p:nvPr/>
            </p:nvSpPr>
            <p:spPr>
              <a:xfrm>
                <a:off x="5397500" y="698500"/>
                <a:ext cx="96139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4.1 to 4.3</a:t>
                </a:r>
              </a:p>
            </p:txBody>
          </p:sp>
          <p:sp>
            <p:nvSpPr>
              <p:cNvPr id="13" name="Rectangle 12">
                <a:extLst>
                  <a:ext uri="{FF2B5EF4-FFF2-40B4-BE49-F238E27FC236}">
                    <a16:creationId xmlns:a16="http://schemas.microsoft.com/office/drawing/2014/main" id="{3498C355-88B2-6BF0-0FF1-38A9F393CD39}"/>
                  </a:ext>
                </a:extLst>
              </p:cNvPr>
              <p:cNvSpPr/>
              <p:nvPr/>
            </p:nvSpPr>
            <p:spPr>
              <a:xfrm>
                <a:off x="5232400" y="114300"/>
                <a:ext cx="413748" cy="16699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A53AD5E4-071F-EA63-51EC-4CB841EA795A}"/>
                  </a:ext>
                </a:extLst>
              </p:cNvPr>
              <p:cNvCxnSpPr/>
              <p:nvPr/>
            </p:nvCxnSpPr>
            <p:spPr>
              <a:xfrm>
                <a:off x="5619750" y="11430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 Box 16">
                <a:extLst>
                  <a:ext uri="{FF2B5EF4-FFF2-40B4-BE49-F238E27FC236}">
                    <a16:creationId xmlns:a16="http://schemas.microsoft.com/office/drawing/2014/main" id="{BEAC18B8-1A7E-A9CF-ABFE-28E6F8CD82AB}"/>
                  </a:ext>
                </a:extLst>
              </p:cNvPr>
              <p:cNvSpPr txBox="1"/>
              <p:nvPr/>
            </p:nvSpPr>
            <p:spPr>
              <a:xfrm>
                <a:off x="5822950"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4.4</a:t>
                </a:r>
              </a:p>
            </p:txBody>
          </p:sp>
          <p:sp>
            <p:nvSpPr>
              <p:cNvPr id="20" name="Rectangle 19">
                <a:extLst>
                  <a:ext uri="{FF2B5EF4-FFF2-40B4-BE49-F238E27FC236}">
                    <a16:creationId xmlns:a16="http://schemas.microsoft.com/office/drawing/2014/main" id="{1CC44169-3E2B-F7E4-F98A-C59721EE58F7}"/>
                  </a:ext>
                </a:extLst>
              </p:cNvPr>
              <p:cNvSpPr/>
              <p:nvPr/>
            </p:nvSpPr>
            <p:spPr>
              <a:xfrm>
                <a:off x="4318000" y="1117600"/>
                <a:ext cx="425623" cy="17887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9" name="Straight Arrow Connector 28">
                <a:extLst>
                  <a:ext uri="{FF2B5EF4-FFF2-40B4-BE49-F238E27FC236}">
                    <a16:creationId xmlns:a16="http://schemas.microsoft.com/office/drawing/2014/main" id="{CF6F27EA-FF73-A013-6D5A-BDB5F9031912}"/>
                  </a:ext>
                </a:extLst>
              </p:cNvPr>
              <p:cNvCxnSpPr/>
              <p:nvPr/>
            </p:nvCxnSpPr>
            <p:spPr>
              <a:xfrm>
                <a:off x="4711700" y="118745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 Box 454">
                <a:extLst>
                  <a:ext uri="{FF2B5EF4-FFF2-40B4-BE49-F238E27FC236}">
                    <a16:creationId xmlns:a16="http://schemas.microsoft.com/office/drawing/2014/main" id="{7224715B-1E23-7A83-F488-04431D885CF7}"/>
                  </a:ext>
                </a:extLst>
              </p:cNvPr>
              <p:cNvSpPr txBox="1"/>
              <p:nvPr/>
            </p:nvSpPr>
            <p:spPr>
              <a:xfrm>
                <a:off x="4914900" y="101600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a:t>
                </a:r>
              </a:p>
            </p:txBody>
          </p:sp>
        </p:grpSp>
      </p:grpSp>
      <p:grpSp>
        <p:nvGrpSpPr>
          <p:cNvPr id="32" name="Group 31">
            <a:extLst>
              <a:ext uri="{FF2B5EF4-FFF2-40B4-BE49-F238E27FC236}">
                <a16:creationId xmlns:a16="http://schemas.microsoft.com/office/drawing/2014/main" id="{C4F38157-C361-DA5C-BACD-03EADEDACB52}"/>
              </a:ext>
            </a:extLst>
          </p:cNvPr>
          <p:cNvGrpSpPr/>
          <p:nvPr/>
        </p:nvGrpSpPr>
        <p:grpSpPr>
          <a:xfrm>
            <a:off x="5721100" y="4675722"/>
            <a:ext cx="5995451" cy="1448759"/>
            <a:chOff x="0" y="0"/>
            <a:chExt cx="6189345" cy="1583690"/>
          </a:xfrm>
        </p:grpSpPr>
        <p:pic>
          <p:nvPicPr>
            <p:cNvPr id="33" name="Picture 32">
              <a:extLst>
                <a:ext uri="{FF2B5EF4-FFF2-40B4-BE49-F238E27FC236}">
                  <a16:creationId xmlns:a16="http://schemas.microsoft.com/office/drawing/2014/main" id="{453211E4-1924-B39E-3A89-41A6CD1C4B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189345" cy="1583690"/>
            </a:xfrm>
            <a:prstGeom prst="rect">
              <a:avLst/>
            </a:prstGeom>
          </p:spPr>
        </p:pic>
        <p:sp>
          <p:nvSpPr>
            <p:cNvPr id="34" name="Rectangle 33">
              <a:extLst>
                <a:ext uri="{FF2B5EF4-FFF2-40B4-BE49-F238E27FC236}">
                  <a16:creationId xmlns:a16="http://schemas.microsoft.com/office/drawing/2014/main" id="{D3D42B14-48EB-7076-2456-FEA478C1979F}"/>
                </a:ext>
              </a:extLst>
            </p:cNvPr>
            <p:cNvSpPr/>
            <p:nvPr/>
          </p:nvSpPr>
          <p:spPr>
            <a:xfrm>
              <a:off x="241300" y="438150"/>
              <a:ext cx="1482280" cy="379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5" name="Straight Arrow Connector 34">
              <a:extLst>
                <a:ext uri="{FF2B5EF4-FFF2-40B4-BE49-F238E27FC236}">
                  <a16:creationId xmlns:a16="http://schemas.microsoft.com/office/drawing/2014/main" id="{B9D8555A-E7BD-846E-C722-511BEF2F509A}"/>
                </a:ext>
              </a:extLst>
            </p:cNvPr>
            <p:cNvCxnSpPr/>
            <p:nvPr/>
          </p:nvCxnSpPr>
          <p:spPr>
            <a:xfrm>
              <a:off x="1695450" y="73660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 Box 545">
              <a:extLst>
                <a:ext uri="{FF2B5EF4-FFF2-40B4-BE49-F238E27FC236}">
                  <a16:creationId xmlns:a16="http://schemas.microsoft.com/office/drawing/2014/main" id="{5DB3DB5A-D751-CE69-635C-30B4D142F278}"/>
                </a:ext>
              </a:extLst>
            </p:cNvPr>
            <p:cNvSpPr txBox="1"/>
            <p:nvPr/>
          </p:nvSpPr>
          <p:spPr>
            <a:xfrm>
              <a:off x="1898650" y="51435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5.2</a:t>
              </a:r>
            </a:p>
          </p:txBody>
        </p:sp>
        <p:cxnSp>
          <p:nvCxnSpPr>
            <p:cNvPr id="37" name="Straight Arrow Connector 36">
              <a:extLst>
                <a:ext uri="{FF2B5EF4-FFF2-40B4-BE49-F238E27FC236}">
                  <a16:creationId xmlns:a16="http://schemas.microsoft.com/office/drawing/2014/main" id="{2BEA4194-F4AA-7675-95AC-7B559650D6F2}"/>
                </a:ext>
              </a:extLst>
            </p:cNvPr>
            <p:cNvCxnSpPr/>
            <p:nvPr/>
          </p:nvCxnSpPr>
          <p:spPr>
            <a:xfrm>
              <a:off x="4070350" y="125730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 Box 548">
              <a:extLst>
                <a:ext uri="{FF2B5EF4-FFF2-40B4-BE49-F238E27FC236}">
                  <a16:creationId xmlns:a16="http://schemas.microsoft.com/office/drawing/2014/main" id="{AC7C03D1-4077-3038-55A9-D1FADAFE3CE6}"/>
                </a:ext>
              </a:extLst>
            </p:cNvPr>
            <p:cNvSpPr txBox="1"/>
            <p:nvPr/>
          </p:nvSpPr>
          <p:spPr>
            <a:xfrm>
              <a:off x="4273550" y="102235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5.2</a:t>
              </a:r>
            </a:p>
          </p:txBody>
        </p:sp>
      </p:grpSp>
      <p:sp>
        <p:nvSpPr>
          <p:cNvPr id="12" name="Slide Number Placeholder 11">
            <a:extLst>
              <a:ext uri="{FF2B5EF4-FFF2-40B4-BE49-F238E27FC236}">
                <a16:creationId xmlns:a16="http://schemas.microsoft.com/office/drawing/2014/main" id="{E1AFCE2B-C0D7-99D2-948E-A193F72772A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5384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847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Order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Order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98199" y="1534309"/>
            <a:ext cx="4179346" cy="468521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498199" y="2543365"/>
            <a:ext cx="4179346" cy="192569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item, a dialog box where item details will be encoded will pop out.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Enter the necessary quantity, change the amount, </a:t>
            </a:r>
            <a:r>
              <a:rPr kumimoji="0" lang="en-US" sz="1200" b="0" i="0" u="none" strike="noStrike" kern="1200" cap="none" spc="0" normalizeH="0" baseline="0" noProof="0" dirty="0" err="1">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uom</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warehouse and add purchase discount if there’s any.</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add to cart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46" name="Group 45">
            <a:extLst>
              <a:ext uri="{FF2B5EF4-FFF2-40B4-BE49-F238E27FC236}">
                <a16:creationId xmlns:a16="http://schemas.microsoft.com/office/drawing/2014/main" id="{429E73B2-666F-4673-085D-8006A91D7328}"/>
              </a:ext>
            </a:extLst>
          </p:cNvPr>
          <p:cNvGrpSpPr/>
          <p:nvPr/>
        </p:nvGrpSpPr>
        <p:grpSpPr>
          <a:xfrm>
            <a:off x="5504456" y="1481274"/>
            <a:ext cx="6189345" cy="4335145"/>
            <a:chOff x="5504456" y="638477"/>
            <a:chExt cx="6189345" cy="4335145"/>
          </a:xfrm>
        </p:grpSpPr>
        <p:pic>
          <p:nvPicPr>
            <p:cNvPr id="38" name="Picture 37">
              <a:extLst>
                <a:ext uri="{FF2B5EF4-FFF2-40B4-BE49-F238E27FC236}">
                  <a16:creationId xmlns:a16="http://schemas.microsoft.com/office/drawing/2014/main" id="{633A6C2C-9BDF-9F9A-91D7-DBE8C6CD2D7F}"/>
                </a:ext>
              </a:extLst>
            </p:cNvPr>
            <p:cNvPicPr>
              <a:picLocks noChangeAspect="1"/>
            </p:cNvPicPr>
            <p:nvPr/>
          </p:nvPicPr>
          <p:blipFill>
            <a:blip r:embed="rId2"/>
            <a:stretch>
              <a:fillRect/>
            </a:stretch>
          </p:blipFill>
          <p:spPr>
            <a:xfrm>
              <a:off x="5504456" y="638477"/>
              <a:ext cx="6189345" cy="4335145"/>
            </a:xfrm>
            <a:prstGeom prst="rect">
              <a:avLst/>
            </a:prstGeom>
          </p:spPr>
        </p:pic>
        <p:grpSp>
          <p:nvGrpSpPr>
            <p:cNvPr id="45" name="Group 44">
              <a:extLst>
                <a:ext uri="{FF2B5EF4-FFF2-40B4-BE49-F238E27FC236}">
                  <a16:creationId xmlns:a16="http://schemas.microsoft.com/office/drawing/2014/main" id="{71367F95-1354-0905-C40C-A41E8CF4A1BC}"/>
                </a:ext>
              </a:extLst>
            </p:cNvPr>
            <p:cNvGrpSpPr/>
            <p:nvPr/>
          </p:nvGrpSpPr>
          <p:grpSpPr>
            <a:xfrm>
              <a:off x="5574338" y="1908625"/>
              <a:ext cx="5694045" cy="2943860"/>
              <a:chOff x="3248977" y="1957070"/>
              <a:chExt cx="5694045" cy="2943860"/>
            </a:xfrm>
          </p:grpSpPr>
          <p:sp>
            <p:nvSpPr>
              <p:cNvPr id="39" name="Rectangle 38">
                <a:extLst>
                  <a:ext uri="{FF2B5EF4-FFF2-40B4-BE49-F238E27FC236}">
                    <a16:creationId xmlns:a16="http://schemas.microsoft.com/office/drawing/2014/main" id="{27281933-B6C6-A621-0991-22EBD1C6797F}"/>
                  </a:ext>
                </a:extLst>
              </p:cNvPr>
              <p:cNvSpPr/>
              <p:nvPr/>
            </p:nvSpPr>
            <p:spPr>
              <a:xfrm>
                <a:off x="3248977" y="1957070"/>
                <a:ext cx="3120390" cy="2492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1D7AF9E1-9ADC-BDB0-5F74-A8E603390554}"/>
                  </a:ext>
                </a:extLst>
              </p:cNvPr>
              <p:cNvCxnSpPr/>
              <p:nvPr/>
            </p:nvCxnSpPr>
            <p:spPr>
              <a:xfrm flipV="1">
                <a:off x="6360477" y="4344035"/>
                <a:ext cx="201295" cy="59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562">
                <a:extLst>
                  <a:ext uri="{FF2B5EF4-FFF2-40B4-BE49-F238E27FC236}">
                    <a16:creationId xmlns:a16="http://schemas.microsoft.com/office/drawing/2014/main" id="{04E3F1E6-6D2F-6EF1-13E8-EB0BD9B6845A}"/>
                  </a:ext>
                </a:extLst>
              </p:cNvPr>
              <p:cNvSpPr txBox="1"/>
              <p:nvPr/>
            </p:nvSpPr>
            <p:spPr>
              <a:xfrm>
                <a:off x="6567487" y="411353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5.4.</a:t>
                </a:r>
              </a:p>
            </p:txBody>
          </p:sp>
          <p:sp>
            <p:nvSpPr>
              <p:cNvPr id="42" name="Rectangle 41">
                <a:extLst>
                  <a:ext uri="{FF2B5EF4-FFF2-40B4-BE49-F238E27FC236}">
                    <a16:creationId xmlns:a16="http://schemas.microsoft.com/office/drawing/2014/main" id="{ADF6A383-4782-8266-E380-4D28BB9F2261}"/>
                  </a:ext>
                </a:extLst>
              </p:cNvPr>
              <p:cNvSpPr/>
              <p:nvPr/>
            </p:nvSpPr>
            <p:spPr>
              <a:xfrm>
                <a:off x="7132002" y="4569460"/>
                <a:ext cx="1161415" cy="3314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3" name="Straight Arrow Connector 42">
                <a:extLst>
                  <a:ext uri="{FF2B5EF4-FFF2-40B4-BE49-F238E27FC236}">
                    <a16:creationId xmlns:a16="http://schemas.microsoft.com/office/drawing/2014/main" id="{ACE004F7-1066-3A86-7E86-842193EC2FEC}"/>
                  </a:ext>
                </a:extLst>
              </p:cNvPr>
              <p:cNvCxnSpPr/>
              <p:nvPr/>
            </p:nvCxnSpPr>
            <p:spPr>
              <a:xfrm flipV="1">
                <a:off x="8283257" y="4819015"/>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Text Box 569">
                <a:extLst>
                  <a:ext uri="{FF2B5EF4-FFF2-40B4-BE49-F238E27FC236}">
                    <a16:creationId xmlns:a16="http://schemas.microsoft.com/office/drawing/2014/main" id="{838A991B-E7C8-B0F6-64BC-1111F62102B1}"/>
                  </a:ext>
                </a:extLst>
              </p:cNvPr>
              <p:cNvSpPr txBox="1"/>
              <p:nvPr/>
            </p:nvSpPr>
            <p:spPr>
              <a:xfrm>
                <a:off x="8468042" y="459994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5.5</a:t>
                </a:r>
              </a:p>
            </p:txBody>
          </p:sp>
        </p:grpSp>
      </p:grpSp>
      <p:sp>
        <p:nvSpPr>
          <p:cNvPr id="6" name="Slide Number Placeholder 5">
            <a:extLst>
              <a:ext uri="{FF2B5EF4-FFF2-40B4-BE49-F238E27FC236}">
                <a16:creationId xmlns:a16="http://schemas.microsoft.com/office/drawing/2014/main" id="{7F0E0732-CBFD-6F94-E6D1-46AD33FC9DD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7720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847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Order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Order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98199" y="1534309"/>
            <a:ext cx="4179346" cy="468521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597771" y="2667614"/>
            <a:ext cx="4179346" cy="144780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add to cart button, you will notice in the upper right of item list an icon of add to cart. Click that, then click accept button to plot the order items in the stock.</a:t>
            </a: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58" name="Group 57">
            <a:extLst>
              <a:ext uri="{FF2B5EF4-FFF2-40B4-BE49-F238E27FC236}">
                <a16:creationId xmlns:a16="http://schemas.microsoft.com/office/drawing/2014/main" id="{2662E337-33A0-AE58-A245-7088FC3B965A}"/>
              </a:ext>
            </a:extLst>
          </p:cNvPr>
          <p:cNvGrpSpPr/>
          <p:nvPr/>
        </p:nvGrpSpPr>
        <p:grpSpPr>
          <a:xfrm>
            <a:off x="5037659" y="2667614"/>
            <a:ext cx="6601017" cy="1690769"/>
            <a:chOff x="4924701" y="4661196"/>
            <a:chExt cx="6769100" cy="1803718"/>
          </a:xfrm>
        </p:grpSpPr>
        <p:pic>
          <p:nvPicPr>
            <p:cNvPr id="56" name="Picture 55">
              <a:extLst>
                <a:ext uri="{FF2B5EF4-FFF2-40B4-BE49-F238E27FC236}">
                  <a16:creationId xmlns:a16="http://schemas.microsoft.com/office/drawing/2014/main" id="{23F78448-DA05-1D67-4599-7B62557415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6151" y="4661196"/>
              <a:ext cx="6189345" cy="1699895"/>
            </a:xfrm>
            <a:prstGeom prst="rect">
              <a:avLst/>
            </a:prstGeom>
          </p:spPr>
        </p:pic>
        <p:grpSp>
          <p:nvGrpSpPr>
            <p:cNvPr id="55" name="Group 54">
              <a:extLst>
                <a:ext uri="{FF2B5EF4-FFF2-40B4-BE49-F238E27FC236}">
                  <a16:creationId xmlns:a16="http://schemas.microsoft.com/office/drawing/2014/main" id="{73B3167C-4235-F3A7-BC79-48D397340B4D}"/>
                </a:ext>
              </a:extLst>
            </p:cNvPr>
            <p:cNvGrpSpPr/>
            <p:nvPr/>
          </p:nvGrpSpPr>
          <p:grpSpPr>
            <a:xfrm>
              <a:off x="4924701" y="4666594"/>
              <a:ext cx="6769100" cy="1798320"/>
              <a:chOff x="2711450" y="2846388"/>
              <a:chExt cx="6769100" cy="1798320"/>
            </a:xfrm>
          </p:grpSpPr>
          <p:pic>
            <p:nvPicPr>
              <p:cNvPr id="48" name="Picture 47">
                <a:extLst>
                  <a:ext uri="{FF2B5EF4-FFF2-40B4-BE49-F238E27FC236}">
                    <a16:creationId xmlns:a16="http://schemas.microsoft.com/office/drawing/2014/main" id="{A023C2B2-67E3-BE78-223E-39899EE962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1450" y="3515043"/>
                <a:ext cx="6189345" cy="1129665"/>
              </a:xfrm>
              <a:prstGeom prst="rect">
                <a:avLst/>
              </a:prstGeom>
              <a:ln>
                <a:noFill/>
              </a:ln>
              <a:effectLst>
                <a:outerShdw blurRad="292100" dist="139700" dir="2700000" algn="tl" rotWithShape="0">
                  <a:srgbClr val="333333">
                    <a:alpha val="65000"/>
                  </a:srgbClr>
                </a:outerShdw>
              </a:effectLst>
            </p:spPr>
          </p:pic>
          <p:sp>
            <p:nvSpPr>
              <p:cNvPr id="49" name="Rectangle 48">
                <a:extLst>
                  <a:ext uri="{FF2B5EF4-FFF2-40B4-BE49-F238E27FC236}">
                    <a16:creationId xmlns:a16="http://schemas.microsoft.com/office/drawing/2014/main" id="{D20C851F-E33F-8811-CCD8-56F7B3149F7A}"/>
                  </a:ext>
                </a:extLst>
              </p:cNvPr>
              <p:cNvSpPr/>
              <p:nvPr/>
            </p:nvSpPr>
            <p:spPr>
              <a:xfrm>
                <a:off x="8302625" y="2846388"/>
                <a:ext cx="531495" cy="3314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0" name="Straight Arrow Connector 49">
                <a:extLst>
                  <a:ext uri="{FF2B5EF4-FFF2-40B4-BE49-F238E27FC236}">
                    <a16:creationId xmlns:a16="http://schemas.microsoft.com/office/drawing/2014/main" id="{5FBF3449-DCBC-730B-70C2-F308F86A50B0}"/>
                  </a:ext>
                </a:extLst>
              </p:cNvPr>
              <p:cNvCxnSpPr/>
              <p:nvPr/>
            </p:nvCxnSpPr>
            <p:spPr>
              <a:xfrm flipV="1">
                <a:off x="8820785" y="3129598"/>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1" name="Text Box 588">
                <a:extLst>
                  <a:ext uri="{FF2B5EF4-FFF2-40B4-BE49-F238E27FC236}">
                    <a16:creationId xmlns:a16="http://schemas.microsoft.com/office/drawing/2014/main" id="{3B8B6686-1C68-E095-94C3-A2D224CBF851}"/>
                  </a:ext>
                </a:extLst>
              </p:cNvPr>
              <p:cNvSpPr txBox="1"/>
              <p:nvPr/>
            </p:nvSpPr>
            <p:spPr>
              <a:xfrm>
                <a:off x="9005570" y="287242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5.6</a:t>
                </a:r>
              </a:p>
            </p:txBody>
          </p:sp>
          <p:sp>
            <p:nvSpPr>
              <p:cNvPr id="52" name="Rectangle 51">
                <a:extLst>
                  <a:ext uri="{FF2B5EF4-FFF2-40B4-BE49-F238E27FC236}">
                    <a16:creationId xmlns:a16="http://schemas.microsoft.com/office/drawing/2014/main" id="{A667FB6D-E2C9-45B7-0466-487BAF188BA8}"/>
                  </a:ext>
                </a:extLst>
              </p:cNvPr>
              <p:cNvSpPr/>
              <p:nvPr/>
            </p:nvSpPr>
            <p:spPr>
              <a:xfrm>
                <a:off x="8373745" y="4414838"/>
                <a:ext cx="459740" cy="2120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3" name="Straight Arrow Connector 52">
                <a:extLst>
                  <a:ext uri="{FF2B5EF4-FFF2-40B4-BE49-F238E27FC236}">
                    <a16:creationId xmlns:a16="http://schemas.microsoft.com/office/drawing/2014/main" id="{89FE8166-1861-FB1A-FBA7-7B446816AEDC}"/>
                  </a:ext>
                </a:extLst>
              </p:cNvPr>
              <p:cNvCxnSpPr/>
              <p:nvPr/>
            </p:nvCxnSpPr>
            <p:spPr>
              <a:xfrm flipV="1">
                <a:off x="8829040" y="4518343"/>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Text Box 592">
                <a:extLst>
                  <a:ext uri="{FF2B5EF4-FFF2-40B4-BE49-F238E27FC236}">
                    <a16:creationId xmlns:a16="http://schemas.microsoft.com/office/drawing/2014/main" id="{E37D6C15-2F9F-E097-993D-9C33415B49EC}"/>
                  </a:ext>
                </a:extLst>
              </p:cNvPr>
              <p:cNvSpPr txBox="1"/>
              <p:nvPr/>
            </p:nvSpPr>
            <p:spPr>
              <a:xfrm>
                <a:off x="9002395" y="431958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5.6</a:t>
                </a:r>
              </a:p>
            </p:txBody>
          </p:sp>
        </p:grpSp>
        <p:sp>
          <p:nvSpPr>
            <p:cNvPr id="57" name="Curved Right Arrow 589">
              <a:extLst>
                <a:ext uri="{FF2B5EF4-FFF2-40B4-BE49-F238E27FC236}">
                  <a16:creationId xmlns:a16="http://schemas.microsoft.com/office/drawing/2014/main" id="{C048120B-7530-6489-8FC2-06EFF6D2EE36}"/>
                </a:ext>
              </a:extLst>
            </p:cNvPr>
            <p:cNvSpPr/>
            <p:nvPr/>
          </p:nvSpPr>
          <p:spPr>
            <a:xfrm>
              <a:off x="10040578" y="4905988"/>
              <a:ext cx="474345" cy="605155"/>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6" name="Slide Number Placeholder 5">
            <a:extLst>
              <a:ext uri="{FF2B5EF4-FFF2-40B4-BE49-F238E27FC236}">
                <a16:creationId xmlns:a16="http://schemas.microsoft.com/office/drawing/2014/main" id="{F855B2FF-1475-9DE2-4642-C0AC4FADBD2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5603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847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Order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Order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623446" y="2276916"/>
            <a:ext cx="4179346" cy="40209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add more items, repeat 5.2 to 5.5 before doing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5.8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accept button in the dialog box of selected items in 5.6., the items select will be plotted in the stock as shown below.</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5.9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You may still edit the details per item in the stock. Change directly the details needed to be change.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5.10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save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10" name="Group 9">
            <a:extLst>
              <a:ext uri="{FF2B5EF4-FFF2-40B4-BE49-F238E27FC236}">
                <a16:creationId xmlns:a16="http://schemas.microsoft.com/office/drawing/2014/main" id="{0FF79260-6FA7-A98F-020D-8FFEDCA19611}"/>
              </a:ext>
            </a:extLst>
          </p:cNvPr>
          <p:cNvGrpSpPr/>
          <p:nvPr/>
        </p:nvGrpSpPr>
        <p:grpSpPr>
          <a:xfrm>
            <a:off x="5477909" y="2388235"/>
            <a:ext cx="6116320" cy="2081530"/>
            <a:chOff x="3037840" y="2388235"/>
            <a:chExt cx="6116320" cy="2081530"/>
          </a:xfrm>
        </p:grpSpPr>
        <p:pic>
          <p:nvPicPr>
            <p:cNvPr id="6" name="Picture 5">
              <a:extLst>
                <a:ext uri="{FF2B5EF4-FFF2-40B4-BE49-F238E27FC236}">
                  <a16:creationId xmlns:a16="http://schemas.microsoft.com/office/drawing/2014/main" id="{AFC2CD99-F312-B748-332C-E2D8D3054E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7840" y="2388235"/>
              <a:ext cx="6116320" cy="2081530"/>
            </a:xfrm>
            <a:prstGeom prst="rect">
              <a:avLst/>
            </a:prstGeom>
          </p:spPr>
        </p:pic>
        <p:sp>
          <p:nvSpPr>
            <p:cNvPr id="7" name="Rectangle 6">
              <a:extLst>
                <a:ext uri="{FF2B5EF4-FFF2-40B4-BE49-F238E27FC236}">
                  <a16:creationId xmlns:a16="http://schemas.microsoft.com/office/drawing/2014/main" id="{B9E27BAA-C0B1-2B1F-AA4B-1622CC463E67}"/>
                </a:ext>
              </a:extLst>
            </p:cNvPr>
            <p:cNvSpPr/>
            <p:nvPr/>
          </p:nvSpPr>
          <p:spPr>
            <a:xfrm>
              <a:off x="7822565" y="3077845"/>
              <a:ext cx="589915" cy="225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DA6529EC-A443-8D91-4C29-3406C88F6F7C}"/>
                </a:ext>
              </a:extLst>
            </p:cNvPr>
            <p:cNvCxnSpPr/>
            <p:nvPr/>
          </p:nvCxnSpPr>
          <p:spPr>
            <a:xfrm flipV="1">
              <a:off x="8429625" y="3151505"/>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 Box 672">
              <a:extLst>
                <a:ext uri="{FF2B5EF4-FFF2-40B4-BE49-F238E27FC236}">
                  <a16:creationId xmlns:a16="http://schemas.microsoft.com/office/drawing/2014/main" id="{CC9BF2D1-3F27-ED78-C541-41D1A839711D}"/>
                </a:ext>
              </a:extLst>
            </p:cNvPr>
            <p:cNvSpPr txBox="1"/>
            <p:nvPr/>
          </p:nvSpPr>
          <p:spPr>
            <a:xfrm>
              <a:off x="8567420" y="306514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5.10</a:t>
              </a:r>
            </a:p>
          </p:txBody>
        </p:sp>
      </p:grpSp>
      <p:sp>
        <p:nvSpPr>
          <p:cNvPr id="5" name="Slide Number Placeholder 4">
            <a:extLst>
              <a:ext uri="{FF2B5EF4-FFF2-40B4-BE49-F238E27FC236}">
                <a16:creationId xmlns:a16="http://schemas.microsoft.com/office/drawing/2014/main" id="{826D540E-9650-34BB-EF54-173F7310560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7780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847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Order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Order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623446" y="1986140"/>
            <a:ext cx="4179346" cy="431171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Click the maximize arrow to enable the post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finalize, the transaction, click post button located in the header.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21" name="Group 20">
            <a:extLst>
              <a:ext uri="{FF2B5EF4-FFF2-40B4-BE49-F238E27FC236}">
                <a16:creationId xmlns:a16="http://schemas.microsoft.com/office/drawing/2014/main" id="{5A94F3A7-F83C-7A00-BBBB-D2A396B65D8B}"/>
              </a:ext>
            </a:extLst>
          </p:cNvPr>
          <p:cNvGrpSpPr/>
          <p:nvPr/>
        </p:nvGrpSpPr>
        <p:grpSpPr>
          <a:xfrm>
            <a:off x="5404884" y="1986140"/>
            <a:ext cx="6293537" cy="3303465"/>
            <a:chOff x="5404884" y="3778393"/>
            <a:chExt cx="6293537" cy="3303465"/>
          </a:xfrm>
        </p:grpSpPr>
        <p:pic>
          <p:nvPicPr>
            <p:cNvPr id="11" name="Picture 10">
              <a:extLst>
                <a:ext uri="{FF2B5EF4-FFF2-40B4-BE49-F238E27FC236}">
                  <a16:creationId xmlns:a16="http://schemas.microsoft.com/office/drawing/2014/main" id="{9EEFB522-670F-8E24-BDF0-48C844FAB8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4884" y="3778393"/>
              <a:ext cx="6189345" cy="2105660"/>
            </a:xfrm>
            <a:prstGeom prst="rect">
              <a:avLst/>
            </a:prstGeom>
          </p:spPr>
        </p:pic>
        <p:grpSp>
          <p:nvGrpSpPr>
            <p:cNvPr id="20" name="Group 19">
              <a:extLst>
                <a:ext uri="{FF2B5EF4-FFF2-40B4-BE49-F238E27FC236}">
                  <a16:creationId xmlns:a16="http://schemas.microsoft.com/office/drawing/2014/main" id="{1768B22F-34A3-1827-F3EC-4E033636A859}"/>
                </a:ext>
              </a:extLst>
            </p:cNvPr>
            <p:cNvGrpSpPr/>
            <p:nvPr/>
          </p:nvGrpSpPr>
          <p:grpSpPr>
            <a:xfrm>
              <a:off x="5894521" y="4160858"/>
              <a:ext cx="5803900" cy="2921000"/>
              <a:chOff x="3194050" y="1968500"/>
              <a:chExt cx="5803900" cy="2921000"/>
            </a:xfrm>
          </p:grpSpPr>
          <p:sp>
            <p:nvSpPr>
              <p:cNvPr id="12" name="Rectangle 11">
                <a:extLst>
                  <a:ext uri="{FF2B5EF4-FFF2-40B4-BE49-F238E27FC236}">
                    <a16:creationId xmlns:a16="http://schemas.microsoft.com/office/drawing/2014/main" id="{920E42C4-EE5E-01B1-D1CA-D2845C7BEA96}"/>
                  </a:ext>
                </a:extLst>
              </p:cNvPr>
              <p:cNvSpPr/>
              <p:nvPr/>
            </p:nvSpPr>
            <p:spPr>
              <a:xfrm>
                <a:off x="8098790" y="2025015"/>
                <a:ext cx="268605"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Arrow Connector 12">
                <a:extLst>
                  <a:ext uri="{FF2B5EF4-FFF2-40B4-BE49-F238E27FC236}">
                    <a16:creationId xmlns:a16="http://schemas.microsoft.com/office/drawing/2014/main" id="{85701D95-C5A8-EBFE-63C8-C4B1FC6889F5}"/>
                  </a:ext>
                </a:extLst>
              </p:cNvPr>
              <p:cNvCxnSpPr/>
              <p:nvPr/>
            </p:nvCxnSpPr>
            <p:spPr>
              <a:xfrm flipV="1">
                <a:off x="8397240" y="2101850"/>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 Box 689">
                <a:extLst>
                  <a:ext uri="{FF2B5EF4-FFF2-40B4-BE49-F238E27FC236}">
                    <a16:creationId xmlns:a16="http://schemas.microsoft.com/office/drawing/2014/main" id="{994F786E-D910-FDBB-CF63-79CD131629D6}"/>
                  </a:ext>
                </a:extLst>
              </p:cNvPr>
              <p:cNvSpPr txBox="1"/>
              <p:nvPr/>
            </p:nvSpPr>
            <p:spPr>
              <a:xfrm>
                <a:off x="8522970" y="196850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5.11</a:t>
                </a:r>
              </a:p>
            </p:txBody>
          </p:sp>
          <p:pic>
            <p:nvPicPr>
              <p:cNvPr id="15" name="Picture 14">
                <a:extLst>
                  <a:ext uri="{FF2B5EF4-FFF2-40B4-BE49-F238E27FC236}">
                    <a16:creationId xmlns:a16="http://schemas.microsoft.com/office/drawing/2014/main" id="{C920501B-7808-B707-2A93-C3E7A9C3A1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94050" y="2708910"/>
                <a:ext cx="4690745" cy="2180590"/>
              </a:xfrm>
              <a:prstGeom prst="rect">
                <a:avLst/>
              </a:prstGeom>
              <a:ln>
                <a:noFill/>
              </a:ln>
              <a:effectLst>
                <a:outerShdw blurRad="292100" dist="139700" dir="2700000" algn="tl" rotWithShape="0">
                  <a:srgbClr val="333333">
                    <a:alpha val="65000"/>
                  </a:srgbClr>
                </a:outerShdw>
              </a:effectLst>
            </p:spPr>
          </p:pic>
          <p:sp>
            <p:nvSpPr>
              <p:cNvPr id="16" name="Curved Right Arrow 691">
                <a:extLst>
                  <a:ext uri="{FF2B5EF4-FFF2-40B4-BE49-F238E27FC236}">
                    <a16:creationId xmlns:a16="http://schemas.microsoft.com/office/drawing/2014/main" id="{BCDBE0F2-56B5-A734-AC79-E5EBEDAAB41F}"/>
                  </a:ext>
                </a:extLst>
              </p:cNvPr>
              <p:cNvSpPr/>
              <p:nvPr/>
            </p:nvSpPr>
            <p:spPr>
              <a:xfrm>
                <a:off x="7421880" y="2250440"/>
                <a:ext cx="438785" cy="450850"/>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08A870EF-8910-3B6D-D9FA-ECB753D235FD}"/>
                  </a:ext>
                </a:extLst>
              </p:cNvPr>
              <p:cNvSpPr/>
              <p:nvPr/>
            </p:nvSpPr>
            <p:spPr>
              <a:xfrm>
                <a:off x="5799085" y="3007360"/>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A9FDCE75-782D-E179-D2DE-904205337A83}"/>
                  </a:ext>
                </a:extLst>
              </p:cNvPr>
              <p:cNvCxnSpPr/>
              <p:nvPr/>
            </p:nvCxnSpPr>
            <p:spPr>
              <a:xfrm flipV="1">
                <a:off x="6158554" y="3056871"/>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694">
                <a:extLst>
                  <a:ext uri="{FF2B5EF4-FFF2-40B4-BE49-F238E27FC236}">
                    <a16:creationId xmlns:a16="http://schemas.microsoft.com/office/drawing/2014/main" id="{B9E8CD27-BA5B-B162-8821-67C85F9631E2}"/>
                  </a:ext>
                </a:extLst>
              </p:cNvPr>
              <p:cNvSpPr txBox="1"/>
              <p:nvPr/>
            </p:nvSpPr>
            <p:spPr>
              <a:xfrm>
                <a:off x="6310630" y="300736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5.12</a:t>
                </a:r>
              </a:p>
            </p:txBody>
          </p:sp>
        </p:grpSp>
      </p:grpSp>
      <p:sp>
        <p:nvSpPr>
          <p:cNvPr id="5" name="Slide Number Placeholder 4">
            <a:extLst>
              <a:ext uri="{FF2B5EF4-FFF2-40B4-BE49-F238E27FC236}">
                <a16:creationId xmlns:a16="http://schemas.microsoft.com/office/drawing/2014/main" id="{7DD49734-D56B-16D1-1D98-55D6D342156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5913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Purchase Order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purchase order – main window, search the purchase order transaction you wish to edit its information in the search bar.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purchase order – main form, click the lookup button and select the transaction you wish to edit its information by typing its transaction number in the search bar.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PO transaction, if you wish to edit the header of the transaction click edit button. </a:t>
            </a: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are done editing the purchase order header, click save button in the upper side of the header.</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Order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4" name="TextBox 3">
            <a:extLst>
              <a:ext uri="{FF2B5EF4-FFF2-40B4-BE49-F238E27FC236}">
                <a16:creationId xmlns:a16="http://schemas.microsoft.com/office/drawing/2014/main" id="{C19D066B-BBF8-150B-5669-F47D37196623}"/>
              </a:ext>
            </a:extLst>
          </p:cNvPr>
          <p:cNvSpPr txBox="1"/>
          <p:nvPr/>
        </p:nvSpPr>
        <p:spPr>
          <a:xfrm>
            <a:off x="7203326" y="2745788"/>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Order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39" name="Group 38">
            <a:extLst>
              <a:ext uri="{FF2B5EF4-FFF2-40B4-BE49-F238E27FC236}">
                <a16:creationId xmlns:a16="http://schemas.microsoft.com/office/drawing/2014/main" id="{9DE16C47-F8F5-2AF2-3765-F3CB0215D51D}"/>
              </a:ext>
            </a:extLst>
          </p:cNvPr>
          <p:cNvGrpSpPr/>
          <p:nvPr/>
        </p:nvGrpSpPr>
        <p:grpSpPr>
          <a:xfrm>
            <a:off x="5374888" y="965527"/>
            <a:ext cx="6078855" cy="1729105"/>
            <a:chOff x="5374888" y="965527"/>
            <a:chExt cx="6078855" cy="1729105"/>
          </a:xfrm>
        </p:grpSpPr>
        <p:pic>
          <p:nvPicPr>
            <p:cNvPr id="6" name="Picture 5">
              <a:extLst>
                <a:ext uri="{FF2B5EF4-FFF2-40B4-BE49-F238E27FC236}">
                  <a16:creationId xmlns:a16="http://schemas.microsoft.com/office/drawing/2014/main" id="{54164E01-0220-9EF2-5673-D52346159A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4888" y="965527"/>
              <a:ext cx="6078855" cy="1729105"/>
            </a:xfrm>
            <a:prstGeom prst="rect">
              <a:avLst/>
            </a:prstGeom>
          </p:spPr>
        </p:pic>
        <p:grpSp>
          <p:nvGrpSpPr>
            <p:cNvPr id="9" name="Group 8">
              <a:extLst>
                <a:ext uri="{FF2B5EF4-FFF2-40B4-BE49-F238E27FC236}">
                  <a16:creationId xmlns:a16="http://schemas.microsoft.com/office/drawing/2014/main" id="{C98B56F7-0BEA-9354-914F-9B554C6673D1}"/>
                </a:ext>
              </a:extLst>
            </p:cNvPr>
            <p:cNvGrpSpPr/>
            <p:nvPr/>
          </p:nvGrpSpPr>
          <p:grpSpPr>
            <a:xfrm>
              <a:off x="5379135" y="1817723"/>
              <a:ext cx="1476375" cy="333375"/>
              <a:chOff x="0" y="0"/>
              <a:chExt cx="1476375" cy="333375"/>
            </a:xfrm>
          </p:grpSpPr>
          <p:sp>
            <p:nvSpPr>
              <p:cNvPr id="10" name="Rectangle 9">
                <a:extLst>
                  <a:ext uri="{FF2B5EF4-FFF2-40B4-BE49-F238E27FC236}">
                    <a16:creationId xmlns:a16="http://schemas.microsoft.com/office/drawing/2014/main" id="{C270DACA-1F2A-F872-53B1-2B8AA50848D0}"/>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55CFF7C1-FFA7-6973-A784-73B8CA9F28EB}"/>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39">
                <a:extLst>
                  <a:ext uri="{FF2B5EF4-FFF2-40B4-BE49-F238E27FC236}">
                    <a16:creationId xmlns:a16="http://schemas.microsoft.com/office/drawing/2014/main" id="{CCFF3E7B-6A70-D691-F090-1FEFB539760D}"/>
                  </a:ext>
                </a:extLst>
              </p:cNvPr>
              <p:cNvSpPr txBox="1"/>
              <p:nvPr/>
            </p:nvSpPr>
            <p:spPr>
              <a:xfrm>
                <a:off x="1009650" y="25400"/>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grpSp>
        <p:nvGrpSpPr>
          <p:cNvPr id="38" name="Group 37">
            <a:extLst>
              <a:ext uri="{FF2B5EF4-FFF2-40B4-BE49-F238E27FC236}">
                <a16:creationId xmlns:a16="http://schemas.microsoft.com/office/drawing/2014/main" id="{4E1768C5-38BF-C695-582B-11D1B7DB5AD0}"/>
              </a:ext>
            </a:extLst>
          </p:cNvPr>
          <p:cNvGrpSpPr/>
          <p:nvPr/>
        </p:nvGrpSpPr>
        <p:grpSpPr>
          <a:xfrm>
            <a:off x="4657929" y="3590348"/>
            <a:ext cx="6795814" cy="1558925"/>
            <a:chOff x="4657929" y="3136644"/>
            <a:chExt cx="6795814" cy="1558925"/>
          </a:xfrm>
        </p:grpSpPr>
        <p:pic>
          <p:nvPicPr>
            <p:cNvPr id="14" name="Picture 13">
              <a:extLst>
                <a:ext uri="{FF2B5EF4-FFF2-40B4-BE49-F238E27FC236}">
                  <a16:creationId xmlns:a16="http://schemas.microsoft.com/office/drawing/2014/main" id="{D84C179C-AEAD-932B-8130-165876D939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4398" y="3136644"/>
              <a:ext cx="6189345" cy="1558925"/>
            </a:xfrm>
            <a:prstGeom prst="rect">
              <a:avLst/>
            </a:prstGeom>
          </p:spPr>
        </p:pic>
        <p:grpSp>
          <p:nvGrpSpPr>
            <p:cNvPr id="36" name="Group 35">
              <a:extLst>
                <a:ext uri="{FF2B5EF4-FFF2-40B4-BE49-F238E27FC236}">
                  <a16:creationId xmlns:a16="http://schemas.microsoft.com/office/drawing/2014/main" id="{9FF2F1A1-8DD3-4CCA-F696-1C7285B1AAA4}"/>
                </a:ext>
              </a:extLst>
            </p:cNvPr>
            <p:cNvGrpSpPr/>
            <p:nvPr/>
          </p:nvGrpSpPr>
          <p:grpSpPr>
            <a:xfrm>
              <a:off x="4657929" y="3359951"/>
              <a:ext cx="6318251" cy="758825"/>
              <a:chOff x="2936875" y="3049588"/>
              <a:chExt cx="6318251" cy="758825"/>
            </a:xfrm>
          </p:grpSpPr>
          <p:grpSp>
            <p:nvGrpSpPr>
              <p:cNvPr id="15" name="Group 14">
                <a:extLst>
                  <a:ext uri="{FF2B5EF4-FFF2-40B4-BE49-F238E27FC236}">
                    <a16:creationId xmlns:a16="http://schemas.microsoft.com/office/drawing/2014/main" id="{9D13EF71-8C9A-0E99-5288-FD8D3855B025}"/>
                  </a:ext>
                </a:extLst>
              </p:cNvPr>
              <p:cNvGrpSpPr/>
              <p:nvPr/>
            </p:nvGrpSpPr>
            <p:grpSpPr>
              <a:xfrm>
                <a:off x="4763135" y="3503613"/>
                <a:ext cx="952500" cy="304800"/>
                <a:chOff x="523874" y="28575"/>
                <a:chExt cx="952500" cy="304800"/>
              </a:xfrm>
            </p:grpSpPr>
            <p:sp>
              <p:nvSpPr>
                <p:cNvPr id="33" name="Rectangle 32">
                  <a:extLst>
                    <a:ext uri="{FF2B5EF4-FFF2-40B4-BE49-F238E27FC236}">
                      <a16:creationId xmlns:a16="http://schemas.microsoft.com/office/drawing/2014/main" id="{B1CB76C0-A3B5-9049-40F7-1740F92EB181}"/>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4" name="Straight Arrow Connector 33">
                  <a:extLst>
                    <a:ext uri="{FF2B5EF4-FFF2-40B4-BE49-F238E27FC236}">
                      <a16:creationId xmlns:a16="http://schemas.microsoft.com/office/drawing/2014/main" id="{BF439294-AB93-5AD8-A175-BC5E0FC45225}"/>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 Box 44">
                  <a:extLst>
                    <a:ext uri="{FF2B5EF4-FFF2-40B4-BE49-F238E27FC236}">
                      <a16:creationId xmlns:a16="http://schemas.microsoft.com/office/drawing/2014/main" id="{0DBDD8AF-F62D-A343-A830-9565DB8E32C4}"/>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0" name="Group 19">
                <a:extLst>
                  <a:ext uri="{FF2B5EF4-FFF2-40B4-BE49-F238E27FC236}">
                    <a16:creationId xmlns:a16="http://schemas.microsoft.com/office/drawing/2014/main" id="{33AA384B-2B37-743F-75C5-46EFCE17BF0F}"/>
                  </a:ext>
                </a:extLst>
              </p:cNvPr>
              <p:cNvGrpSpPr/>
              <p:nvPr/>
            </p:nvGrpSpPr>
            <p:grpSpPr>
              <a:xfrm>
                <a:off x="8274050" y="3231833"/>
                <a:ext cx="981076" cy="304800"/>
                <a:chOff x="333374" y="28575"/>
                <a:chExt cx="981076" cy="304800"/>
              </a:xfrm>
            </p:grpSpPr>
            <p:sp>
              <p:nvSpPr>
                <p:cNvPr id="30" name="Rectangle 29">
                  <a:extLst>
                    <a:ext uri="{FF2B5EF4-FFF2-40B4-BE49-F238E27FC236}">
                      <a16:creationId xmlns:a16="http://schemas.microsoft.com/office/drawing/2014/main" id="{38EAA199-DCFF-F322-99A6-4F895902A971}"/>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1" name="Straight Arrow Connector 30">
                  <a:extLst>
                    <a:ext uri="{FF2B5EF4-FFF2-40B4-BE49-F238E27FC236}">
                      <a16:creationId xmlns:a16="http://schemas.microsoft.com/office/drawing/2014/main" id="{6B0AADFF-6AA5-5C49-80C6-EE0784A934A5}"/>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 Box 49">
                  <a:extLst>
                    <a:ext uri="{FF2B5EF4-FFF2-40B4-BE49-F238E27FC236}">
                      <a16:creationId xmlns:a16="http://schemas.microsoft.com/office/drawing/2014/main" id="{F985F43A-2530-1F20-B78A-0B6BB9D79195}"/>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29" name="Text Box 8">
                <a:extLst>
                  <a:ext uri="{FF2B5EF4-FFF2-40B4-BE49-F238E27FC236}">
                    <a16:creationId xmlns:a16="http://schemas.microsoft.com/office/drawing/2014/main" id="{BD7941B2-9AC6-0FD6-3D61-727D75A45A58}"/>
                  </a:ext>
                </a:extLst>
              </p:cNvPr>
              <p:cNvSpPr txBox="1"/>
              <p:nvPr/>
            </p:nvSpPr>
            <p:spPr>
              <a:xfrm>
                <a:off x="2936875" y="3049588"/>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grpSp>
      <p:sp>
        <p:nvSpPr>
          <p:cNvPr id="37" name="TextBox 36">
            <a:extLst>
              <a:ext uri="{FF2B5EF4-FFF2-40B4-BE49-F238E27FC236}">
                <a16:creationId xmlns:a16="http://schemas.microsoft.com/office/drawing/2014/main" id="{A090F235-38EC-7A54-3DFA-7F192B7367B8}"/>
              </a:ext>
            </a:extLst>
          </p:cNvPr>
          <p:cNvSpPr txBox="1"/>
          <p:nvPr/>
        </p:nvSpPr>
        <p:spPr>
          <a:xfrm>
            <a:off x="7418207" y="5057766"/>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Order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 name="Slide Number Placeholder 6">
            <a:extLst>
              <a:ext uri="{FF2B5EF4-FFF2-40B4-BE49-F238E27FC236}">
                <a16:creationId xmlns:a16="http://schemas.microsoft.com/office/drawing/2014/main" id="{4E1AD9B0-A2D4-343C-41E7-EB8928E4D15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9831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5251"/>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Purchase Order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2396" y="1903929"/>
            <a:ext cx="4179346" cy="300215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items in purchase order stock, edit right away the details you want to change and you will notice that after you change the details, the item you edited will be highlighted into blue.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you’re done editing, click save item button to save the changes you made in the items.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Order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Slide Number Placeholder 5">
            <a:extLst>
              <a:ext uri="{FF2B5EF4-FFF2-40B4-BE49-F238E27FC236}">
                <a16:creationId xmlns:a16="http://schemas.microsoft.com/office/drawing/2014/main" id="{1AC53669-3003-0DB1-19FA-74DA485D1C8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0B9CC765-265D-4826-2195-8D2A80CCC6AE}"/>
              </a:ext>
            </a:extLst>
          </p:cNvPr>
          <p:cNvGrpSpPr/>
          <p:nvPr/>
        </p:nvGrpSpPr>
        <p:grpSpPr>
          <a:xfrm>
            <a:off x="5191125" y="1951786"/>
            <a:ext cx="6440200" cy="2332990"/>
            <a:chOff x="5171495" y="2046996"/>
            <a:chExt cx="6440200" cy="2332990"/>
          </a:xfrm>
        </p:grpSpPr>
        <p:grpSp>
          <p:nvGrpSpPr>
            <p:cNvPr id="9" name="Group 8">
              <a:extLst>
                <a:ext uri="{FF2B5EF4-FFF2-40B4-BE49-F238E27FC236}">
                  <a16:creationId xmlns:a16="http://schemas.microsoft.com/office/drawing/2014/main" id="{60D9C362-6980-0073-CAE6-D6D9281FEBAF}"/>
                </a:ext>
              </a:extLst>
            </p:cNvPr>
            <p:cNvGrpSpPr/>
            <p:nvPr/>
          </p:nvGrpSpPr>
          <p:grpSpPr>
            <a:xfrm>
              <a:off x="5171495" y="2046996"/>
              <a:ext cx="6440200" cy="2332990"/>
              <a:chOff x="5171495" y="941067"/>
              <a:chExt cx="6440200" cy="2332990"/>
            </a:xfrm>
          </p:grpSpPr>
          <p:grpSp>
            <p:nvGrpSpPr>
              <p:cNvPr id="29" name="Group 28">
                <a:extLst>
                  <a:ext uri="{FF2B5EF4-FFF2-40B4-BE49-F238E27FC236}">
                    <a16:creationId xmlns:a16="http://schemas.microsoft.com/office/drawing/2014/main" id="{A937B003-B050-AB0A-04A9-5552B4B070BC}"/>
                  </a:ext>
                </a:extLst>
              </p:cNvPr>
              <p:cNvGrpSpPr/>
              <p:nvPr/>
            </p:nvGrpSpPr>
            <p:grpSpPr>
              <a:xfrm>
                <a:off x="5365200" y="970444"/>
                <a:ext cx="6246495" cy="1658617"/>
                <a:chOff x="31914" y="203778"/>
                <a:chExt cx="6246768" cy="1659243"/>
              </a:xfrm>
            </p:grpSpPr>
            <p:pic>
              <p:nvPicPr>
                <p:cNvPr id="35" name="Picture 34">
                  <a:extLst>
                    <a:ext uri="{FF2B5EF4-FFF2-40B4-BE49-F238E27FC236}">
                      <a16:creationId xmlns:a16="http://schemas.microsoft.com/office/drawing/2014/main" id="{03DF8321-448E-59A7-7DDC-CC39151ECF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14" y="226272"/>
                  <a:ext cx="6246768" cy="1636749"/>
                </a:xfrm>
                <a:prstGeom prst="rect">
                  <a:avLst/>
                </a:prstGeom>
              </p:spPr>
            </p:pic>
            <p:sp>
              <p:nvSpPr>
                <p:cNvPr id="36" name="Rectangle 35">
                  <a:extLst>
                    <a:ext uri="{FF2B5EF4-FFF2-40B4-BE49-F238E27FC236}">
                      <a16:creationId xmlns:a16="http://schemas.microsoft.com/office/drawing/2014/main" id="{21A8FBD7-EF2B-6887-BCF6-7BF952174000}"/>
                    </a:ext>
                  </a:extLst>
                </p:cNvPr>
                <p:cNvSpPr/>
                <p:nvPr/>
              </p:nvSpPr>
              <p:spPr>
                <a:xfrm>
                  <a:off x="510637" y="1116963"/>
                  <a:ext cx="2157714" cy="7247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7" name="Group 36">
                  <a:extLst>
                    <a:ext uri="{FF2B5EF4-FFF2-40B4-BE49-F238E27FC236}">
                      <a16:creationId xmlns:a16="http://schemas.microsoft.com/office/drawing/2014/main" id="{AD75EA1E-1D1D-ED9C-D9CF-65A91CB5060D}"/>
                    </a:ext>
                  </a:extLst>
                </p:cNvPr>
                <p:cNvGrpSpPr/>
                <p:nvPr/>
              </p:nvGrpSpPr>
              <p:grpSpPr>
                <a:xfrm>
                  <a:off x="4926412" y="203778"/>
                  <a:ext cx="647700" cy="796655"/>
                  <a:chOff x="306787" y="-291522"/>
                  <a:chExt cx="647700" cy="796655"/>
                </a:xfrm>
              </p:grpSpPr>
              <p:sp>
                <p:nvSpPr>
                  <p:cNvPr id="38" name="Rectangle 37">
                    <a:extLst>
                      <a:ext uri="{FF2B5EF4-FFF2-40B4-BE49-F238E27FC236}">
                        <a16:creationId xmlns:a16="http://schemas.microsoft.com/office/drawing/2014/main" id="{011509CD-AFCA-718C-1224-2CF819659662}"/>
                      </a:ext>
                    </a:extLst>
                  </p:cNvPr>
                  <p:cNvSpPr/>
                  <p:nvPr/>
                </p:nvSpPr>
                <p:spPr>
                  <a:xfrm>
                    <a:off x="306787" y="-291522"/>
                    <a:ext cx="647700" cy="2857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9" name="Straight Arrow Connector 38">
                    <a:extLst>
                      <a:ext uri="{FF2B5EF4-FFF2-40B4-BE49-F238E27FC236}">
                        <a16:creationId xmlns:a16="http://schemas.microsoft.com/office/drawing/2014/main" id="{CEF9F0E0-A578-212D-25D8-A342CD8231AB}"/>
                      </a:ext>
                    </a:extLst>
                  </p:cNvPr>
                  <p:cNvCxnSpPr>
                    <a:cxnSpLocks/>
                  </p:cNvCxnSpPr>
                  <p:nvPr/>
                </p:nvCxnSpPr>
                <p:spPr>
                  <a:xfrm>
                    <a:off x="630637" y="-5772"/>
                    <a:ext cx="0" cy="247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Text Box 756">
                    <a:extLst>
                      <a:ext uri="{FF2B5EF4-FFF2-40B4-BE49-F238E27FC236}">
                        <a16:creationId xmlns:a16="http://schemas.microsoft.com/office/drawing/2014/main" id="{F8659720-AFDD-25C2-9593-F7D264C0051F}"/>
                      </a:ext>
                    </a:extLst>
                  </p:cNvPr>
                  <p:cNvSpPr txBox="1"/>
                  <p:nvPr/>
                </p:nvSpPr>
                <p:spPr>
                  <a:xfrm>
                    <a:off x="530625" y="257483"/>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grpSp>
            <p:nvGrpSpPr>
              <p:cNvPr id="30" name="Group 29">
                <a:extLst>
                  <a:ext uri="{FF2B5EF4-FFF2-40B4-BE49-F238E27FC236}">
                    <a16:creationId xmlns:a16="http://schemas.microsoft.com/office/drawing/2014/main" id="{BD6F3E58-729F-5FC6-F9F2-0D187199F4BE}"/>
                  </a:ext>
                </a:extLst>
              </p:cNvPr>
              <p:cNvGrpSpPr/>
              <p:nvPr/>
            </p:nvGrpSpPr>
            <p:grpSpPr>
              <a:xfrm>
                <a:off x="5171495" y="941067"/>
                <a:ext cx="3176904" cy="2332990"/>
                <a:chOff x="0" y="0"/>
                <a:chExt cx="3177391" cy="2332990"/>
              </a:xfrm>
            </p:grpSpPr>
            <p:sp>
              <p:nvSpPr>
                <p:cNvPr id="31" name="Text Box 749">
                  <a:extLst>
                    <a:ext uri="{FF2B5EF4-FFF2-40B4-BE49-F238E27FC236}">
                      <a16:creationId xmlns:a16="http://schemas.microsoft.com/office/drawing/2014/main" id="{D73E620D-F1A5-DB78-9D63-8C21D7EAEF57}"/>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pic>
              <p:nvPicPr>
                <p:cNvPr id="32" name="Picture 31">
                  <a:extLst>
                    <a:ext uri="{FF2B5EF4-FFF2-40B4-BE49-F238E27FC236}">
                      <a16:creationId xmlns:a16="http://schemas.microsoft.com/office/drawing/2014/main" id="{114B3DFE-B7A1-C175-A618-7A349228F4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829" y="1714500"/>
                  <a:ext cx="2893060" cy="618490"/>
                </a:xfrm>
                <a:prstGeom prst="rect">
                  <a:avLst/>
                </a:prstGeom>
                <a:ln>
                  <a:noFill/>
                </a:ln>
                <a:effectLst>
                  <a:outerShdw blurRad="292100" dist="139700" dir="2700000" algn="tl" rotWithShape="0">
                    <a:srgbClr val="333333">
                      <a:alpha val="65000"/>
                    </a:srgbClr>
                  </a:outerShdw>
                </a:effectLst>
              </p:spPr>
            </p:pic>
            <p:sp>
              <p:nvSpPr>
                <p:cNvPr id="33" name="Curved Left Arrow 758">
                  <a:extLst>
                    <a:ext uri="{FF2B5EF4-FFF2-40B4-BE49-F238E27FC236}">
                      <a16:creationId xmlns:a16="http://schemas.microsoft.com/office/drawing/2014/main" id="{B4D95B53-29B2-CDE1-38A3-FFF0D8E272FD}"/>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Text Box 757">
                  <a:extLst>
                    <a:ext uri="{FF2B5EF4-FFF2-40B4-BE49-F238E27FC236}">
                      <a16:creationId xmlns:a16="http://schemas.microsoft.com/office/drawing/2014/main" id="{92069ECC-D81F-9EC9-A7ED-6D6A8EB4BDFA}"/>
                    </a:ext>
                  </a:extLst>
                </p:cNvPr>
                <p:cNvSpPr txBox="1"/>
                <p:nvPr/>
              </p:nvSpPr>
              <p:spPr>
                <a:xfrm>
                  <a:off x="0" y="1594757"/>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10" name="Rectangle 9">
              <a:extLst>
                <a:ext uri="{FF2B5EF4-FFF2-40B4-BE49-F238E27FC236}">
                  <a16:creationId xmlns:a16="http://schemas.microsoft.com/office/drawing/2014/main" id="{D9A9F0DF-6E53-AAB6-3F49-C94488215576}"/>
                </a:ext>
              </a:extLst>
            </p:cNvPr>
            <p:cNvSpPr/>
            <p:nvPr/>
          </p:nvSpPr>
          <p:spPr>
            <a:xfrm>
              <a:off x="10935589" y="2076150"/>
              <a:ext cx="647672" cy="2856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5581F63A-FC27-8D65-C9C5-BCCC6EBD7277}"/>
                </a:ext>
              </a:extLst>
            </p:cNvPr>
            <p:cNvCxnSpPr>
              <a:cxnSpLocks/>
            </p:cNvCxnSpPr>
            <p:nvPr/>
          </p:nvCxnSpPr>
          <p:spPr>
            <a:xfrm>
              <a:off x="11259425" y="2361792"/>
              <a:ext cx="0" cy="2475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756">
              <a:extLst>
                <a:ext uri="{FF2B5EF4-FFF2-40B4-BE49-F238E27FC236}">
                  <a16:creationId xmlns:a16="http://schemas.microsoft.com/office/drawing/2014/main" id="{1564E1BB-F185-22EA-B717-F1CA715BB226}"/>
                </a:ext>
              </a:extLst>
            </p:cNvPr>
            <p:cNvSpPr txBox="1"/>
            <p:nvPr/>
          </p:nvSpPr>
          <p:spPr>
            <a:xfrm>
              <a:off x="11159417" y="2624948"/>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14" name="Rectangle 13">
              <a:extLst>
                <a:ext uri="{FF2B5EF4-FFF2-40B4-BE49-F238E27FC236}">
                  <a16:creationId xmlns:a16="http://schemas.microsoft.com/office/drawing/2014/main" id="{E9AE5738-D11D-8F9F-2E8F-296A4C267FBD}"/>
                </a:ext>
              </a:extLst>
            </p:cNvPr>
            <p:cNvSpPr/>
            <p:nvPr/>
          </p:nvSpPr>
          <p:spPr>
            <a:xfrm>
              <a:off x="5559297" y="2937872"/>
              <a:ext cx="200016" cy="2475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9BD40EDF-8661-92A1-D144-47AA42B14F0C}"/>
                </a:ext>
              </a:extLst>
            </p:cNvPr>
            <p:cNvCxnSpPr>
              <a:cxnSpLocks/>
            </p:cNvCxnSpPr>
            <p:nvPr/>
          </p:nvCxnSpPr>
          <p:spPr>
            <a:xfrm>
              <a:off x="5652313" y="3181444"/>
              <a:ext cx="0" cy="1654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756">
              <a:extLst>
                <a:ext uri="{FF2B5EF4-FFF2-40B4-BE49-F238E27FC236}">
                  <a16:creationId xmlns:a16="http://schemas.microsoft.com/office/drawing/2014/main" id="{2035F3F4-6B9B-72AF-2FD9-A51DEED5607F}"/>
                </a:ext>
              </a:extLst>
            </p:cNvPr>
            <p:cNvSpPr txBox="1"/>
            <p:nvPr/>
          </p:nvSpPr>
          <p:spPr>
            <a:xfrm>
              <a:off x="5559297" y="3376441"/>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2822113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Delete Purchase Order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2232993"/>
            <a:ext cx="4179346" cy="28638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purchase order – main window, search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purchase order – main form, click the lookup button and select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  If done, click delete button.</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Order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4" name="TextBox 3">
            <a:extLst>
              <a:ext uri="{FF2B5EF4-FFF2-40B4-BE49-F238E27FC236}">
                <a16:creationId xmlns:a16="http://schemas.microsoft.com/office/drawing/2014/main" id="{C19D066B-BBF8-150B-5669-F47D37196623}"/>
              </a:ext>
            </a:extLst>
          </p:cNvPr>
          <p:cNvSpPr txBox="1"/>
          <p:nvPr/>
        </p:nvSpPr>
        <p:spPr>
          <a:xfrm>
            <a:off x="7228736" y="3096163"/>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Order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A090F235-38EC-7A54-3DFA-7F192B7367B8}"/>
              </a:ext>
            </a:extLst>
          </p:cNvPr>
          <p:cNvSpPr txBox="1"/>
          <p:nvPr/>
        </p:nvSpPr>
        <p:spPr>
          <a:xfrm>
            <a:off x="7436689" y="5652471"/>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Order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FA788B5D-B590-01CB-A868-31DE6AC0DF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8035" y="1367058"/>
            <a:ext cx="6078855" cy="1729105"/>
          </a:xfrm>
          <a:prstGeom prst="rect">
            <a:avLst/>
          </a:prstGeom>
        </p:spPr>
      </p:pic>
      <p:grpSp>
        <p:nvGrpSpPr>
          <p:cNvPr id="7" name="Group 6">
            <a:extLst>
              <a:ext uri="{FF2B5EF4-FFF2-40B4-BE49-F238E27FC236}">
                <a16:creationId xmlns:a16="http://schemas.microsoft.com/office/drawing/2014/main" id="{9F6468B0-1193-7DD7-6DC6-170A0A093105}"/>
              </a:ext>
            </a:extLst>
          </p:cNvPr>
          <p:cNvGrpSpPr/>
          <p:nvPr/>
        </p:nvGrpSpPr>
        <p:grpSpPr>
          <a:xfrm>
            <a:off x="5236465" y="1830079"/>
            <a:ext cx="1475739" cy="333375"/>
            <a:chOff x="0" y="0"/>
            <a:chExt cx="1476374" cy="333375"/>
          </a:xfrm>
        </p:grpSpPr>
        <p:sp>
          <p:nvSpPr>
            <p:cNvPr id="8" name="Rectangle 7">
              <a:extLst>
                <a:ext uri="{FF2B5EF4-FFF2-40B4-BE49-F238E27FC236}">
                  <a16:creationId xmlns:a16="http://schemas.microsoft.com/office/drawing/2014/main" id="{8AF81949-A89A-90BD-58F8-77A71794E489}"/>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B9AEB4FB-3430-F4C7-AEF2-4704F51173FB}"/>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 Box 695">
              <a:extLst>
                <a:ext uri="{FF2B5EF4-FFF2-40B4-BE49-F238E27FC236}">
                  <a16:creationId xmlns:a16="http://schemas.microsoft.com/office/drawing/2014/main" id="{EEA0783B-7494-BE89-67D1-6D03EC455B69}"/>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pic>
        <p:nvPicPr>
          <p:cNvPr id="18" name="Picture 17">
            <a:extLst>
              <a:ext uri="{FF2B5EF4-FFF2-40B4-BE49-F238E27FC236}">
                <a16:creationId xmlns:a16="http://schemas.microsoft.com/office/drawing/2014/main" id="{070F9A9D-6194-2966-BA7A-852D54F059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1125" y="3835409"/>
            <a:ext cx="6189345" cy="1558925"/>
          </a:xfrm>
          <a:prstGeom prst="rect">
            <a:avLst/>
          </a:prstGeom>
        </p:spPr>
      </p:pic>
      <p:grpSp>
        <p:nvGrpSpPr>
          <p:cNvPr id="19" name="Group 18">
            <a:extLst>
              <a:ext uri="{FF2B5EF4-FFF2-40B4-BE49-F238E27FC236}">
                <a16:creationId xmlns:a16="http://schemas.microsoft.com/office/drawing/2014/main" id="{BFA96F24-E47B-D49D-598B-19F0AAE56F7F}"/>
              </a:ext>
            </a:extLst>
          </p:cNvPr>
          <p:cNvGrpSpPr/>
          <p:nvPr/>
        </p:nvGrpSpPr>
        <p:grpSpPr>
          <a:xfrm>
            <a:off x="6484189" y="4525346"/>
            <a:ext cx="952500" cy="304800"/>
            <a:chOff x="523874" y="28575"/>
            <a:chExt cx="952500" cy="304800"/>
          </a:xfrm>
        </p:grpSpPr>
        <p:sp>
          <p:nvSpPr>
            <p:cNvPr id="27" name="Rectangle 26">
              <a:extLst>
                <a:ext uri="{FF2B5EF4-FFF2-40B4-BE49-F238E27FC236}">
                  <a16:creationId xmlns:a16="http://schemas.microsoft.com/office/drawing/2014/main" id="{93589951-1B53-C8A6-A2A7-4E61E2897859}"/>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8" name="Straight Arrow Connector 27">
              <a:extLst>
                <a:ext uri="{FF2B5EF4-FFF2-40B4-BE49-F238E27FC236}">
                  <a16:creationId xmlns:a16="http://schemas.microsoft.com/office/drawing/2014/main" id="{AABA0523-D598-ECBA-9461-EE5F1563E09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Text Box 112">
              <a:extLst>
                <a:ext uri="{FF2B5EF4-FFF2-40B4-BE49-F238E27FC236}">
                  <a16:creationId xmlns:a16="http://schemas.microsoft.com/office/drawing/2014/main" id="{522E9CD2-4CE7-C549-3299-EC2E745E8962}"/>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1" name="Group 20">
            <a:extLst>
              <a:ext uri="{FF2B5EF4-FFF2-40B4-BE49-F238E27FC236}">
                <a16:creationId xmlns:a16="http://schemas.microsoft.com/office/drawing/2014/main" id="{61126B7F-6707-81B2-B70B-16D44BC49A7F}"/>
              </a:ext>
            </a:extLst>
          </p:cNvPr>
          <p:cNvGrpSpPr/>
          <p:nvPr/>
        </p:nvGrpSpPr>
        <p:grpSpPr>
          <a:xfrm>
            <a:off x="7691221" y="4253566"/>
            <a:ext cx="981076" cy="304800"/>
            <a:chOff x="333374" y="28575"/>
            <a:chExt cx="981076" cy="304800"/>
          </a:xfrm>
        </p:grpSpPr>
        <p:sp>
          <p:nvSpPr>
            <p:cNvPr id="24" name="Rectangle 23">
              <a:extLst>
                <a:ext uri="{FF2B5EF4-FFF2-40B4-BE49-F238E27FC236}">
                  <a16:creationId xmlns:a16="http://schemas.microsoft.com/office/drawing/2014/main" id="{C59555F2-BB75-4754-3F28-CB2CF2FA4738}"/>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5" name="Straight Arrow Connector 24">
              <a:extLst>
                <a:ext uri="{FF2B5EF4-FFF2-40B4-BE49-F238E27FC236}">
                  <a16:creationId xmlns:a16="http://schemas.microsoft.com/office/drawing/2014/main" id="{2876AD94-EC01-69D6-12B8-B9386F79C99F}"/>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 Box 116">
              <a:extLst>
                <a:ext uri="{FF2B5EF4-FFF2-40B4-BE49-F238E27FC236}">
                  <a16:creationId xmlns:a16="http://schemas.microsoft.com/office/drawing/2014/main" id="{C07B14F9-7664-A3C7-F9DE-EF16CEEA103C}"/>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22" name="Text Box 117">
            <a:extLst>
              <a:ext uri="{FF2B5EF4-FFF2-40B4-BE49-F238E27FC236}">
                <a16:creationId xmlns:a16="http://schemas.microsoft.com/office/drawing/2014/main" id="{D4D428CB-2569-7A22-C8E2-01C50C2BC019}"/>
              </a:ext>
            </a:extLst>
          </p:cNvPr>
          <p:cNvSpPr txBox="1"/>
          <p:nvPr/>
        </p:nvSpPr>
        <p:spPr>
          <a:xfrm>
            <a:off x="4657929" y="4071321"/>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sp>
        <p:nvSpPr>
          <p:cNvPr id="51" name="Text Box 241">
            <a:extLst>
              <a:ext uri="{FF2B5EF4-FFF2-40B4-BE49-F238E27FC236}">
                <a16:creationId xmlns:a16="http://schemas.microsoft.com/office/drawing/2014/main" id="{BA03A9D1-47C4-AAAE-0FC0-B025E7EE9EA1}"/>
              </a:ext>
            </a:extLst>
          </p:cNvPr>
          <p:cNvSpPr txBox="1">
            <a:spLocks noChangeArrowheads="1"/>
          </p:cNvSpPr>
          <p:nvPr/>
        </p:nvSpPr>
        <p:spPr bwMode="auto">
          <a:xfrm>
            <a:off x="7479561" y="4677746"/>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PO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E3B3D29B-E16A-10D1-1A6F-9338BE91A3F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2858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5" name="TextBox 64">
            <a:extLst>
              <a:ext uri="{FF2B5EF4-FFF2-40B4-BE49-F238E27FC236}">
                <a16:creationId xmlns:a16="http://schemas.microsoft.com/office/drawing/2014/main" id="{E7777D04-D73F-74AB-C30B-7D3C9397264F}"/>
              </a:ext>
            </a:extLst>
          </p:cNvPr>
          <p:cNvSpPr txBox="1"/>
          <p:nvPr/>
        </p:nvSpPr>
        <p:spPr>
          <a:xfrm>
            <a:off x="805109" y="4516141"/>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805109" y="1589414"/>
            <a:ext cx="3852820" cy="2121974"/>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purchase order – main form will be minimize and the other information will be displayed as shown in the photo below.</a:t>
            </a: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96E78E19-4025-2CF4-0152-5EE4A8E0C0E1}"/>
              </a:ext>
            </a:extLst>
          </p:cNvPr>
          <p:cNvPicPr>
            <a:picLocks noChangeAspect="1"/>
          </p:cNvPicPr>
          <p:nvPr/>
        </p:nvPicPr>
        <p:blipFill>
          <a:blip r:embed="rId3"/>
          <a:stretch>
            <a:fillRect/>
          </a:stretch>
        </p:blipFill>
        <p:spPr>
          <a:xfrm>
            <a:off x="5294021" y="1882199"/>
            <a:ext cx="6108721" cy="280440"/>
          </a:xfrm>
          <a:prstGeom prst="rect">
            <a:avLst/>
          </a:prstGeom>
        </p:spPr>
      </p:pic>
      <p:sp>
        <p:nvSpPr>
          <p:cNvPr id="6" name="TextBox 5">
            <a:extLst>
              <a:ext uri="{FF2B5EF4-FFF2-40B4-BE49-F238E27FC236}">
                <a16:creationId xmlns:a16="http://schemas.microsoft.com/office/drawing/2014/main" id="{627EE1DE-089E-1CB1-F1DF-FDC0B0F70026}"/>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Order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7" name="Picture 6">
            <a:extLst>
              <a:ext uri="{FF2B5EF4-FFF2-40B4-BE49-F238E27FC236}">
                <a16:creationId xmlns:a16="http://schemas.microsoft.com/office/drawing/2014/main" id="{1AC2BE85-DB31-CCE0-8C02-85BEEDE4E3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94021" y="1056418"/>
            <a:ext cx="6185535" cy="854075"/>
          </a:xfrm>
          <a:prstGeom prst="rect">
            <a:avLst/>
          </a:prstGeom>
        </p:spPr>
      </p:pic>
      <p:pic>
        <p:nvPicPr>
          <p:cNvPr id="11" name="Picture 10">
            <a:extLst>
              <a:ext uri="{FF2B5EF4-FFF2-40B4-BE49-F238E27FC236}">
                <a16:creationId xmlns:a16="http://schemas.microsoft.com/office/drawing/2014/main" id="{15D092F3-1029-07F6-9AF2-9AA36F529171}"/>
              </a:ext>
            </a:extLst>
          </p:cNvPr>
          <p:cNvPicPr>
            <a:picLocks noChangeAspect="1"/>
          </p:cNvPicPr>
          <p:nvPr/>
        </p:nvPicPr>
        <p:blipFill>
          <a:blip r:embed="rId5"/>
          <a:stretch>
            <a:fillRect/>
          </a:stretch>
        </p:blipFill>
        <p:spPr>
          <a:xfrm>
            <a:off x="5294022" y="3134266"/>
            <a:ext cx="6185534" cy="2763749"/>
          </a:xfrm>
          <a:prstGeom prst="rect">
            <a:avLst/>
          </a:prstGeom>
        </p:spPr>
      </p:pic>
      <p:sp>
        <p:nvSpPr>
          <p:cNvPr id="3" name="Slide Number Placeholder 2">
            <a:extLst>
              <a:ext uri="{FF2B5EF4-FFF2-40B4-BE49-F238E27FC236}">
                <a16:creationId xmlns:a16="http://schemas.microsoft.com/office/drawing/2014/main" id="{F701A0A4-379E-224D-4EEE-9094A207EAE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222628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1097</Words>
  <Application>Microsoft Office PowerPoint</Application>
  <PresentationFormat>Widescreen</PresentationFormat>
  <Paragraphs>179</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Animosa Extra Bold</vt:lpstr>
      <vt:lpstr>Arial</vt:lpstr>
      <vt:lpstr>Bodoni MT Condensed</vt:lpstr>
      <vt:lpstr>Calibri</vt:lpstr>
      <vt:lpstr>Calibri Light</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2</cp:revision>
  <dcterms:created xsi:type="dcterms:W3CDTF">2023-01-03T08:40:44Z</dcterms:created>
  <dcterms:modified xsi:type="dcterms:W3CDTF">2023-01-03T08:43:34Z</dcterms:modified>
</cp:coreProperties>
</file>