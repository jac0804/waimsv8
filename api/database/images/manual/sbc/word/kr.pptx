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358" r:id="rId3"/>
    <p:sldId id="359" r:id="rId4"/>
    <p:sldId id="360" r:id="rId5"/>
    <p:sldId id="361" r:id="rId6"/>
    <p:sldId id="391" r:id="rId7"/>
    <p:sldId id="366" r:id="rId8"/>
    <p:sldId id="392" r:id="rId9"/>
    <p:sldId id="3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72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1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10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38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33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7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16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914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7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59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B4A-3408-1B97-1B34-05AE5640F8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CE41D-ED3A-FB15-B2CB-48AE9AE2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DF44-2CFE-99D1-62FB-C419C359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65072-2423-4F37-9305-5568682DA246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2A000-96DA-5E5F-9A77-6569656A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D326-4FC0-72EB-DF56-0FD78B9EE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89" y="6356349"/>
            <a:ext cx="577822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944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9D75-E04D-B634-D919-61775739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432A-85F7-6833-67C8-01C4E7216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57A2C-3294-4947-A3DE-F536E8B16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F10A4-CF56-4563-84B9-7D6269529A5F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5DCA-9125-891E-96C8-87AF8FF5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F385-A188-DB80-34AE-99BFE377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10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F34D8-AC3A-C1B6-226A-B0342CC95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1E8B-24DF-615A-8729-9497B6EA1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1F83F-6442-4F8D-A89C-5E43D432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73E55-CA7D-4D03-B7E9-182C57BF2BA1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243A9-4120-4241-6DD2-BB67522C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2F45-390E-7F61-65CB-09F84E0C7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666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E399-2560-08C2-7560-8CDD4F0BE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C3219-FB0A-90C1-5347-5D8D63A15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6AE50-4292-C9EB-8B25-09DE0EA028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B747A3-5AAE-74E5-58AC-112C24B4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2254A-B61C-4FE4-A72A-F20850D1A056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45C81-CA6F-521E-53EF-EEB98F96F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839E4-86AD-5375-DD4F-F846EF925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53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C6130-117C-998F-E56B-57FCF109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E80B8-EA33-707F-EC6C-EBC7B1352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28F7F-ECE8-BAAD-7338-2D78A59EE1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DAF716-F429-44D0-6E93-815FF3C4F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2A37D0-605C-BB9A-385B-6A85770C8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F5C74-EA7F-FDB3-FB93-77C9E914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72D6-81BF-4BAB-B5E4-20EF3DAD4195}" type="datetime1">
              <a:rPr lang="en-US" smtClean="0"/>
              <a:t>1/12/2023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E1775E-89CF-943A-9CDA-597023CE8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E9C5D8-2060-0E24-EC81-3C64B264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6711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B700E-1F64-71E3-B8E2-5003EE14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92E4C6-4425-4600-DADA-0FAA915F0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36B67-D903-4417-8BF6-103D735F2EE6}" type="datetime1">
              <a:rPr lang="en-US" smtClean="0"/>
              <a:t>1/12/2023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525CC1-1CF0-5FE6-B23F-FC0640815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A12A78-3142-4A2A-6A14-2861FE05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6089" y="6356349"/>
            <a:ext cx="483511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848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8CDC6-AE80-3C7C-7A54-83C4F8A35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C4CB-0AC9-4DE0-A618-2F695859DBB3}" type="datetime1">
              <a:rPr lang="en-US" smtClean="0"/>
              <a:t>1/12/2023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87A10-784A-0882-62A6-ACF91528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B3EFA-8AAD-4032-2084-C183504C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01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06DDE-4887-BBF0-A054-1795A602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A9F60-2E86-61FF-D6C4-8EEFEF4F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C98BF-6198-66C9-1808-3E0DE1D9B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C433-2EF0-6879-AA30-D7F23FA1D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506ED-9272-4DB1-9EF2-C91A21762970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B4456-36C8-9DCF-5C14-8BA06584B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FA8EE-1367-107D-033E-8A0158C5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064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98BA-7366-CA58-0AE4-D2030C17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64958-D645-44EB-2EDC-93CCA39A1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D1894-31E7-5B16-FAA4-8794FE1039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EEAB6-A5F9-0B9E-BFB9-37D999F61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D287F-39CA-4CE1-99E9-F2163C5C1CD5}" type="datetime1">
              <a:rPr lang="en-US" smtClean="0"/>
              <a:t>1/12/2023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57A55-6F18-17DA-8716-BC16F3F9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47226-21F6-2D27-6044-9FC188E6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482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6E2-26EB-63EF-501D-68A4434E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C8B2B9-8CC9-2B50-B062-946D7E785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974C-952F-86C3-A75E-105A3A2EF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96B2-BD52-4222-A8E3-0BED46FA879B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95DF-D0C7-812E-EDA8-AEA85D87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DC9A3-8AF0-8B35-01FB-6FDA728B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900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59C450-90ED-272A-E463-AAA21A2E5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DA328-475F-1FE7-6643-FADC6BE1F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27D1A-7BFF-DDEC-3AEE-1846C455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E8E24-3E3C-46E4-AB7A-40D2AD32DE0C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493FD-135D-1E5D-ED17-848900B6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E65E1-7A80-1403-F41E-7FDEAAED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4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C0FA6-4BE5-4630-BD3F-BA92F18B1BA2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963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F1DB1-AAB5-C0D6-F8F5-5C3D1F05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E64012-DD5E-82B0-E0A6-F22247B5B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C52C1-D777-85DB-34DD-7DB776F29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901BA-EBA4-4D33-BC40-6478C76075DD}" type="datetime1">
              <a:rPr lang="en-US" smtClean="0"/>
              <a:t>1/12/2023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BF4A8-E610-C555-2196-67DC47368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77A19-A289-6A34-54CB-69755ED14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086AB-602C-49A8-AF1B-7C398AACF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85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1017646" y="2105561"/>
            <a:ext cx="10289512" cy="132343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doni MT Condensed" panose="02070606080606020203" pitchFamily="18" charset="0"/>
                <a:ea typeface="+mn-ea"/>
                <a:cs typeface="+mn-cs"/>
              </a:rPr>
              <a:t>Counter Receipt</a:t>
            </a:r>
            <a:endParaRPr kumimoji="0" lang="en-US" sz="80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doni MT Condensed" panose="02070606080606020203" pitchFamily="18" charset="0"/>
              <a:ea typeface="+mn-ea"/>
              <a:cs typeface="+mn-cs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Counter Receipt is where we generate the list of delivery receipts and invoices for collection.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Open Sans" panose="020B0606030504020204" pitchFamily="34" charset="0"/>
                <a:cs typeface="Times New Roman" panose="02020603050405020304" pitchFamily="18" charset="0"/>
              </a:rPr>
              <a:t>This is for the customer to acknowledge their obligation in the copy list that is sent to them for confirmation/acknowledgement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AF0440-CA1B-1944-9724-C244BD0E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4377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Receivables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/ Counter Receipt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375033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Main Window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847734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 indent="0" algn="l" defTabSz="914400" rtl="0" eaLnBrk="1" fontAlgn="auto" latinLnBrk="0" hangingPunct="1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Counter Receipt module under Receivables, Counter Receipt transactions list will display based on filtered date and status in the Counter Receipt - main window.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2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284343" y="400553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Counter Receipt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B8796F-D297-1B65-25B2-9DB898A34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650" y="2375033"/>
            <a:ext cx="5984240" cy="14922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2BC178C-9A8C-726E-077B-F6D65D052D12}"/>
              </a:ext>
            </a:extLst>
          </p:cNvPr>
          <p:cNvGrpSpPr/>
          <p:nvPr/>
        </p:nvGrpSpPr>
        <p:grpSpPr>
          <a:xfrm>
            <a:off x="5430412" y="2868612"/>
            <a:ext cx="5812790" cy="1120775"/>
            <a:chOff x="3189605" y="2868613"/>
            <a:chExt cx="5812790" cy="112077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F93974-6A78-0292-9ABF-D83B3185F624}"/>
                </a:ext>
              </a:extLst>
            </p:cNvPr>
            <p:cNvSpPr/>
            <p:nvPr/>
          </p:nvSpPr>
          <p:spPr>
            <a:xfrm>
              <a:off x="3189605" y="3612833"/>
              <a:ext cx="847725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347BBE5-D54C-2F6F-84E0-73F9702441DD}"/>
                </a:ext>
              </a:extLst>
            </p:cNvPr>
            <p:cNvSpPr/>
            <p:nvPr/>
          </p:nvSpPr>
          <p:spPr>
            <a:xfrm>
              <a:off x="4208145" y="2868613"/>
              <a:ext cx="4794250" cy="11207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0D94C0C-532B-1158-EF6B-F31FF94F72BE}"/>
                </a:ext>
              </a:extLst>
            </p:cNvPr>
            <p:cNvCxnSpPr/>
            <p:nvPr/>
          </p:nvCxnSpPr>
          <p:spPr>
            <a:xfrm flipV="1">
              <a:off x="4009390" y="3614738"/>
              <a:ext cx="177800" cy="4699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C335097-8905-1C25-2EA0-B2FEDB7A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05110" y="96552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Counter Receipt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771320"/>
            <a:ext cx="4179346" cy="301919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In Counter Receipt – Main Window, you will notice a create button in the upper left of the window. Click the create button and you will be redirect in counter receipt – main form.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a dialog box will pop out with list of customer. Search and select a customer.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9" name="Text Box 27">
            <a:extLst>
              <a:ext uri="{FF2B5EF4-FFF2-40B4-BE49-F238E27FC236}">
                <a16:creationId xmlns:a16="http://schemas.microsoft.com/office/drawing/2014/main" id="{C0041F90-1A0F-8769-2E1A-BA60672B2ED3}"/>
              </a:ext>
            </a:extLst>
          </p:cNvPr>
          <p:cNvSpPr txBox="1"/>
          <p:nvPr/>
        </p:nvSpPr>
        <p:spPr>
          <a:xfrm>
            <a:off x="678873" y="3985492"/>
            <a:ext cx="3902776" cy="1665622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1430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a customer, you will be redirect in counter receipt – main form where you will encode the other necessary information of the transaction and record the KR transaction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93359DA-0E35-C2AE-7680-F17A0396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3FD5A51-9801-BB95-F9B6-40425E575786}"/>
              </a:ext>
            </a:extLst>
          </p:cNvPr>
          <p:cNvGrpSpPr/>
          <p:nvPr/>
        </p:nvGrpSpPr>
        <p:grpSpPr>
          <a:xfrm>
            <a:off x="5168513" y="963595"/>
            <a:ext cx="6189345" cy="1113790"/>
            <a:chOff x="5168513" y="952980"/>
            <a:chExt cx="6189345" cy="111379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0231E96-D777-7E9D-45BC-2322715DE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8513" y="952980"/>
              <a:ext cx="6189345" cy="1113790"/>
            </a:xfrm>
            <a:prstGeom prst="rect">
              <a:avLst/>
            </a:prstGeom>
          </p:spPr>
        </p:pic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F711DC5-1662-8771-D6B1-BEDB318C645D}"/>
                </a:ext>
              </a:extLst>
            </p:cNvPr>
            <p:cNvGrpSpPr/>
            <p:nvPr/>
          </p:nvGrpSpPr>
          <p:grpSpPr>
            <a:xfrm>
              <a:off x="5180578" y="1206980"/>
              <a:ext cx="1209675" cy="276225"/>
              <a:chOff x="0" y="0"/>
              <a:chExt cx="1209675" cy="27622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5FE368E-64EB-1454-6DFA-33C270CC57E9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22563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85E44F99-625E-C097-A682-A52404971D2D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 Box 606">
                <a:extLst>
                  <a:ext uri="{FF2B5EF4-FFF2-40B4-BE49-F238E27FC236}">
                    <a16:creationId xmlns:a16="http://schemas.microsoft.com/office/drawing/2014/main" id="{27943A87-FB98-7784-BCC0-3A7710E92878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B51A99-418D-BE38-7A4A-F1B8E85BE2AE}"/>
              </a:ext>
            </a:extLst>
          </p:cNvPr>
          <p:cNvGrpSpPr/>
          <p:nvPr/>
        </p:nvGrpSpPr>
        <p:grpSpPr>
          <a:xfrm>
            <a:off x="5346191" y="2733520"/>
            <a:ext cx="5982970" cy="2613025"/>
            <a:chOff x="88710" y="20045"/>
            <a:chExt cx="6189345" cy="302964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8A18DD0-9054-26AA-EC84-6593F2C13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10" y="20045"/>
              <a:ext cx="6189345" cy="3029643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F445B55-B50F-2794-9C98-9DD9C3C2E1C0}"/>
                </a:ext>
              </a:extLst>
            </p:cNvPr>
            <p:cNvGrpSpPr/>
            <p:nvPr/>
          </p:nvGrpSpPr>
          <p:grpSpPr>
            <a:xfrm>
              <a:off x="597173" y="678711"/>
              <a:ext cx="5604479" cy="566324"/>
              <a:chOff x="-4022452" y="183411"/>
              <a:chExt cx="5604479" cy="566324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980D037-FB1E-F6C9-0B11-175D7246317A}"/>
                  </a:ext>
                </a:extLst>
              </p:cNvPr>
              <p:cNvSpPr/>
              <p:nvPr/>
            </p:nvSpPr>
            <p:spPr>
              <a:xfrm>
                <a:off x="-4022452" y="384092"/>
                <a:ext cx="5145632" cy="36564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0499484-C05E-17E2-C259-27B28662E0BD}"/>
                  </a:ext>
                </a:extLst>
              </p:cNvPr>
              <p:cNvCxnSpPr/>
              <p:nvPr/>
            </p:nvCxnSpPr>
            <p:spPr>
              <a:xfrm>
                <a:off x="1135465" y="323282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xt Box 1034">
                <a:extLst>
                  <a:ext uri="{FF2B5EF4-FFF2-40B4-BE49-F238E27FC236}">
                    <a16:creationId xmlns:a16="http://schemas.microsoft.com/office/drawing/2014/main" id="{0EA1FC5D-E621-B9E4-512E-9A9EB6C1CAC8}"/>
                  </a:ext>
                </a:extLst>
              </p:cNvPr>
              <p:cNvSpPr txBox="1"/>
              <p:nvPr/>
            </p:nvSpPr>
            <p:spPr>
              <a:xfrm>
                <a:off x="1343657" y="183411"/>
                <a:ext cx="238370" cy="333987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AB48C4B-6A22-7C7B-9E2D-8572000FA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88D0C-2CAC-2F64-6E1B-EB781BE18B59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Receivables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/ Counter Receipt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31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5F604CD2-37AD-720F-6809-08E563572769}"/>
              </a:ext>
            </a:extLst>
          </p:cNvPr>
          <p:cNvSpPr txBox="1"/>
          <p:nvPr/>
        </p:nvSpPr>
        <p:spPr>
          <a:xfrm>
            <a:off x="383764" y="1421832"/>
            <a:ext cx="4179346" cy="4394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After you select the customer, some details such as address, date are automatically plotted in their respective field. 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header, current date is also plotted automatically but if you wish to change the date – click the date picker and select its respective date. 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4.3.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header, add the necessary information if necessary. 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4.4.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 in header, click save button.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5.1.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saving the header, you may now select the receivables from sales journal. Select it by ticking the check box.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5.2.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accept, if done.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E0634-9763-6461-B5C9-62A0D927E340}"/>
              </a:ext>
            </a:extLst>
          </p:cNvPr>
          <p:cNvSpPr txBox="1"/>
          <p:nvPr/>
        </p:nvSpPr>
        <p:spPr>
          <a:xfrm>
            <a:off x="1522069" y="628135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Counter Receipt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7609940-3876-512A-14EF-C9FC0F3FA0E8}"/>
              </a:ext>
            </a:extLst>
          </p:cNvPr>
          <p:cNvGrpSpPr/>
          <p:nvPr/>
        </p:nvGrpSpPr>
        <p:grpSpPr>
          <a:xfrm>
            <a:off x="5408071" y="315372"/>
            <a:ext cx="6400165" cy="3166745"/>
            <a:chOff x="4999990" y="1324928"/>
            <a:chExt cx="6400165" cy="316674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8B34516-A7DB-9B40-5549-16078DF68ED7}"/>
                </a:ext>
              </a:extLst>
            </p:cNvPr>
            <p:cNvGrpSpPr/>
            <p:nvPr/>
          </p:nvGrpSpPr>
          <p:grpSpPr>
            <a:xfrm>
              <a:off x="4999990" y="1324928"/>
              <a:ext cx="6400165" cy="2962910"/>
              <a:chOff x="4999990" y="1324928"/>
              <a:chExt cx="6400165" cy="296291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73BEC479-8E2F-BB8B-4D06-76F426F8C1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97550" y="1324928"/>
                <a:ext cx="5602605" cy="2962910"/>
              </a:xfrm>
              <a:prstGeom prst="rect">
                <a:avLst/>
              </a:prstGeom>
            </p:spPr>
          </p:pic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9D119ABF-B9BA-C20F-3900-63835FDE0224}"/>
                  </a:ext>
                </a:extLst>
              </p:cNvPr>
              <p:cNvGrpSpPr/>
              <p:nvPr/>
            </p:nvGrpSpPr>
            <p:grpSpPr>
              <a:xfrm>
                <a:off x="4999990" y="1682433"/>
                <a:ext cx="6158230" cy="2247900"/>
                <a:chOff x="0" y="0"/>
                <a:chExt cx="6158230" cy="2247900"/>
              </a:xfrm>
            </p:grpSpPr>
            <p:sp>
              <p:nvSpPr>
                <p:cNvPr id="44" name="Text Box 1047">
                  <a:extLst>
                    <a:ext uri="{FF2B5EF4-FFF2-40B4-BE49-F238E27FC236}">
                      <a16:creationId xmlns:a16="http://schemas.microsoft.com/office/drawing/2014/main" id="{B3493DBD-B5FC-4FAB-70C9-09FC83149659}"/>
                    </a:ext>
                  </a:extLst>
                </p:cNvPr>
                <p:cNvSpPr txBox="1"/>
                <p:nvPr/>
              </p:nvSpPr>
              <p:spPr>
                <a:xfrm>
                  <a:off x="0" y="1962150"/>
                  <a:ext cx="787400" cy="2857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Detail</a:t>
                  </a:r>
                </a:p>
              </p:txBody>
            </p:sp>
            <p:sp>
              <p:nvSpPr>
                <p:cNvPr id="45" name="Text Box 1041">
                  <a:extLst>
                    <a:ext uri="{FF2B5EF4-FFF2-40B4-BE49-F238E27FC236}">
                      <a16:creationId xmlns:a16="http://schemas.microsoft.com/office/drawing/2014/main" id="{38212EBE-7F43-F3E6-5861-5D9AF939DB78}"/>
                    </a:ext>
                  </a:extLst>
                </p:cNvPr>
                <p:cNvSpPr txBox="1"/>
                <p:nvPr/>
              </p:nvSpPr>
              <p:spPr>
                <a:xfrm>
                  <a:off x="44450" y="279400"/>
                  <a:ext cx="787400" cy="2857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Header</a:t>
                  </a:r>
                </a:p>
              </p:txBody>
            </p:sp>
            <p:sp>
              <p:nvSpPr>
                <p:cNvPr id="46" name="Text Box 1042">
                  <a:extLst>
                    <a:ext uri="{FF2B5EF4-FFF2-40B4-BE49-F238E27FC236}">
                      <a16:creationId xmlns:a16="http://schemas.microsoft.com/office/drawing/2014/main" id="{09CD8F66-6766-DE23-CE35-D2F5B0312EDF}"/>
                    </a:ext>
                  </a:extLst>
                </p:cNvPr>
                <p:cNvSpPr txBox="1"/>
                <p:nvPr/>
              </p:nvSpPr>
              <p:spPr>
                <a:xfrm>
                  <a:off x="5080000" y="793750"/>
                  <a:ext cx="961390" cy="2857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4.1 to 4.3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82E6E0E6-C5DD-84F0-74E7-09F0ACF0B58C}"/>
                    </a:ext>
                  </a:extLst>
                </p:cNvPr>
                <p:cNvSpPr/>
                <p:nvPr/>
              </p:nvSpPr>
              <p:spPr>
                <a:xfrm>
                  <a:off x="5092700" y="114300"/>
                  <a:ext cx="413385" cy="16637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6DA79286-26D3-4DBC-E0A9-FD6CEEBB7E4A}"/>
                    </a:ext>
                  </a:extLst>
                </p:cNvPr>
                <p:cNvCxnSpPr/>
                <p:nvPr/>
              </p:nvCxnSpPr>
              <p:spPr>
                <a:xfrm>
                  <a:off x="5480050" y="114300"/>
                  <a:ext cx="193040" cy="762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9" name="Text Box 1038">
                  <a:extLst>
                    <a:ext uri="{FF2B5EF4-FFF2-40B4-BE49-F238E27FC236}">
                      <a16:creationId xmlns:a16="http://schemas.microsoft.com/office/drawing/2014/main" id="{BCB6F7C1-8CC0-A7E4-C406-A45920A84214}"/>
                    </a:ext>
                  </a:extLst>
                </p:cNvPr>
                <p:cNvSpPr txBox="1"/>
                <p:nvPr/>
              </p:nvSpPr>
              <p:spPr>
                <a:xfrm>
                  <a:off x="5683250" y="0"/>
                  <a:ext cx="474980" cy="2857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4.4</a:t>
                  </a: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B6C5153-7021-4186-B72F-3C0570953027}"/>
                    </a:ext>
                  </a:extLst>
                </p:cNvPr>
                <p:cNvSpPr/>
                <p:nvPr/>
              </p:nvSpPr>
              <p:spPr>
                <a:xfrm>
                  <a:off x="5346700" y="1428750"/>
                  <a:ext cx="425450" cy="178435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F92A2C75-7C27-B52B-6DD4-0489EFD71D9E}"/>
                    </a:ext>
                  </a:extLst>
                </p:cNvPr>
                <p:cNvCxnSpPr/>
                <p:nvPr/>
              </p:nvCxnSpPr>
              <p:spPr>
                <a:xfrm>
                  <a:off x="5365750" y="1606550"/>
                  <a:ext cx="94615" cy="11874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2" name="Text Box 1045">
                  <a:extLst>
                    <a:ext uri="{FF2B5EF4-FFF2-40B4-BE49-F238E27FC236}">
                      <a16:creationId xmlns:a16="http://schemas.microsoft.com/office/drawing/2014/main" id="{3A9B0FA7-91FF-8FB2-64C3-279A8FDF48BF}"/>
                    </a:ext>
                  </a:extLst>
                </p:cNvPr>
                <p:cNvSpPr txBox="1"/>
                <p:nvPr/>
              </p:nvSpPr>
              <p:spPr>
                <a:xfrm>
                  <a:off x="5314950" y="1739900"/>
                  <a:ext cx="474980" cy="2857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1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5.1</a:t>
                  </a:r>
                </a:p>
              </p:txBody>
            </p:sp>
          </p:grp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2703AF2-EE84-E560-4837-80E58439EC2A}"/>
                </a:ext>
              </a:extLst>
            </p:cNvPr>
            <p:cNvSpPr/>
            <p:nvPr/>
          </p:nvSpPr>
          <p:spPr>
            <a:xfrm>
              <a:off x="5862955" y="1974533"/>
              <a:ext cx="5269230" cy="111315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27FE239-7D0A-3D42-5934-4B1D55DA098E}"/>
                </a:ext>
              </a:extLst>
            </p:cNvPr>
            <p:cNvSpPr/>
            <p:nvPr/>
          </p:nvSpPr>
          <p:spPr>
            <a:xfrm>
              <a:off x="5871210" y="3609658"/>
              <a:ext cx="5287010" cy="88201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D2A6948-CFDA-2470-F791-BE7C3292A502}"/>
              </a:ext>
            </a:extLst>
          </p:cNvPr>
          <p:cNvGrpSpPr/>
          <p:nvPr/>
        </p:nvGrpSpPr>
        <p:grpSpPr>
          <a:xfrm>
            <a:off x="5452521" y="3836258"/>
            <a:ext cx="6469286" cy="2706370"/>
            <a:chOff x="5846221" y="3915187"/>
            <a:chExt cx="6469286" cy="2706370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EAF2422-FD84-68CD-78F9-F59874C8F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221" y="3915187"/>
              <a:ext cx="5810250" cy="2706370"/>
            </a:xfrm>
            <a:prstGeom prst="rect">
              <a:avLst/>
            </a:prstGeom>
          </p:spPr>
        </p:pic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B1D58C2-17BC-DECD-16F1-4A5A97BBED3A}"/>
                </a:ext>
              </a:extLst>
            </p:cNvPr>
            <p:cNvGrpSpPr/>
            <p:nvPr/>
          </p:nvGrpSpPr>
          <p:grpSpPr>
            <a:xfrm>
              <a:off x="5972492" y="4856480"/>
              <a:ext cx="6343015" cy="1713230"/>
              <a:chOff x="2924492" y="2572385"/>
              <a:chExt cx="6343015" cy="171323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3AA93D1-F9FE-F5F7-145E-F24DF196F1E3}"/>
                  </a:ext>
                </a:extLst>
              </p:cNvPr>
              <p:cNvSpPr/>
              <p:nvPr/>
            </p:nvSpPr>
            <p:spPr>
              <a:xfrm>
                <a:off x="2924492" y="2572385"/>
                <a:ext cx="20574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EDF9A3AF-8D60-65DE-5059-DB87B74A8D2B}"/>
                  </a:ext>
                </a:extLst>
              </p:cNvPr>
              <p:cNvCxnSpPr/>
              <p:nvPr/>
            </p:nvCxnSpPr>
            <p:spPr>
              <a:xfrm>
                <a:off x="3128962" y="2734945"/>
                <a:ext cx="193040" cy="76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Text Box 1054">
                <a:extLst>
                  <a:ext uri="{FF2B5EF4-FFF2-40B4-BE49-F238E27FC236}">
                    <a16:creationId xmlns:a16="http://schemas.microsoft.com/office/drawing/2014/main" id="{2D34F89C-6BF1-1CC9-8345-E877A873F9CA}"/>
                  </a:ext>
                </a:extLst>
              </p:cNvPr>
              <p:cNvSpPr txBox="1"/>
              <p:nvPr/>
            </p:nvSpPr>
            <p:spPr>
              <a:xfrm>
                <a:off x="3322637" y="2576195"/>
                <a:ext cx="474980" cy="2857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5.1.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574687D-F37F-9A3A-4F61-162D021E92B9}"/>
                  </a:ext>
                </a:extLst>
              </p:cNvPr>
              <p:cNvSpPr/>
              <p:nvPr/>
            </p:nvSpPr>
            <p:spPr>
              <a:xfrm>
                <a:off x="7941627" y="3953510"/>
                <a:ext cx="616585" cy="33210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B1B72EA-DBD5-B3E1-81D2-602B8BF7B934}"/>
                  </a:ext>
                </a:extLst>
              </p:cNvPr>
              <p:cNvCxnSpPr/>
              <p:nvPr/>
            </p:nvCxnSpPr>
            <p:spPr>
              <a:xfrm>
                <a:off x="8598852" y="4131945"/>
                <a:ext cx="193040" cy="76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1" name="Text Box 1053">
                <a:extLst>
                  <a:ext uri="{FF2B5EF4-FFF2-40B4-BE49-F238E27FC236}">
                    <a16:creationId xmlns:a16="http://schemas.microsoft.com/office/drawing/2014/main" id="{1A3C030C-EC32-02DC-3F41-04109E391087}"/>
                  </a:ext>
                </a:extLst>
              </p:cNvPr>
              <p:cNvSpPr txBox="1"/>
              <p:nvPr/>
            </p:nvSpPr>
            <p:spPr>
              <a:xfrm>
                <a:off x="8792527" y="3916045"/>
                <a:ext cx="474980" cy="2857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5.2.</a:t>
                </a:r>
              </a:p>
            </p:txBody>
          </p:sp>
        </p:grp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05618-0F95-DDE1-9AB2-FB91872E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9058E-BEE6-050E-03ED-401455F0F19C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Receivables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/ Counter Receipt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017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5F604CD2-37AD-720F-6809-08E563572769}"/>
              </a:ext>
            </a:extLst>
          </p:cNvPr>
          <p:cNvSpPr txBox="1"/>
          <p:nvPr/>
        </p:nvSpPr>
        <p:spPr>
          <a:xfrm>
            <a:off x="383764" y="1978092"/>
            <a:ext cx="4179346" cy="4394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receivables from sales journal, you will be redirect in counter receipt – main window and the selected receivables accounts will be displayed in counter receipt – detail. 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 click the arrow to enable the buttons in the header.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finalize, click post button.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300" b="0" i="0" u="none" strike="noStrike" kern="1200" cap="all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E0634-9763-6461-B5C9-62A0D927E340}"/>
              </a:ext>
            </a:extLst>
          </p:cNvPr>
          <p:cNvSpPr txBox="1"/>
          <p:nvPr/>
        </p:nvSpPr>
        <p:spPr>
          <a:xfrm>
            <a:off x="1522069" y="628135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Create Counter Receipt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77646E5-06AF-A624-4C80-31C877153601}"/>
              </a:ext>
            </a:extLst>
          </p:cNvPr>
          <p:cNvGrpSpPr/>
          <p:nvPr/>
        </p:nvGrpSpPr>
        <p:grpSpPr>
          <a:xfrm>
            <a:off x="5160327" y="1978092"/>
            <a:ext cx="6285865" cy="3396529"/>
            <a:chOff x="5160327" y="1421832"/>
            <a:chExt cx="6285865" cy="33965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0DD9AE-0732-CE98-2C56-97D1168C8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0327" y="1421832"/>
              <a:ext cx="6189345" cy="209931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47F3AA-EA59-C4D2-EBB9-9CC744761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21362" y="2397106"/>
              <a:ext cx="4547870" cy="24212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B18DD50-D650-85E0-261D-8F0C91E27FA6}"/>
                </a:ext>
              </a:extLst>
            </p:cNvPr>
            <p:cNvGrpSpPr/>
            <p:nvPr/>
          </p:nvGrpSpPr>
          <p:grpSpPr>
            <a:xfrm>
              <a:off x="8374062" y="1850371"/>
              <a:ext cx="3072130" cy="1093470"/>
              <a:chOff x="4559935" y="2882265"/>
              <a:chExt cx="3072130" cy="109347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9985C25-B32D-AB87-2551-5080879FBA2A}"/>
                  </a:ext>
                </a:extLst>
              </p:cNvPr>
              <p:cNvSpPr/>
              <p:nvPr/>
            </p:nvSpPr>
            <p:spPr>
              <a:xfrm>
                <a:off x="6737985" y="2939415"/>
                <a:ext cx="268605" cy="29654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78BCD27F-C2DD-BA0A-D05C-F619D4C1885E}"/>
                  </a:ext>
                </a:extLst>
              </p:cNvPr>
              <p:cNvCxnSpPr/>
              <p:nvPr/>
            </p:nvCxnSpPr>
            <p:spPr>
              <a:xfrm flipV="1">
                <a:off x="7036435" y="3015615"/>
                <a:ext cx="142240" cy="711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Text Box 1090">
                <a:extLst>
                  <a:ext uri="{FF2B5EF4-FFF2-40B4-BE49-F238E27FC236}">
                    <a16:creationId xmlns:a16="http://schemas.microsoft.com/office/drawing/2014/main" id="{6C6814F2-1445-566C-D7B5-25E519F6F2D8}"/>
                  </a:ext>
                </a:extLst>
              </p:cNvPr>
              <p:cNvSpPr txBox="1"/>
              <p:nvPr/>
            </p:nvSpPr>
            <p:spPr>
              <a:xfrm>
                <a:off x="7157085" y="2882265"/>
                <a:ext cx="474980" cy="2857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11" name="Curved Right Arrow 1092">
                <a:extLst>
                  <a:ext uri="{FF2B5EF4-FFF2-40B4-BE49-F238E27FC236}">
                    <a16:creationId xmlns:a16="http://schemas.microsoft.com/office/drawing/2014/main" id="{B1794672-D592-518F-F8B8-07B8F4295568}"/>
                  </a:ext>
                </a:extLst>
              </p:cNvPr>
              <p:cNvSpPr/>
              <p:nvPr/>
            </p:nvSpPr>
            <p:spPr>
              <a:xfrm>
                <a:off x="6058535" y="3161665"/>
                <a:ext cx="438785" cy="450850"/>
              </a:xfrm>
              <a:prstGeom prst="curvedRightArrow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E308E7D7-173D-4C54-3A4E-E71DF7B1E591}"/>
                  </a:ext>
                </a:extLst>
              </p:cNvPr>
              <p:cNvSpPr/>
              <p:nvPr/>
            </p:nvSpPr>
            <p:spPr>
              <a:xfrm>
                <a:off x="4559935" y="3726815"/>
                <a:ext cx="351790" cy="24892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F00D8F6-338F-DA91-8336-89FD122B69C4}"/>
                  </a:ext>
                </a:extLst>
              </p:cNvPr>
              <p:cNvCxnSpPr/>
              <p:nvPr/>
            </p:nvCxnSpPr>
            <p:spPr>
              <a:xfrm flipV="1">
                <a:off x="4953635" y="3783965"/>
                <a:ext cx="142240" cy="711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 Box 1086">
                <a:extLst>
                  <a:ext uri="{FF2B5EF4-FFF2-40B4-BE49-F238E27FC236}">
                    <a16:creationId xmlns:a16="http://schemas.microsoft.com/office/drawing/2014/main" id="{1EDC6C93-0B25-A24E-12B0-05A7E22F7CC3}"/>
                  </a:ext>
                </a:extLst>
              </p:cNvPr>
              <p:cNvSpPr txBox="1"/>
              <p:nvPr/>
            </p:nvSpPr>
            <p:spPr>
              <a:xfrm>
                <a:off x="5080635" y="3656965"/>
                <a:ext cx="474980" cy="2857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8</a:t>
                </a:r>
              </a:p>
            </p:txBody>
          </p:sp>
        </p:grp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A4B887-E534-A3ED-097A-77AF5F713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FC5F6-07F8-82E0-4D49-254E5861A7EF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Receivables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/ Counter Receipt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179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BB81FD-CDE3-F2A8-024A-E7D2DCEB0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557" y="960895"/>
            <a:ext cx="6078855" cy="15379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05110" y="96552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Edit Counter Receipt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491920"/>
            <a:ext cx="4179346" cy="427250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counter receipt – main window, search the counter receipt transaction you wish to edit its information in the search bar. Or,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counter receipt – main form, click the lookup button and select the transaction you wish to edit the list by typing its transaction number in the search bar.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After you select the KR transaction, if you wish to edit the header of the transaction click edit button. 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are done editing the KR header, click save button in the upper side of the header.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70DB8-934F-E30F-0602-D150FFB10E03}"/>
              </a:ext>
            </a:extLst>
          </p:cNvPr>
          <p:cNvSpPr txBox="1"/>
          <p:nvPr/>
        </p:nvSpPr>
        <p:spPr>
          <a:xfrm>
            <a:off x="7296700" y="260262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Counter Receipt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336060-7936-AF0F-787C-E6433EDAE074}"/>
              </a:ext>
            </a:extLst>
          </p:cNvPr>
          <p:cNvGrpSpPr/>
          <p:nvPr/>
        </p:nvGrpSpPr>
        <p:grpSpPr>
          <a:xfrm>
            <a:off x="5525044" y="1729880"/>
            <a:ext cx="1475739" cy="333375"/>
            <a:chOff x="0" y="0"/>
            <a:chExt cx="1476374" cy="3333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7E3F88F-F0CF-FD38-5B2C-F1C5F035C97E}"/>
                </a:ext>
              </a:extLst>
            </p:cNvPr>
            <p:cNvSpPr/>
            <p:nvPr/>
          </p:nvSpPr>
          <p:spPr>
            <a:xfrm>
              <a:off x="0" y="0"/>
              <a:ext cx="800100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4D25E9A-0678-9DD4-6B7A-020DF8A5A057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 Box 734">
              <a:extLst>
                <a:ext uri="{FF2B5EF4-FFF2-40B4-BE49-F238E27FC236}">
                  <a16:creationId xmlns:a16="http://schemas.microsoft.com/office/drawing/2014/main" id="{3142913A-2290-8BF2-A952-476D2175D9D6}"/>
                </a:ext>
              </a:extLst>
            </p:cNvPr>
            <p:cNvSpPr txBox="1"/>
            <p:nvPr/>
          </p:nvSpPr>
          <p:spPr>
            <a:xfrm>
              <a:off x="1009649" y="28575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71D43FF-7764-D088-83B4-EE19BA2A9179}"/>
              </a:ext>
            </a:extLst>
          </p:cNvPr>
          <p:cNvSpPr txBox="1"/>
          <p:nvPr/>
        </p:nvSpPr>
        <p:spPr>
          <a:xfrm>
            <a:off x="7296700" y="5467141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Counter Receipt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B9667B4-7753-B2D9-D672-63734C0C4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BC89EF-EB13-4980-63A5-0A55BA43BC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030" y="3429000"/>
            <a:ext cx="6162040" cy="1953895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FB236370-DE14-0B9F-7E3B-70EF733E4F51}"/>
              </a:ext>
            </a:extLst>
          </p:cNvPr>
          <p:cNvGrpSpPr/>
          <p:nvPr/>
        </p:nvGrpSpPr>
        <p:grpSpPr>
          <a:xfrm>
            <a:off x="4902835" y="3611663"/>
            <a:ext cx="6318251" cy="1503045"/>
            <a:chOff x="2936875" y="2677478"/>
            <a:chExt cx="6318251" cy="150304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2C85C9D-469C-DF8A-962F-8EAAC66309F5}"/>
                </a:ext>
              </a:extLst>
            </p:cNvPr>
            <p:cNvGrpSpPr/>
            <p:nvPr/>
          </p:nvGrpSpPr>
          <p:grpSpPr>
            <a:xfrm>
              <a:off x="4763135" y="3131503"/>
              <a:ext cx="952500" cy="304800"/>
              <a:chOff x="523874" y="28575"/>
              <a:chExt cx="952500" cy="304800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FC9A132-89DA-C1E5-DD84-159FBFF56A58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C62377E7-00AE-F704-7B26-8483E2A5584E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 Box 896">
                <a:extLst>
                  <a:ext uri="{FF2B5EF4-FFF2-40B4-BE49-F238E27FC236}">
                    <a16:creationId xmlns:a16="http://schemas.microsoft.com/office/drawing/2014/main" id="{E4DF0B0B-D678-3DF6-B6BF-5547C4CC6F55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60CD579-D97E-F78C-2456-D96F3DBE0C4B}"/>
                </a:ext>
              </a:extLst>
            </p:cNvPr>
            <p:cNvGrpSpPr/>
            <p:nvPr/>
          </p:nvGrpSpPr>
          <p:grpSpPr>
            <a:xfrm>
              <a:off x="8274050" y="2859723"/>
              <a:ext cx="981076" cy="304800"/>
              <a:chOff x="333374" y="28575"/>
              <a:chExt cx="981076" cy="3048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9EF6CAA-EFAD-C714-2F4E-AEB210275D52}"/>
                  </a:ext>
                </a:extLst>
              </p:cNvPr>
              <p:cNvSpPr/>
              <p:nvPr/>
            </p:nvSpPr>
            <p:spPr>
              <a:xfrm>
                <a:off x="333374" y="28575"/>
                <a:ext cx="4663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C337735A-B11A-4831-D498-A53B6BC6E7E3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 Box 900">
                <a:extLst>
                  <a:ext uri="{FF2B5EF4-FFF2-40B4-BE49-F238E27FC236}">
                    <a16:creationId xmlns:a16="http://schemas.microsoft.com/office/drawing/2014/main" id="{75506512-70BA-E0FB-0AA9-5B158A914055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44D59B2-CC79-A1C6-92AC-4D26830769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86120" y="3301048"/>
              <a:ext cx="2954020" cy="879475"/>
              <a:chOff x="6116" y="177"/>
              <a:chExt cx="4652" cy="1385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604B029-5CA9-8AE0-E6D5-4E1F3C4EDF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 Box 241">
                <a:extLst>
                  <a:ext uri="{FF2B5EF4-FFF2-40B4-BE49-F238E27FC236}">
                    <a16:creationId xmlns:a16="http://schemas.microsoft.com/office/drawing/2014/main" id="{E80CB068-DA1E-DF36-F785-2D14AFC6E5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" y="177"/>
                <a:ext cx="4652" cy="13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101600" marR="0" lvl="0" indent="0" algn="l" defTabSz="914400" rtl="0" eaLnBrk="1" fontAlgn="auto" latinLnBrk="0" hangingPunct="1">
                  <a:lnSpc>
                    <a:spcPct val="107000"/>
                  </a:lnSpc>
                  <a:spcBef>
                    <a:spcPts val="44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PH" sz="1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4F6128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KR transaction?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685800" marR="0" lvl="1" indent="-228600" algn="l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800"/>
                  <a:buFont typeface="+mj-lt"/>
                  <a:buAutoNum type="arabicPeriod"/>
                  <a:tabLst>
                    <a:tab pos="227330" algn="l"/>
                  </a:tabLst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transaction number in the search bar.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685800" marR="0" lvl="1" indent="-228600" algn="l" defTabSz="914400" rtl="0" eaLnBrk="1" fontAlgn="auto" latinLnBrk="0" hangingPunct="1">
                  <a:lnSpc>
                    <a:spcPts val="975"/>
                  </a:lnSpc>
                  <a:spcBef>
                    <a:spcPts val="5"/>
                  </a:spcBef>
                  <a:spcAft>
                    <a:spcPts val="0"/>
                  </a:spcAft>
                  <a:buClrTx/>
                  <a:buSzPts val="800"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‘enter’ in the keyboard to</a:t>
                </a:r>
                <a:r>
                  <a:rPr kumimoji="0" lang="en-US" sz="800" b="0" i="0" u="none" strike="noStrike" kern="1200" cap="none" spc="-4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search.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685800" marR="0" lvl="1" indent="-228600" algn="l" defTabSz="914400" rtl="0" eaLnBrk="1" fontAlgn="auto" latinLnBrk="0" hangingPunct="1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ts val="800"/>
                  <a:buFont typeface="+mj-lt"/>
                  <a:buAutoNum type="arabicPeriod"/>
                  <a:tabLst>
                    <a:tab pos="203200" algn="l"/>
                  </a:tabLst>
                  <a:defRPr/>
                </a:pPr>
                <a:r>
                  <a:rPr kumimoji="0" lang="en-PH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to select the transaction you want to edit</a:t>
                </a:r>
                <a:endPara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" name="Text Box 901">
              <a:extLst>
                <a:ext uri="{FF2B5EF4-FFF2-40B4-BE49-F238E27FC236}">
                  <a16:creationId xmlns:a16="http://schemas.microsoft.com/office/drawing/2014/main" id="{8111D9B2-2BA8-745F-B13A-C9EA0A90A876}"/>
                </a:ext>
              </a:extLst>
            </p:cNvPr>
            <p:cNvSpPr txBox="1"/>
            <p:nvPr/>
          </p:nvSpPr>
          <p:spPr>
            <a:xfrm>
              <a:off x="2936875" y="2677478"/>
              <a:ext cx="1306195" cy="2730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HEADER</a:t>
              </a:r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CC75251-D014-B0FB-FABA-FB7BA1F4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F9BED-92DB-06DC-8418-6A6309A55448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Receivables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/ Counter Receipt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60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05110" y="965527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Edit Counter Receipt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97771" y="2227079"/>
            <a:ext cx="4179346" cy="427250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want to edit the list in the detail, click the button delete to remove it from the list.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you’re done editing, click save account button to save the changes you made in the entry.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B9667B4-7753-B2D9-D672-63734C0C4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98EFE636-C7D8-E46C-05DC-D71B75A48725}"/>
              </a:ext>
            </a:extLst>
          </p:cNvPr>
          <p:cNvGrpSpPr/>
          <p:nvPr/>
        </p:nvGrpSpPr>
        <p:grpSpPr>
          <a:xfrm>
            <a:off x="5710718" y="1964803"/>
            <a:ext cx="5697335" cy="1707423"/>
            <a:chOff x="3743527" y="3590699"/>
            <a:chExt cx="5697335" cy="17074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922B638-2BC8-7131-1D78-7BC8D7552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3037" y="3866832"/>
              <a:ext cx="5457825" cy="143129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CD6C6F-BF3E-5D0E-CC00-6161CFC13948}"/>
                </a:ext>
              </a:extLst>
            </p:cNvPr>
            <p:cNvSpPr/>
            <p:nvPr/>
          </p:nvSpPr>
          <p:spPr>
            <a:xfrm>
              <a:off x="4304982" y="4684077"/>
              <a:ext cx="242570" cy="22288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Text Box 914">
              <a:extLst>
                <a:ext uri="{FF2B5EF4-FFF2-40B4-BE49-F238E27FC236}">
                  <a16:creationId xmlns:a16="http://schemas.microsoft.com/office/drawing/2014/main" id="{05C6D5C3-6D4C-1C7D-2997-7214391927F1}"/>
                </a:ext>
              </a:extLst>
            </p:cNvPr>
            <p:cNvSpPr txBox="1"/>
            <p:nvPr/>
          </p:nvSpPr>
          <p:spPr>
            <a:xfrm>
              <a:off x="3743527" y="3590699"/>
              <a:ext cx="914400" cy="28448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DETAIL</a:t>
              </a:r>
            </a:p>
          </p:txBody>
        </p:sp>
        <p:sp>
          <p:nvSpPr>
            <p:cNvPr id="25" name="Text Box 960">
              <a:extLst>
                <a:ext uri="{FF2B5EF4-FFF2-40B4-BE49-F238E27FC236}">
                  <a16:creationId xmlns:a16="http://schemas.microsoft.com/office/drawing/2014/main" id="{0166CD50-690F-29E1-CE7E-B29C5EDB86EC}"/>
                </a:ext>
              </a:extLst>
            </p:cNvPr>
            <p:cNvSpPr txBox="1"/>
            <p:nvPr/>
          </p:nvSpPr>
          <p:spPr>
            <a:xfrm>
              <a:off x="3991292" y="4618672"/>
              <a:ext cx="238125" cy="26225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Calibri" panose="020F0502020204030204" pitchFamily="34" charset="0"/>
                  <a:cs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6B042-659D-7B58-8C12-0E2A84DBA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F9AAA-7D47-716A-DF0C-8DD8B1255423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Receivables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/ Counter Receipt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66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8">
            <a:extLst>
              <a:ext uri="{FF2B5EF4-FFF2-40B4-BE49-F238E27FC236}">
                <a16:creationId xmlns:a16="http://schemas.microsoft.com/office/drawing/2014/main" id="{9A8214E9-BA24-C1CD-FE2E-59471D8D7178}"/>
              </a:ext>
            </a:extLst>
          </p:cNvPr>
          <p:cNvSpPr txBox="1"/>
          <p:nvPr/>
        </p:nvSpPr>
        <p:spPr>
          <a:xfrm>
            <a:off x="540588" y="1827541"/>
            <a:ext cx="4179346" cy="2863837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counter receipt – main window, search the counter receipt transaction you wish to edit its information in the search bar. Or,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counter receipt – main form, click the lookup button and select the transaction you wish to edit the list by typing its transaction number in the search bar.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delete button.</a:t>
            </a: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388AC9D8-E4B5-58A0-4094-8A9CB20669C4}"/>
              </a:ext>
            </a:extLst>
          </p:cNvPr>
          <p:cNvSpPr txBox="1"/>
          <p:nvPr/>
        </p:nvSpPr>
        <p:spPr>
          <a:xfrm>
            <a:off x="0" y="-11307"/>
            <a:ext cx="5374888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" panose="020F0502020204030204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6411CD-D453-3C70-B863-B05DFE4DD718}"/>
              </a:ext>
            </a:extLst>
          </p:cNvPr>
          <p:cNvSpPr txBox="1"/>
          <p:nvPr/>
        </p:nvSpPr>
        <p:spPr>
          <a:xfrm>
            <a:off x="805110" y="1311838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How To Delete Counter Receipt Transaction?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215506-CA7E-755F-74BA-DBA6C0290AC7}"/>
              </a:ext>
            </a:extLst>
          </p:cNvPr>
          <p:cNvSpPr txBox="1"/>
          <p:nvPr/>
        </p:nvSpPr>
        <p:spPr>
          <a:xfrm>
            <a:off x="7402810" y="2659403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Counter Receipt – Main Window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25BD2-501C-BE09-F2C5-E795CFEB6D7C}"/>
              </a:ext>
            </a:extLst>
          </p:cNvPr>
          <p:cNvGrpSpPr/>
          <p:nvPr/>
        </p:nvGrpSpPr>
        <p:grpSpPr>
          <a:xfrm>
            <a:off x="5374888" y="998855"/>
            <a:ext cx="6078855" cy="1537970"/>
            <a:chOff x="5374888" y="2012315"/>
            <a:chExt cx="6078855" cy="153797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220CA3-E40E-4D83-A715-FBA0239EE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74888" y="2012315"/>
              <a:ext cx="6078855" cy="153797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36EFCE5-8269-7FA8-33AD-576EAF0679E6}"/>
                </a:ext>
              </a:extLst>
            </p:cNvPr>
            <p:cNvGrpSpPr/>
            <p:nvPr/>
          </p:nvGrpSpPr>
          <p:grpSpPr>
            <a:xfrm>
              <a:off x="5374888" y="2835593"/>
              <a:ext cx="1475739" cy="333375"/>
              <a:chOff x="0" y="0"/>
              <a:chExt cx="1476374" cy="33337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36C6778-6630-6958-B133-7CBDA41AABC6}"/>
                  </a:ext>
                </a:extLst>
              </p:cNvPr>
              <p:cNvSpPr/>
              <p:nvPr/>
            </p:nvSpPr>
            <p:spPr>
              <a:xfrm>
                <a:off x="0" y="0"/>
                <a:ext cx="800100" cy="33337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D3790BF2-C507-B018-40A1-1362BF367ACB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Text Box 1154">
                <a:extLst>
                  <a:ext uri="{FF2B5EF4-FFF2-40B4-BE49-F238E27FC236}">
                    <a16:creationId xmlns:a16="http://schemas.microsoft.com/office/drawing/2014/main" id="{24718C3B-718C-E3E0-4385-BB7B16E9C408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1.1.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2F08B4-B020-7BF5-23A0-C43EE910DEFA}"/>
              </a:ext>
            </a:extLst>
          </p:cNvPr>
          <p:cNvGrpSpPr/>
          <p:nvPr/>
        </p:nvGrpSpPr>
        <p:grpSpPr>
          <a:xfrm>
            <a:off x="4805837" y="3460431"/>
            <a:ext cx="6495506" cy="1953895"/>
            <a:chOff x="4958237" y="3466465"/>
            <a:chExt cx="6495506" cy="195389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092C0A6-5076-92F7-38B7-412022D94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1703" y="3466465"/>
              <a:ext cx="6162040" cy="1953895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75F1940-24FA-6A41-7A8B-2DA891B86656}"/>
                </a:ext>
              </a:extLst>
            </p:cNvPr>
            <p:cNvGrpSpPr/>
            <p:nvPr/>
          </p:nvGrpSpPr>
          <p:grpSpPr>
            <a:xfrm>
              <a:off x="4958237" y="3686946"/>
              <a:ext cx="3720923" cy="769572"/>
              <a:chOff x="4021950" y="3038840"/>
              <a:chExt cx="3720923" cy="76957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EE704AA-1310-6B45-D7A5-E54831C3A101}"/>
                  </a:ext>
                </a:extLst>
              </p:cNvPr>
              <p:cNvGrpSpPr/>
              <p:nvPr/>
            </p:nvGrpSpPr>
            <p:grpSpPr>
              <a:xfrm>
                <a:off x="5589587" y="3503612"/>
                <a:ext cx="952500" cy="304800"/>
                <a:chOff x="523874" y="28575"/>
                <a:chExt cx="952500" cy="304800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6683786-1C9A-06A5-6CB8-1C2CA6320191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6DEA001F-EFB4-CF50-ECE7-640ED88D3EB2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 Box 1161">
                  <a:extLst>
                    <a:ext uri="{FF2B5EF4-FFF2-40B4-BE49-F238E27FC236}">
                      <a16:creationId xmlns:a16="http://schemas.microsoft.com/office/drawing/2014/main" id="{EEE55016-FFF9-380C-4BEF-2E41D9156EF2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719F324-EBD6-E489-070D-A334B472B07F}"/>
                  </a:ext>
                </a:extLst>
              </p:cNvPr>
              <p:cNvGrpSpPr/>
              <p:nvPr/>
            </p:nvGrpSpPr>
            <p:grpSpPr>
              <a:xfrm>
                <a:off x="6761797" y="3245167"/>
                <a:ext cx="981076" cy="278130"/>
                <a:chOff x="333374" y="28575"/>
                <a:chExt cx="981076" cy="304800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2652D6B3-AB7D-5C28-74D5-4BDE1DFA0050}"/>
                    </a:ext>
                  </a:extLst>
                </p:cNvPr>
                <p:cNvSpPr/>
                <p:nvPr/>
              </p:nvSpPr>
              <p:spPr>
                <a:xfrm>
                  <a:off x="333374" y="28575"/>
                  <a:ext cx="4663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6E20B4B3-EB20-C50C-C230-E7D16237B066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" name="Text Box 1165">
                  <a:extLst>
                    <a:ext uri="{FF2B5EF4-FFF2-40B4-BE49-F238E27FC236}">
                      <a16:creationId xmlns:a16="http://schemas.microsoft.com/office/drawing/2014/main" id="{609ADA13-A6C4-7973-BCF5-063897C8E292}"/>
                    </a:ext>
                  </a:extLst>
                </p:cNvPr>
                <p:cNvSpPr txBox="1"/>
                <p:nvPr/>
              </p:nvSpPr>
              <p:spPr>
                <a:xfrm>
                  <a:off x="1009650" y="28575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5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2.</a:t>
                  </a:r>
                </a:p>
              </p:txBody>
            </p:sp>
          </p:grpSp>
          <p:sp>
            <p:nvSpPr>
              <p:cNvPr id="16" name="Text Box 1166">
                <a:extLst>
                  <a:ext uri="{FF2B5EF4-FFF2-40B4-BE49-F238E27FC236}">
                    <a16:creationId xmlns:a16="http://schemas.microsoft.com/office/drawing/2014/main" id="{8D6DF9C3-6D4B-8F6C-BE55-33A6A663C07C}"/>
                  </a:ext>
                </a:extLst>
              </p:cNvPr>
              <p:cNvSpPr txBox="1"/>
              <p:nvPr/>
            </p:nvSpPr>
            <p:spPr>
              <a:xfrm>
                <a:off x="4021950" y="3038840"/>
                <a:ext cx="1306195" cy="2730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Calibri" panose="020F0502020204030204" pitchFamily="34" charset="0"/>
                    <a:cs typeface="Times New Roman" panose="02020603050405020304" pitchFamily="18" charset="0"/>
                  </a:rPr>
                  <a:t>HEADER</a:t>
                </a:r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EFBFA44-F08E-3228-0B7C-B312C9E81DB8}"/>
              </a:ext>
            </a:extLst>
          </p:cNvPr>
          <p:cNvGrpSpPr>
            <a:grpSpLocks/>
          </p:cNvGrpSpPr>
          <p:nvPr/>
        </p:nvGrpSpPr>
        <p:grpSpPr bwMode="auto">
          <a:xfrm>
            <a:off x="7311755" y="4298718"/>
            <a:ext cx="2643755" cy="879475"/>
            <a:chOff x="6116" y="177"/>
            <a:chExt cx="3625" cy="1385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6D9663D9-D4A6-A0D5-A436-D3C86048B1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6" y="177"/>
              <a:ext cx="3625" cy="1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Text Box 241">
              <a:extLst>
                <a:ext uri="{FF2B5EF4-FFF2-40B4-BE49-F238E27FC236}">
                  <a16:creationId xmlns:a16="http://schemas.microsoft.com/office/drawing/2014/main" id="{839D24F6-2ED6-D289-C92D-866ECB766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6" y="177"/>
              <a:ext cx="3625" cy="138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 lvl="0" indent="0" algn="l" defTabSz="914400" rtl="0" eaLnBrk="1" fontAlgn="auto" latinLnBrk="0" hangingPunct="1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PH" sz="1000" b="0" i="1" u="none" strike="noStrike" kern="1200" cap="none" spc="0" normalizeH="0" baseline="0" noProof="0" dirty="0">
                  <a:ln>
                    <a:noFill/>
                  </a:ln>
                  <a:solidFill>
                    <a:srgbClr val="4F6128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KR transaction?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228600" algn="l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>
                  <a:tab pos="227330" algn="l"/>
                </a:tabLst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transaction number in the search bar.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42900" marR="0" lvl="0" indent="-228600" algn="l" defTabSz="914400" rtl="0" eaLnBrk="1" fontAlgn="auto" latinLnBrk="0" hangingPunct="1">
                <a:lnSpc>
                  <a:spcPts val="975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kumimoji="0" lang="en-US" sz="8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29565" marR="0" lvl="0" indent="-228600" algn="l" defTabSz="914400" rtl="0" eaLnBrk="1" fontAlgn="auto" latinLnBrk="0" hangingPunct="1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>
                  <a:tab pos="203200" algn="l"/>
                </a:tabLst>
                <a:defRPr/>
              </a:pPr>
              <a:r>
                <a:rPr kumimoji="0" lang="en-PH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to select the transaction you want to edit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75E90F7D-99C6-4EAE-0C31-58FAE035D67B}"/>
              </a:ext>
            </a:extLst>
          </p:cNvPr>
          <p:cNvSpPr txBox="1"/>
          <p:nvPr/>
        </p:nvSpPr>
        <p:spPr>
          <a:xfrm>
            <a:off x="7402810" y="551310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Counter Receipt – Main Form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3D9B4-AF50-804C-866E-FC14E094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2BD511-1100-B0DC-89E0-2FE3D5A2E4FC}"/>
              </a:ext>
            </a:extLst>
          </p:cNvPr>
          <p:cNvSpPr txBox="1"/>
          <p:nvPr/>
        </p:nvSpPr>
        <p:spPr>
          <a:xfrm>
            <a:off x="805110" y="123167"/>
            <a:ext cx="4386015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Receivables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/ Counter Receipt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-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434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28188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772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Animosa Extra Bold</vt:lpstr>
      <vt:lpstr>Arial</vt:lpstr>
      <vt:lpstr>Bodoni MT Condensed</vt:lpstr>
      <vt:lpstr>Calibri</vt:lpstr>
      <vt:lpstr>Calibri Light</vt:lpstr>
      <vt:lpstr>Chivo Light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7</cp:revision>
  <dcterms:created xsi:type="dcterms:W3CDTF">2023-01-12T07:15:20Z</dcterms:created>
  <dcterms:modified xsi:type="dcterms:W3CDTF">2023-01-12T09:44:21Z</dcterms:modified>
</cp:coreProperties>
</file>