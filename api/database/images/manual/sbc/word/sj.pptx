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58" r:id="rId2"/>
    <p:sldId id="359" r:id="rId3"/>
    <p:sldId id="360" r:id="rId4"/>
    <p:sldId id="396" r:id="rId5"/>
    <p:sldId id="397" r:id="rId6"/>
    <p:sldId id="398" r:id="rId7"/>
    <p:sldId id="399" r:id="rId8"/>
    <p:sldId id="366" r:id="rId9"/>
    <p:sldId id="400" r:id="rId10"/>
    <p:sldId id="368" r:id="rId11"/>
    <p:sldId id="40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F8F5D17A-142B-4705-ADE1-A3098ECE97EC}" type="datetime1">
              <a:rPr lang="en-US" smtClean="0"/>
              <a:t>1/3/2023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dirty="0"/>
          </a:p>
        </p:txBody>
      </p:sp>
    </p:spTree>
    <p:extLst>
      <p:ext uri="{BB962C8B-B14F-4D97-AF65-F5344CB8AC3E}">
        <p14:creationId xmlns:p14="http://schemas.microsoft.com/office/powerpoint/2010/main" val="3342414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F94770F1-593C-41E5-9DDC-A7DDE7DA3A0C}" type="datetime1">
              <a:rPr lang="en-US" smtClean="0"/>
              <a:t>1/3/2023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39302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8EBBA4C9-61EB-4E89-89EA-F649D387A885}" type="datetime1">
              <a:rPr lang="en-US" smtClean="0"/>
              <a:t>1/3/2023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618368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DA50626-E323-4146-837D-79DA438855EF}" type="datetime1">
              <a:rPr lang="en-US" smtClean="0"/>
              <a:t>1/3/2023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170005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C2F3B27-06CD-4A16-84A3-AF5F748FC93B}" type="datetime1">
              <a:rPr lang="en-US" smtClean="0"/>
              <a:t>1/3/2023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79776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FB68157D-198D-4A55-A6AF-F9A96DD09084}" type="datetime1">
              <a:rPr lang="en-US" smtClean="0"/>
              <a:t>1/3/2023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3787" y="6361105"/>
            <a:ext cx="49581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76844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F1FA7D0-D9E5-4981-8E91-F86A007EC8E4}" type="datetime1">
              <a:rPr lang="en-US" smtClean="0"/>
              <a:t>1/3/2023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998200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A855C73-8B4C-45CE-9F74-EC399096C6A5}" type="datetime1">
              <a:rPr lang="en-US" smtClean="0"/>
              <a:t>1/3/2023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06396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58469AC3-3FEF-4BD8-8E00-675B95488D0A}" type="datetime1">
              <a:rPr lang="en-US" smtClean="0"/>
              <a:t>1/3/2023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94745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4712B63B-3CDB-4958-B2A2-640C52D819C0}" type="datetime1">
              <a:rPr lang="en-US" smtClean="0"/>
              <a:t>1/3/2023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87410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97D481-5643-4F4C-B901-C5733B76A666}" type="datetime1">
              <a:rPr lang="en-US" smtClean="0"/>
              <a:t>1/3/2023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153653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6D66-831C-4C42-918D-32B4B0271D98}" type="datetime1">
              <a:rPr lang="en-US" smtClean="0"/>
              <a:t>1/3/2023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9366445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14.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Sales Journal</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PH"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PH" sz="1200" dirty="0">
                <a:solidFill>
                  <a:schemeClr val="bg1"/>
                </a:solidFill>
                <a:ea typeface="Open Sans" panose="020B0606030504020204" pitchFamily="34" charset="0"/>
                <a:cs typeface="Times New Roman" panose="02020603050405020304" pitchFamily="18" charset="0"/>
              </a:rPr>
              <a:t>Sales Journal is where delivery receipts and invoice are recorded. </a:t>
            </a:r>
            <a:endParaRPr lang="en-US" sz="1200" dirty="0">
              <a:solidFill>
                <a:srgbClr val="007434"/>
              </a:solidFill>
              <a:effectLst/>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5145014-B86B-6A1C-5969-A700B4D920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4204377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A70B808-C9F0-4085-B2F8-441EF9DA29DD}"/>
              </a:ext>
            </a:extLst>
          </p:cNvPr>
          <p:cNvGrpSpPr/>
          <p:nvPr/>
        </p:nvGrpSpPr>
        <p:grpSpPr>
          <a:xfrm>
            <a:off x="5410426" y="2253623"/>
            <a:ext cx="5984240" cy="2459990"/>
            <a:chOff x="3103880" y="2199005"/>
            <a:chExt cx="5984240" cy="2459990"/>
          </a:xfrm>
        </p:grpSpPr>
        <p:pic>
          <p:nvPicPr>
            <p:cNvPr id="14" name="Picture 13">
              <a:extLst>
                <a:ext uri="{FF2B5EF4-FFF2-40B4-BE49-F238E27FC236}">
                  <a16:creationId xmlns:a16="http://schemas.microsoft.com/office/drawing/2014/main" id="{5160D2EF-F3D2-4CD5-ADB0-4143BE9A3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3880" y="2199005"/>
              <a:ext cx="5984240" cy="2459990"/>
            </a:xfrm>
            <a:prstGeom prst="rect">
              <a:avLst/>
            </a:prstGeom>
          </p:spPr>
        </p:pic>
        <p:sp>
          <p:nvSpPr>
            <p:cNvPr id="15" name="Rectangle 14">
              <a:extLst>
                <a:ext uri="{FF2B5EF4-FFF2-40B4-BE49-F238E27FC236}">
                  <a16:creationId xmlns:a16="http://schemas.microsoft.com/office/drawing/2014/main" id="{778B14E7-C1F5-442C-A967-52DB16DC084B}"/>
                </a:ext>
              </a:extLst>
            </p:cNvPr>
            <p:cNvSpPr/>
            <p:nvPr/>
          </p:nvSpPr>
          <p:spPr>
            <a:xfrm>
              <a:off x="3170555" y="4159885"/>
              <a:ext cx="990600"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16" name="Rectangle 15">
              <a:extLst>
                <a:ext uri="{FF2B5EF4-FFF2-40B4-BE49-F238E27FC236}">
                  <a16:creationId xmlns:a16="http://schemas.microsoft.com/office/drawing/2014/main" id="{EB1DBC42-5BBB-4F25-A691-07995D6E2C57}"/>
                </a:ext>
              </a:extLst>
            </p:cNvPr>
            <p:cNvSpPr/>
            <p:nvPr/>
          </p:nvSpPr>
          <p:spPr>
            <a:xfrm>
              <a:off x="4374515" y="3157855"/>
              <a:ext cx="4551045" cy="12230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17" name="Straight Arrow Connector 16">
              <a:extLst>
                <a:ext uri="{FF2B5EF4-FFF2-40B4-BE49-F238E27FC236}">
                  <a16:creationId xmlns:a16="http://schemas.microsoft.com/office/drawing/2014/main" id="{CEEAD15A-CA61-46D0-9E6C-01913BFF1DD2}"/>
                </a:ext>
              </a:extLst>
            </p:cNvPr>
            <p:cNvCxnSpPr/>
            <p:nvPr/>
          </p:nvCxnSpPr>
          <p:spPr>
            <a:xfrm>
              <a:off x="4184015" y="4246880"/>
              <a:ext cx="257175" cy="190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Main Window</a:t>
            </a:r>
            <a:endParaRPr lang="en-US" sz="2000" dirty="0">
              <a:solidFill>
                <a:srgbClr val="007434"/>
              </a:solidFill>
              <a:latin typeface="+mj-lt"/>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PH" sz="1400" dirty="0">
                <a:effectLst/>
                <a:latin typeface="Calibri" panose="020F0502020204030204" pitchFamily="34" charset="0"/>
                <a:ea typeface="Calibri" panose="020F0502020204030204" pitchFamily="34" charset="0"/>
                <a:cs typeface="Times New Roman" panose="02020603050405020304" pitchFamily="18" charset="0"/>
              </a:rPr>
              <a:t>When you click the Sales Journal module under Sales, Sales Journal transactions list will display based on filtered date and status in the sales journal main window.</a:t>
            </a: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577453"/>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B3AF19C-814C-4975-A22C-FCF6AC461B6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 name="Slide Number Placeholder 2">
            <a:extLst>
              <a:ext uri="{FF2B5EF4-FFF2-40B4-BE49-F238E27FC236}">
                <a16:creationId xmlns:a16="http://schemas.microsoft.com/office/drawing/2014/main" id="{61B4A8FE-7538-12FC-AEB4-F23CE94C48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9686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71320"/>
            <a:ext cx="4179346" cy="301919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In Sales Journal – Main Window, you will notice a create button in the upper left of the window. Click the create button and you will be redirect in sales journal – main form.</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Search and select a customer.</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985492"/>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redirected in sales journal – main form where you will encode the other necessary information of the transaction and record the items’ to be delivered to the customer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35" name="Group 34">
            <a:extLst>
              <a:ext uri="{FF2B5EF4-FFF2-40B4-BE49-F238E27FC236}">
                <a16:creationId xmlns:a16="http://schemas.microsoft.com/office/drawing/2014/main" id="{459CA4D6-1081-4FCF-BD4A-0C8D570E3DED}"/>
              </a:ext>
            </a:extLst>
          </p:cNvPr>
          <p:cNvGrpSpPr/>
          <p:nvPr/>
        </p:nvGrpSpPr>
        <p:grpSpPr>
          <a:xfrm>
            <a:off x="5321236" y="2853938"/>
            <a:ext cx="5982970" cy="2613025"/>
            <a:chOff x="0" y="0"/>
            <a:chExt cx="5983340" cy="2613546"/>
          </a:xfrm>
        </p:grpSpPr>
        <p:grpSp>
          <p:nvGrpSpPr>
            <p:cNvPr id="36" name="Group 35">
              <a:extLst>
                <a:ext uri="{FF2B5EF4-FFF2-40B4-BE49-F238E27FC236}">
                  <a16:creationId xmlns:a16="http://schemas.microsoft.com/office/drawing/2014/main" id="{C3F89839-5BAF-4EA7-8C31-8045EE250079}"/>
                </a:ext>
              </a:extLst>
            </p:cNvPr>
            <p:cNvGrpSpPr/>
            <p:nvPr/>
          </p:nvGrpSpPr>
          <p:grpSpPr>
            <a:xfrm>
              <a:off x="0" y="0"/>
              <a:ext cx="5983340" cy="2613546"/>
              <a:chOff x="88710" y="8223"/>
              <a:chExt cx="6189345" cy="3053287"/>
            </a:xfrm>
          </p:grpSpPr>
          <p:pic>
            <p:nvPicPr>
              <p:cNvPr id="38" name="Picture 37">
                <a:extLst>
                  <a:ext uri="{FF2B5EF4-FFF2-40B4-BE49-F238E27FC236}">
                    <a16:creationId xmlns:a16="http://schemas.microsoft.com/office/drawing/2014/main" id="{04EA6EF9-D100-4453-8BF1-B3F94AB7FE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 y="8223"/>
                <a:ext cx="6189345" cy="3053287"/>
              </a:xfrm>
              <a:prstGeom prst="rect">
                <a:avLst/>
              </a:prstGeom>
            </p:spPr>
          </p:pic>
          <p:grpSp>
            <p:nvGrpSpPr>
              <p:cNvPr id="39" name="Group 38">
                <a:extLst>
                  <a:ext uri="{FF2B5EF4-FFF2-40B4-BE49-F238E27FC236}">
                    <a16:creationId xmlns:a16="http://schemas.microsoft.com/office/drawing/2014/main" id="{0989A405-F5CC-4D4B-813B-F06A466E6A75}"/>
                  </a:ext>
                </a:extLst>
              </p:cNvPr>
              <p:cNvGrpSpPr/>
              <p:nvPr/>
            </p:nvGrpSpPr>
            <p:grpSpPr>
              <a:xfrm>
                <a:off x="609458" y="672573"/>
                <a:ext cx="5592194" cy="365643"/>
                <a:chOff x="-4010167" y="177273"/>
                <a:chExt cx="5592194" cy="365643"/>
              </a:xfrm>
            </p:grpSpPr>
            <p:sp>
              <p:nvSpPr>
                <p:cNvPr id="40" name="Rectangle 39">
                  <a:extLst>
                    <a:ext uri="{FF2B5EF4-FFF2-40B4-BE49-F238E27FC236}">
                      <a16:creationId xmlns:a16="http://schemas.microsoft.com/office/drawing/2014/main" id="{935DE577-EB46-43F1-A105-2EE14B436B33}"/>
                    </a:ext>
                  </a:extLst>
                </p:cNvPr>
                <p:cNvSpPr/>
                <p:nvPr/>
              </p:nvSpPr>
              <p:spPr>
                <a:xfrm>
                  <a:off x="-4010167" y="177273"/>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1" name="Straight Arrow Connector 40">
                  <a:extLst>
                    <a:ext uri="{FF2B5EF4-FFF2-40B4-BE49-F238E27FC236}">
                      <a16:creationId xmlns:a16="http://schemas.microsoft.com/office/drawing/2014/main" id="{3DFC3D88-7086-4248-9433-EA2427003786}"/>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362">
                  <a:extLst>
                    <a:ext uri="{FF2B5EF4-FFF2-40B4-BE49-F238E27FC236}">
                      <a16:creationId xmlns:a16="http://schemas.microsoft.com/office/drawing/2014/main" id="{45FBD0AD-F06D-434D-840A-9F839A0720FF}"/>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2</a:t>
                  </a:r>
                  <a:endParaRPr lang="en-PH" sz="1100">
                    <a:effectLst/>
                    <a:ea typeface="Calibri" panose="020F0502020204030204" pitchFamily="34" charset="0"/>
                    <a:cs typeface="Times New Roman" panose="02020603050405020304" pitchFamily="18" charset="0"/>
                  </a:endParaRPr>
                </a:p>
              </p:txBody>
            </p:sp>
          </p:grpSp>
        </p:grpSp>
        <p:pic>
          <p:nvPicPr>
            <p:cNvPr id="37" name="Picture 36">
              <a:extLst>
                <a:ext uri="{FF2B5EF4-FFF2-40B4-BE49-F238E27FC236}">
                  <a16:creationId xmlns:a16="http://schemas.microsoft.com/office/drawing/2014/main" id="{E54A9B02-EA8F-42E8-822B-D9F0695332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7532" y="35626"/>
              <a:ext cx="1690370" cy="161290"/>
            </a:xfrm>
            <a:prstGeom prst="rect">
              <a:avLst/>
            </a:prstGeom>
          </p:spPr>
        </p:pic>
      </p:grpSp>
      <p:sp>
        <p:nvSpPr>
          <p:cNvPr id="5" name="Slide Number Placeholder 4">
            <a:extLst>
              <a:ext uri="{FF2B5EF4-FFF2-40B4-BE49-F238E27FC236}">
                <a16:creationId xmlns:a16="http://schemas.microsoft.com/office/drawing/2014/main" id="{4D013AA6-B9D2-C92E-E8DA-D407E9B0E9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2" name="Group 1">
            <a:extLst>
              <a:ext uri="{FF2B5EF4-FFF2-40B4-BE49-F238E27FC236}">
                <a16:creationId xmlns:a16="http://schemas.microsoft.com/office/drawing/2014/main" id="{29C908C9-4EA6-5DF4-2FDC-77188C7625E1}"/>
              </a:ext>
            </a:extLst>
          </p:cNvPr>
          <p:cNvGrpSpPr/>
          <p:nvPr/>
        </p:nvGrpSpPr>
        <p:grpSpPr>
          <a:xfrm>
            <a:off x="5148121" y="1127100"/>
            <a:ext cx="6918665" cy="905009"/>
            <a:chOff x="5148121" y="1127100"/>
            <a:chExt cx="6918665" cy="905009"/>
          </a:xfrm>
        </p:grpSpPr>
        <p:pic>
          <p:nvPicPr>
            <p:cNvPr id="6" name="Picture 5">
              <a:extLst>
                <a:ext uri="{FF2B5EF4-FFF2-40B4-BE49-F238E27FC236}">
                  <a16:creationId xmlns:a16="http://schemas.microsoft.com/office/drawing/2014/main" id="{D9B84BE8-2D2C-0EED-3DD0-800CABBAFD2B}"/>
                </a:ext>
              </a:extLst>
            </p:cNvPr>
            <p:cNvPicPr>
              <a:picLocks noChangeAspect="1"/>
            </p:cNvPicPr>
            <p:nvPr/>
          </p:nvPicPr>
          <p:blipFill>
            <a:blip r:embed="rId5"/>
            <a:stretch>
              <a:fillRect/>
            </a:stretch>
          </p:blipFill>
          <p:spPr>
            <a:xfrm>
              <a:off x="5148121" y="1127100"/>
              <a:ext cx="6918665" cy="905009"/>
            </a:xfrm>
            <a:prstGeom prst="rect">
              <a:avLst/>
            </a:prstGeom>
          </p:spPr>
        </p:pic>
        <p:grpSp>
          <p:nvGrpSpPr>
            <p:cNvPr id="7" name="Group 6">
              <a:extLst>
                <a:ext uri="{FF2B5EF4-FFF2-40B4-BE49-F238E27FC236}">
                  <a16:creationId xmlns:a16="http://schemas.microsoft.com/office/drawing/2014/main" id="{3FFE371C-7A7E-07FE-D545-D20A26C146F8}"/>
                </a:ext>
              </a:extLst>
            </p:cNvPr>
            <p:cNvGrpSpPr/>
            <p:nvPr/>
          </p:nvGrpSpPr>
          <p:grpSpPr>
            <a:xfrm>
              <a:off x="5160852" y="1138184"/>
              <a:ext cx="1209675" cy="280959"/>
              <a:chOff x="0" y="-1055020"/>
              <a:chExt cx="1209675" cy="333375"/>
            </a:xfrm>
          </p:grpSpPr>
          <p:sp>
            <p:nvSpPr>
              <p:cNvPr id="8" name="Rectangle 7">
                <a:extLst>
                  <a:ext uri="{FF2B5EF4-FFF2-40B4-BE49-F238E27FC236}">
                    <a16:creationId xmlns:a16="http://schemas.microsoft.com/office/drawing/2014/main" id="{F073283A-7543-8E79-6720-32AE3233CE31}"/>
                  </a:ext>
                </a:extLst>
              </p:cNvPr>
              <p:cNvSpPr/>
              <p:nvPr/>
            </p:nvSpPr>
            <p:spPr>
              <a:xfrm>
                <a:off x="0" y="-105502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 name="Straight Arrow Connector 8">
                <a:extLst>
                  <a:ext uri="{FF2B5EF4-FFF2-40B4-BE49-F238E27FC236}">
                    <a16:creationId xmlns:a16="http://schemas.microsoft.com/office/drawing/2014/main" id="{FD470058-AC0B-7F96-2B49-4BF598018B5A}"/>
                  </a:ext>
                </a:extLst>
              </p:cNvPr>
              <p:cNvCxnSpPr/>
              <p:nvPr/>
            </p:nvCxnSpPr>
            <p:spPr>
              <a:xfrm>
                <a:off x="800100" y="-92167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355">
                <a:extLst>
                  <a:ext uri="{FF2B5EF4-FFF2-40B4-BE49-F238E27FC236}">
                    <a16:creationId xmlns:a16="http://schemas.microsoft.com/office/drawing/2014/main" id="{4896573C-AA68-E496-DFED-AD4F51C5464A}"/>
                  </a:ext>
                </a:extLst>
              </p:cNvPr>
              <p:cNvSpPr txBox="1"/>
              <p:nvPr/>
            </p:nvSpPr>
            <p:spPr>
              <a:xfrm>
                <a:off x="1009650" y="-102644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a:t>
                </a:r>
              </a:p>
            </p:txBody>
          </p:sp>
        </p:grpSp>
      </p:grpSp>
    </p:spTree>
    <p:extLst>
      <p:ext uri="{BB962C8B-B14F-4D97-AF65-F5344CB8AC3E}">
        <p14:creationId xmlns:p14="http://schemas.microsoft.com/office/powerpoint/2010/main" val="85631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F63743-D121-8778-32D9-688B98E20DEF}"/>
              </a:ext>
            </a:extLst>
          </p:cNvPr>
          <p:cNvPicPr>
            <a:picLocks noChangeAspect="1"/>
          </p:cNvPicPr>
          <p:nvPr/>
        </p:nvPicPr>
        <p:blipFill>
          <a:blip r:embed="rId2"/>
          <a:stretch>
            <a:fillRect/>
          </a:stretch>
        </p:blipFill>
        <p:spPr>
          <a:xfrm>
            <a:off x="4647037" y="2027563"/>
            <a:ext cx="6786657" cy="2948031"/>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1522069" y="64661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 Box 18">
            <a:extLst>
              <a:ext uri="{FF2B5EF4-FFF2-40B4-BE49-F238E27FC236}">
                <a16:creationId xmlns:a16="http://schemas.microsoft.com/office/drawing/2014/main" id="{DBC87BFE-68B7-4202-A3FC-88241AD6F3F9}"/>
              </a:ext>
            </a:extLst>
          </p:cNvPr>
          <p:cNvSpPr txBox="1"/>
          <p:nvPr/>
        </p:nvSpPr>
        <p:spPr>
          <a:xfrm>
            <a:off x="383764" y="1688465"/>
            <a:ext cx="4179346" cy="398843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4.1</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After you select the customer, some details such as address, terms are automatically plotted in their respective field. If you wish to change the term, click the lookup button and select its respective term.</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4.2</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In header, current date and default warehouse is also plotted automatically but if you wish to change the date – click the date picker and select its respective delivery date. And if you want to change the warehouse, click the lookup button and select the its respective warehouse.</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4.3</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In header, add the necessary information if necessary. </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4.4</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done in header, click save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21" name="Group 20">
            <a:extLst>
              <a:ext uri="{FF2B5EF4-FFF2-40B4-BE49-F238E27FC236}">
                <a16:creationId xmlns:a16="http://schemas.microsoft.com/office/drawing/2014/main" id="{6F419500-2DBD-4AD7-BD09-5B60FEDE16DB}"/>
              </a:ext>
            </a:extLst>
          </p:cNvPr>
          <p:cNvGrpSpPr/>
          <p:nvPr/>
        </p:nvGrpSpPr>
        <p:grpSpPr>
          <a:xfrm>
            <a:off x="4379239" y="2027563"/>
            <a:ext cx="6954289" cy="3023014"/>
            <a:chOff x="-760285" y="348088"/>
            <a:chExt cx="6954662" cy="3023325"/>
          </a:xfrm>
        </p:grpSpPr>
        <p:sp>
          <p:nvSpPr>
            <p:cNvPr id="25" name="Rectangle 24">
              <a:extLst>
                <a:ext uri="{FF2B5EF4-FFF2-40B4-BE49-F238E27FC236}">
                  <a16:creationId xmlns:a16="http://schemas.microsoft.com/office/drawing/2014/main" id="{F8993DEB-B147-4739-BB4B-11414D9A987E}"/>
                </a:ext>
              </a:extLst>
            </p:cNvPr>
            <p:cNvSpPr/>
            <p:nvPr/>
          </p:nvSpPr>
          <p:spPr>
            <a:xfrm>
              <a:off x="-335563" y="2361140"/>
              <a:ext cx="6529940" cy="1010273"/>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26" name="Text Box 465">
              <a:extLst>
                <a:ext uri="{FF2B5EF4-FFF2-40B4-BE49-F238E27FC236}">
                  <a16:creationId xmlns:a16="http://schemas.microsoft.com/office/drawing/2014/main" id="{929A8882-FAA6-4D7B-9CCB-9CEECC53AD1A}"/>
                </a:ext>
              </a:extLst>
            </p:cNvPr>
            <p:cNvSpPr txBox="1"/>
            <p:nvPr/>
          </p:nvSpPr>
          <p:spPr>
            <a:xfrm>
              <a:off x="-760285" y="3010672"/>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Stock</a:t>
              </a:r>
              <a:endParaRPr lang="en-PH" sz="1100">
                <a:effectLst/>
                <a:ea typeface="Calibri" panose="020F0502020204030204" pitchFamily="34" charset="0"/>
                <a:cs typeface="Times New Roman" panose="02020603050405020304" pitchFamily="18" charset="0"/>
              </a:endParaRPr>
            </a:p>
          </p:txBody>
        </p:sp>
        <p:sp>
          <p:nvSpPr>
            <p:cNvPr id="27" name="Text Box 487">
              <a:extLst>
                <a:ext uri="{FF2B5EF4-FFF2-40B4-BE49-F238E27FC236}">
                  <a16:creationId xmlns:a16="http://schemas.microsoft.com/office/drawing/2014/main" id="{FB288212-7303-4EB6-A751-26819F6D2ECB}"/>
                </a:ext>
              </a:extLst>
            </p:cNvPr>
            <p:cNvSpPr txBox="1"/>
            <p:nvPr/>
          </p:nvSpPr>
          <p:spPr>
            <a:xfrm>
              <a:off x="169168" y="348088"/>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Header</a:t>
              </a:r>
              <a:endParaRPr lang="en-PH" sz="1100">
                <a:effectLst/>
                <a:ea typeface="Calibri" panose="020F0502020204030204" pitchFamily="34" charset="0"/>
                <a:cs typeface="Times New Roman" panose="02020603050405020304" pitchFamily="18" charset="0"/>
              </a:endParaRPr>
            </a:p>
          </p:txBody>
        </p:sp>
        <p:sp>
          <p:nvSpPr>
            <p:cNvPr id="28" name="Text Box 9">
              <a:extLst>
                <a:ext uri="{FF2B5EF4-FFF2-40B4-BE49-F238E27FC236}">
                  <a16:creationId xmlns:a16="http://schemas.microsoft.com/office/drawing/2014/main" id="{E33D9CC1-DEBF-43DB-BEEB-E4060C8FEBD2}"/>
                </a:ext>
              </a:extLst>
            </p:cNvPr>
            <p:cNvSpPr txBox="1"/>
            <p:nvPr/>
          </p:nvSpPr>
          <p:spPr>
            <a:xfrm>
              <a:off x="4714915" y="1182613"/>
              <a:ext cx="961902" cy="28582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4.1 to 4.3</a:t>
              </a:r>
              <a:endParaRPr lang="en-PH" sz="1100">
                <a:effectLst/>
                <a:ea typeface="Calibri" panose="020F050202020403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id="{E26717BE-5B15-4308-81E1-427E7CD6C850}"/>
                </a:ext>
              </a:extLst>
            </p:cNvPr>
            <p:cNvSpPr/>
            <p:nvPr/>
          </p:nvSpPr>
          <p:spPr>
            <a:xfrm>
              <a:off x="4735773" y="532263"/>
              <a:ext cx="675088" cy="2174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2" name="Straight Arrow Connector 31">
              <a:extLst>
                <a:ext uri="{FF2B5EF4-FFF2-40B4-BE49-F238E27FC236}">
                  <a16:creationId xmlns:a16="http://schemas.microsoft.com/office/drawing/2014/main" id="{DA18F35B-6B8E-47DA-93D0-23DBE326DAF7}"/>
                </a:ext>
              </a:extLst>
            </p:cNvPr>
            <p:cNvCxnSpPr/>
            <p:nvPr/>
          </p:nvCxnSpPr>
          <p:spPr>
            <a:xfrm>
              <a:off x="5390866" y="548469"/>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 Box 16">
              <a:extLst>
                <a:ext uri="{FF2B5EF4-FFF2-40B4-BE49-F238E27FC236}">
                  <a16:creationId xmlns:a16="http://schemas.microsoft.com/office/drawing/2014/main" id="{FB68926E-0991-430F-9F4F-2945D600AF18}"/>
                </a:ext>
              </a:extLst>
            </p:cNvPr>
            <p:cNvSpPr txBox="1"/>
            <p:nvPr/>
          </p:nvSpPr>
          <p:spPr>
            <a:xfrm>
              <a:off x="5595582" y="423080"/>
              <a:ext cx="475013"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4.4</a:t>
              </a:r>
              <a:endParaRPr lang="en-PH" sz="1100">
                <a:effectLst/>
                <a:ea typeface="Calibri" panose="020F0502020204030204" pitchFamily="34" charset="0"/>
                <a:cs typeface="Times New Roman" panose="02020603050405020304" pitchFamily="18" charset="0"/>
              </a:endParaRPr>
            </a:p>
          </p:txBody>
        </p:sp>
        <p:sp>
          <p:nvSpPr>
            <p:cNvPr id="34" name="Rectangle 33">
              <a:extLst>
                <a:ext uri="{FF2B5EF4-FFF2-40B4-BE49-F238E27FC236}">
                  <a16:creationId xmlns:a16="http://schemas.microsoft.com/office/drawing/2014/main" id="{FAEC4FE6-8C79-4F0D-8F3C-2A243956F045}"/>
                </a:ext>
              </a:extLst>
            </p:cNvPr>
            <p:cNvSpPr/>
            <p:nvPr/>
          </p:nvSpPr>
          <p:spPr>
            <a:xfrm>
              <a:off x="3488688" y="2068979"/>
              <a:ext cx="675005"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5" name="Straight Arrow Connector 34">
              <a:extLst>
                <a:ext uri="{FF2B5EF4-FFF2-40B4-BE49-F238E27FC236}">
                  <a16:creationId xmlns:a16="http://schemas.microsoft.com/office/drawing/2014/main" id="{EA67F6D8-2965-4738-9C58-1F0FC4635A0B}"/>
                </a:ext>
              </a:extLst>
            </p:cNvPr>
            <p:cNvCxnSpPr/>
            <p:nvPr/>
          </p:nvCxnSpPr>
          <p:spPr>
            <a:xfrm>
              <a:off x="4143780" y="2126129"/>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 Box 454">
              <a:extLst>
                <a:ext uri="{FF2B5EF4-FFF2-40B4-BE49-F238E27FC236}">
                  <a16:creationId xmlns:a16="http://schemas.microsoft.com/office/drawing/2014/main" id="{0EF108EA-826B-41BB-96A5-4E0BE70E1887}"/>
                </a:ext>
              </a:extLst>
            </p:cNvPr>
            <p:cNvSpPr txBox="1"/>
            <p:nvPr/>
          </p:nvSpPr>
          <p:spPr>
            <a:xfrm>
              <a:off x="4348496" y="195979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5.1</a:t>
              </a:r>
              <a:endParaRPr lang="en-PH" sz="1100">
                <a:effectLst/>
                <a:ea typeface="Calibri" panose="020F0502020204030204" pitchFamily="34"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57127A70-78E7-AF49-DFA5-FFA6BFCC3F5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688844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026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 Box 18">
            <a:extLst>
              <a:ext uri="{FF2B5EF4-FFF2-40B4-BE49-F238E27FC236}">
                <a16:creationId xmlns:a16="http://schemas.microsoft.com/office/drawing/2014/main" id="{DBC87BFE-68B7-4202-A3FC-88241AD6F3F9}"/>
              </a:ext>
            </a:extLst>
          </p:cNvPr>
          <p:cNvSpPr txBox="1"/>
          <p:nvPr/>
        </p:nvSpPr>
        <p:spPr>
          <a:xfrm>
            <a:off x="383764" y="2044507"/>
            <a:ext cx="4179346" cy="283746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After saving the header, you may now add the ordered item in the stock by clicking add button.</a:t>
            </a:r>
          </a:p>
          <a:p>
            <a:pPr marL="228600" marR="0">
              <a:lnSpc>
                <a:spcPct val="115000"/>
              </a:lnSpc>
              <a:spcBef>
                <a:spcPts val="0"/>
              </a:spcBef>
              <a:spcAft>
                <a:spcPts val="0"/>
              </a:spcAft>
            </a:pP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t>
            </a: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5.2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After you click the add button, a dialog box with item list pop out, search and select the order item</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5.4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After you select the item, a dialog box where item details will be encoded will pop out.</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5.5</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Enter the necessary quantity, change the amount, </a:t>
            </a:r>
            <a:r>
              <a:rPr lang="en-PH" sz="1200" dirty="0" err="1">
                <a:effectLst/>
                <a:latin typeface="Chivo Light" panose="020B0303030202020804" pitchFamily="34" charset="0"/>
                <a:ea typeface="Times New Roman" panose="02020603050405020304" pitchFamily="18" charset="0"/>
                <a:cs typeface="Times New Roman" panose="02020603050405020304" pitchFamily="18" charset="0"/>
              </a:rPr>
              <a:t>uom</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warehouse and add sales discount if there’s any.</a:t>
            </a: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9" name="Group 18">
            <a:extLst>
              <a:ext uri="{FF2B5EF4-FFF2-40B4-BE49-F238E27FC236}">
                <a16:creationId xmlns:a16="http://schemas.microsoft.com/office/drawing/2014/main" id="{46141307-D5CB-449F-8BAC-DA8E74571CE0}"/>
              </a:ext>
            </a:extLst>
          </p:cNvPr>
          <p:cNvGrpSpPr/>
          <p:nvPr/>
        </p:nvGrpSpPr>
        <p:grpSpPr>
          <a:xfrm>
            <a:off x="5499370" y="384122"/>
            <a:ext cx="6189345" cy="1583690"/>
            <a:chOff x="0" y="0"/>
            <a:chExt cx="6189345" cy="1583690"/>
          </a:xfrm>
        </p:grpSpPr>
        <p:pic>
          <p:nvPicPr>
            <p:cNvPr id="20" name="Picture 19">
              <a:extLst>
                <a:ext uri="{FF2B5EF4-FFF2-40B4-BE49-F238E27FC236}">
                  <a16:creationId xmlns:a16="http://schemas.microsoft.com/office/drawing/2014/main" id="{48AD704E-ABFD-4962-8456-56AE0A699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189345" cy="1583690"/>
            </a:xfrm>
            <a:prstGeom prst="rect">
              <a:avLst/>
            </a:prstGeom>
          </p:spPr>
        </p:pic>
        <p:sp>
          <p:nvSpPr>
            <p:cNvPr id="31" name="Rectangle 30">
              <a:extLst>
                <a:ext uri="{FF2B5EF4-FFF2-40B4-BE49-F238E27FC236}">
                  <a16:creationId xmlns:a16="http://schemas.microsoft.com/office/drawing/2014/main" id="{71B7FE90-C786-4E34-84C6-F39D73306976}"/>
                </a:ext>
              </a:extLst>
            </p:cNvPr>
            <p:cNvSpPr/>
            <p:nvPr/>
          </p:nvSpPr>
          <p:spPr>
            <a:xfrm>
              <a:off x="245660" y="436728"/>
              <a:ext cx="1482280" cy="379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7" name="Straight Arrow Connector 36">
              <a:extLst>
                <a:ext uri="{FF2B5EF4-FFF2-40B4-BE49-F238E27FC236}">
                  <a16:creationId xmlns:a16="http://schemas.microsoft.com/office/drawing/2014/main" id="{5E71209B-7C80-47A8-B4C6-ED4D7517E352}"/>
                </a:ext>
              </a:extLst>
            </p:cNvPr>
            <p:cNvCxnSpPr/>
            <p:nvPr/>
          </p:nvCxnSpPr>
          <p:spPr>
            <a:xfrm>
              <a:off x="1705970" y="739538"/>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 Box 545">
              <a:extLst>
                <a:ext uri="{FF2B5EF4-FFF2-40B4-BE49-F238E27FC236}">
                  <a16:creationId xmlns:a16="http://schemas.microsoft.com/office/drawing/2014/main" id="{5E0A0FCC-CCA6-4CFC-8463-F35ABEE72673}"/>
                </a:ext>
              </a:extLst>
            </p:cNvPr>
            <p:cNvSpPr txBox="1"/>
            <p:nvPr/>
          </p:nvSpPr>
          <p:spPr>
            <a:xfrm>
              <a:off x="1897039" y="50496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5.2</a:t>
              </a:r>
              <a:endParaRPr lang="en-PH" sz="1100">
                <a:effectLst/>
                <a:ea typeface="Calibri" panose="020F0502020204030204" pitchFamily="34" charset="0"/>
                <a:cs typeface="Times New Roman" panose="02020603050405020304" pitchFamily="18" charset="0"/>
              </a:endParaRPr>
            </a:p>
          </p:txBody>
        </p:sp>
        <p:sp>
          <p:nvSpPr>
            <p:cNvPr id="39" name="Rectangle 38">
              <a:extLst>
                <a:ext uri="{FF2B5EF4-FFF2-40B4-BE49-F238E27FC236}">
                  <a16:creationId xmlns:a16="http://schemas.microsoft.com/office/drawing/2014/main" id="{A9B12869-7C0A-4126-B4D2-F69DE3DAD85A}"/>
                </a:ext>
              </a:extLst>
            </p:cNvPr>
            <p:cNvSpPr/>
            <p:nvPr/>
          </p:nvSpPr>
          <p:spPr>
            <a:xfrm>
              <a:off x="191069" y="1064525"/>
              <a:ext cx="3916531" cy="20096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0" name="Straight Arrow Connector 39">
              <a:extLst>
                <a:ext uri="{FF2B5EF4-FFF2-40B4-BE49-F238E27FC236}">
                  <a16:creationId xmlns:a16="http://schemas.microsoft.com/office/drawing/2014/main" id="{6ED72417-E203-4EE3-B560-CBAD480C38CC}"/>
                </a:ext>
              </a:extLst>
            </p:cNvPr>
            <p:cNvCxnSpPr/>
            <p:nvPr/>
          </p:nvCxnSpPr>
          <p:spPr>
            <a:xfrm>
              <a:off x="4067033" y="124450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 Box 548">
              <a:extLst>
                <a:ext uri="{FF2B5EF4-FFF2-40B4-BE49-F238E27FC236}">
                  <a16:creationId xmlns:a16="http://schemas.microsoft.com/office/drawing/2014/main" id="{F516772E-327C-4E0E-A43B-57BF9F5B7855}"/>
                </a:ext>
              </a:extLst>
            </p:cNvPr>
            <p:cNvSpPr txBox="1"/>
            <p:nvPr/>
          </p:nvSpPr>
          <p:spPr>
            <a:xfrm>
              <a:off x="4271749" y="102358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5.2</a:t>
              </a:r>
              <a:endParaRPr lang="en-PH" sz="1100">
                <a:effectLst/>
                <a:ea typeface="Calibri" panose="020F0502020204030204" pitchFamily="34" charset="0"/>
                <a:cs typeface="Times New Roman" panose="02020603050405020304" pitchFamily="18" charset="0"/>
              </a:endParaRPr>
            </a:p>
          </p:txBody>
        </p:sp>
      </p:grpSp>
      <p:grpSp>
        <p:nvGrpSpPr>
          <p:cNvPr id="4" name="Group 3">
            <a:extLst>
              <a:ext uri="{FF2B5EF4-FFF2-40B4-BE49-F238E27FC236}">
                <a16:creationId xmlns:a16="http://schemas.microsoft.com/office/drawing/2014/main" id="{54180820-3D8B-4D2D-ABDC-22B2D9FDF9F9}"/>
              </a:ext>
            </a:extLst>
          </p:cNvPr>
          <p:cNvGrpSpPr/>
          <p:nvPr/>
        </p:nvGrpSpPr>
        <p:grpSpPr>
          <a:xfrm>
            <a:off x="5481343" y="2103809"/>
            <a:ext cx="6189345" cy="4335145"/>
            <a:chOff x="5481343" y="2103809"/>
            <a:chExt cx="6189345" cy="4335145"/>
          </a:xfrm>
        </p:grpSpPr>
        <p:pic>
          <p:nvPicPr>
            <p:cNvPr id="42" name="Picture 41">
              <a:extLst>
                <a:ext uri="{FF2B5EF4-FFF2-40B4-BE49-F238E27FC236}">
                  <a16:creationId xmlns:a16="http://schemas.microsoft.com/office/drawing/2014/main" id="{0FCBCAC7-746F-4387-8816-D847B8CC58B0}"/>
                </a:ext>
              </a:extLst>
            </p:cNvPr>
            <p:cNvPicPr>
              <a:picLocks noChangeAspect="1"/>
            </p:cNvPicPr>
            <p:nvPr/>
          </p:nvPicPr>
          <p:blipFill>
            <a:blip r:embed="rId3"/>
            <a:stretch>
              <a:fillRect/>
            </a:stretch>
          </p:blipFill>
          <p:spPr>
            <a:xfrm>
              <a:off x="5481343" y="2103809"/>
              <a:ext cx="6189345" cy="4335145"/>
            </a:xfrm>
            <a:prstGeom prst="rect">
              <a:avLst/>
            </a:prstGeom>
          </p:spPr>
        </p:pic>
        <p:grpSp>
          <p:nvGrpSpPr>
            <p:cNvPr id="2" name="Group 1">
              <a:extLst>
                <a:ext uri="{FF2B5EF4-FFF2-40B4-BE49-F238E27FC236}">
                  <a16:creationId xmlns:a16="http://schemas.microsoft.com/office/drawing/2014/main" id="{F93B1520-B0E6-4649-B11E-66F9DE89D361}"/>
                </a:ext>
              </a:extLst>
            </p:cNvPr>
            <p:cNvGrpSpPr/>
            <p:nvPr/>
          </p:nvGrpSpPr>
          <p:grpSpPr>
            <a:xfrm>
              <a:off x="5519961" y="3382795"/>
              <a:ext cx="5687695" cy="2937510"/>
              <a:chOff x="3252152" y="1960245"/>
              <a:chExt cx="5687695" cy="2937510"/>
            </a:xfrm>
          </p:grpSpPr>
          <p:sp>
            <p:nvSpPr>
              <p:cNvPr id="43" name="Rectangle 42">
                <a:extLst>
                  <a:ext uri="{FF2B5EF4-FFF2-40B4-BE49-F238E27FC236}">
                    <a16:creationId xmlns:a16="http://schemas.microsoft.com/office/drawing/2014/main" id="{F441985D-F960-4C97-A19F-03E925452AA7}"/>
                  </a:ext>
                </a:extLst>
              </p:cNvPr>
              <p:cNvSpPr/>
              <p:nvPr/>
            </p:nvSpPr>
            <p:spPr>
              <a:xfrm>
                <a:off x="3252152" y="1960245"/>
                <a:ext cx="3120390" cy="2492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dirty="0"/>
              </a:p>
            </p:txBody>
          </p:sp>
          <p:cxnSp>
            <p:nvCxnSpPr>
              <p:cNvPr id="44" name="Straight Arrow Connector 43">
                <a:extLst>
                  <a:ext uri="{FF2B5EF4-FFF2-40B4-BE49-F238E27FC236}">
                    <a16:creationId xmlns:a16="http://schemas.microsoft.com/office/drawing/2014/main" id="{459140A6-3CAF-440A-AB23-B196101103EF}"/>
                  </a:ext>
                </a:extLst>
              </p:cNvPr>
              <p:cNvCxnSpPr/>
              <p:nvPr/>
            </p:nvCxnSpPr>
            <p:spPr>
              <a:xfrm flipV="1">
                <a:off x="6363652" y="4345305"/>
                <a:ext cx="201295" cy="590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562">
                <a:extLst>
                  <a:ext uri="{FF2B5EF4-FFF2-40B4-BE49-F238E27FC236}">
                    <a16:creationId xmlns:a16="http://schemas.microsoft.com/office/drawing/2014/main" id="{C1FF4856-45B0-4E3F-9133-ABC135C489D2}"/>
                  </a:ext>
                </a:extLst>
              </p:cNvPr>
              <p:cNvSpPr txBox="1"/>
              <p:nvPr/>
            </p:nvSpPr>
            <p:spPr>
              <a:xfrm>
                <a:off x="6568757" y="4116070"/>
                <a:ext cx="474345" cy="28511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5.4.</a:t>
                </a:r>
                <a:endParaRPr lang="en-PH" sz="1100">
                  <a:effectLst/>
                  <a:ea typeface="Calibri" panose="020F0502020204030204" pitchFamily="34" charset="0"/>
                  <a:cs typeface="Times New Roman" panose="02020603050405020304" pitchFamily="18" charset="0"/>
                </a:endParaRPr>
              </a:p>
            </p:txBody>
          </p:sp>
          <p:sp>
            <p:nvSpPr>
              <p:cNvPr id="46" name="Rectangle 45">
                <a:extLst>
                  <a:ext uri="{FF2B5EF4-FFF2-40B4-BE49-F238E27FC236}">
                    <a16:creationId xmlns:a16="http://schemas.microsoft.com/office/drawing/2014/main" id="{61954C4C-6623-447B-9E64-5C6F91A57DBF}"/>
                  </a:ext>
                </a:extLst>
              </p:cNvPr>
              <p:cNvSpPr/>
              <p:nvPr/>
            </p:nvSpPr>
            <p:spPr>
              <a:xfrm>
                <a:off x="7128192" y="4566285"/>
                <a:ext cx="116141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7" name="Straight Arrow Connector 46">
                <a:extLst>
                  <a:ext uri="{FF2B5EF4-FFF2-40B4-BE49-F238E27FC236}">
                    <a16:creationId xmlns:a16="http://schemas.microsoft.com/office/drawing/2014/main" id="{1C56CE4A-61C5-4F87-AAEC-A4702377F80E}"/>
                  </a:ext>
                </a:extLst>
              </p:cNvPr>
              <p:cNvCxnSpPr/>
              <p:nvPr/>
            </p:nvCxnSpPr>
            <p:spPr>
              <a:xfrm flipV="1">
                <a:off x="8288337" y="4822825"/>
                <a:ext cx="141605" cy="70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 Box 569">
                <a:extLst>
                  <a:ext uri="{FF2B5EF4-FFF2-40B4-BE49-F238E27FC236}">
                    <a16:creationId xmlns:a16="http://schemas.microsoft.com/office/drawing/2014/main" id="{57DEBE1E-D454-435E-B8D7-DC8795D81E60}"/>
                  </a:ext>
                </a:extLst>
              </p:cNvPr>
              <p:cNvSpPr txBox="1"/>
              <p:nvPr/>
            </p:nvSpPr>
            <p:spPr>
              <a:xfrm>
                <a:off x="8465502" y="4593590"/>
                <a:ext cx="474345" cy="28511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5.5</a:t>
                </a:r>
                <a:endParaRPr lang="en-PH" sz="1100">
                  <a:effectLst/>
                  <a:ea typeface="Calibri" panose="020F0502020204030204" pitchFamily="34" charset="0"/>
                  <a:cs typeface="Times New Roman" panose="02020603050405020304" pitchFamily="18" charset="0"/>
                </a:endParaRPr>
              </a:p>
            </p:txBody>
          </p:sp>
        </p:grpSp>
      </p:grpSp>
      <p:sp>
        <p:nvSpPr>
          <p:cNvPr id="6" name="Slide Number Placeholder 5">
            <a:extLst>
              <a:ext uri="{FF2B5EF4-FFF2-40B4-BE49-F238E27FC236}">
                <a16:creationId xmlns:a16="http://schemas.microsoft.com/office/drawing/2014/main" id="{32AABA8B-3108-37B4-3409-B934C570BDA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406424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01F4111-C77D-D73E-D199-026E179E12E6}"/>
              </a:ext>
            </a:extLst>
          </p:cNvPr>
          <p:cNvPicPr>
            <a:picLocks noChangeAspect="1"/>
          </p:cNvPicPr>
          <p:nvPr/>
        </p:nvPicPr>
        <p:blipFill>
          <a:blip r:embed="rId2"/>
          <a:stretch>
            <a:fillRect/>
          </a:stretch>
        </p:blipFill>
        <p:spPr>
          <a:xfrm>
            <a:off x="5249508" y="3510651"/>
            <a:ext cx="6189345" cy="2053124"/>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1522069" y="64026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 Box 18">
            <a:extLst>
              <a:ext uri="{FF2B5EF4-FFF2-40B4-BE49-F238E27FC236}">
                <a16:creationId xmlns:a16="http://schemas.microsoft.com/office/drawing/2014/main" id="{DBC87BFE-68B7-4202-A3FC-88241AD6F3F9}"/>
              </a:ext>
            </a:extLst>
          </p:cNvPr>
          <p:cNvSpPr txBox="1"/>
          <p:nvPr/>
        </p:nvSpPr>
        <p:spPr>
          <a:xfrm>
            <a:off x="383764" y="1167043"/>
            <a:ext cx="4179346" cy="476880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5.6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done, click add to cart button.</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5.7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add to cart button, you will notice in the upper right of item list an icon of add to cart. Click that, then click accept button to plot the order items in the stock.</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5.8</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To add more items, repeat 5.2 to 5.5 before doing 5.6.</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5.9</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After you click the accept button in the dialog box of selected items in 5.6., the items select will be plotted in the stock as shown below.</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5.10</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You may still edit the details per item in the stock. Change directly the details needed to be change.</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 name="Group 4">
            <a:extLst>
              <a:ext uri="{FF2B5EF4-FFF2-40B4-BE49-F238E27FC236}">
                <a16:creationId xmlns:a16="http://schemas.microsoft.com/office/drawing/2014/main" id="{569A2847-684E-48F6-A27D-3ECFADCE8FAD}"/>
              </a:ext>
            </a:extLst>
          </p:cNvPr>
          <p:cNvGrpSpPr/>
          <p:nvPr/>
        </p:nvGrpSpPr>
        <p:grpSpPr>
          <a:xfrm>
            <a:off x="5039136" y="1351651"/>
            <a:ext cx="6769100" cy="1798955"/>
            <a:chOff x="2711450" y="2529522"/>
            <a:chExt cx="6769100" cy="1798955"/>
          </a:xfrm>
        </p:grpSpPr>
        <p:pic>
          <p:nvPicPr>
            <p:cNvPr id="25" name="Picture 24">
              <a:extLst>
                <a:ext uri="{FF2B5EF4-FFF2-40B4-BE49-F238E27FC236}">
                  <a16:creationId xmlns:a16="http://schemas.microsoft.com/office/drawing/2014/main" id="{63A552BD-DB24-4C3B-BA72-DAE3A94556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9250" y="2529522"/>
              <a:ext cx="6189345" cy="1699895"/>
            </a:xfrm>
            <a:prstGeom prst="rect">
              <a:avLst/>
            </a:prstGeom>
          </p:spPr>
        </p:pic>
        <p:pic>
          <p:nvPicPr>
            <p:cNvPr id="26" name="Picture 25">
              <a:extLst>
                <a:ext uri="{FF2B5EF4-FFF2-40B4-BE49-F238E27FC236}">
                  <a16:creationId xmlns:a16="http://schemas.microsoft.com/office/drawing/2014/main" id="{DA723B95-0908-4FF3-9DB6-2555B13F52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1450" y="3198812"/>
              <a:ext cx="6189345" cy="1129665"/>
            </a:xfrm>
            <a:prstGeom prst="rect">
              <a:avLst/>
            </a:prstGeom>
            <a:ln>
              <a:noFill/>
            </a:ln>
            <a:effectLst>
              <a:outerShdw blurRad="292100" dist="139700" dir="2700000" algn="tl" rotWithShape="0">
                <a:srgbClr val="333333">
                  <a:alpha val="65000"/>
                </a:srgbClr>
              </a:outerShdw>
            </a:effectLst>
          </p:spPr>
        </p:pic>
        <p:sp>
          <p:nvSpPr>
            <p:cNvPr id="27" name="Rectangle 26">
              <a:extLst>
                <a:ext uri="{FF2B5EF4-FFF2-40B4-BE49-F238E27FC236}">
                  <a16:creationId xmlns:a16="http://schemas.microsoft.com/office/drawing/2014/main" id="{01BE9C58-A671-4B26-9031-EBEB8262CE2A}"/>
                </a:ext>
              </a:extLst>
            </p:cNvPr>
            <p:cNvSpPr/>
            <p:nvPr/>
          </p:nvSpPr>
          <p:spPr>
            <a:xfrm>
              <a:off x="8302625" y="2530157"/>
              <a:ext cx="531495" cy="3314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28" name="Straight Arrow Connector 27">
              <a:extLst>
                <a:ext uri="{FF2B5EF4-FFF2-40B4-BE49-F238E27FC236}">
                  <a16:creationId xmlns:a16="http://schemas.microsoft.com/office/drawing/2014/main" id="{8B19ACF9-2A34-4F7B-BFC5-BD7C40E53FFC}"/>
                </a:ext>
              </a:extLst>
            </p:cNvPr>
            <p:cNvCxnSpPr/>
            <p:nvPr/>
          </p:nvCxnSpPr>
          <p:spPr>
            <a:xfrm flipV="1">
              <a:off x="8820785" y="2813367"/>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588">
              <a:extLst>
                <a:ext uri="{FF2B5EF4-FFF2-40B4-BE49-F238E27FC236}">
                  <a16:creationId xmlns:a16="http://schemas.microsoft.com/office/drawing/2014/main" id="{41F2DAA5-B390-4E3A-848F-B464DD7CAC07}"/>
                </a:ext>
              </a:extLst>
            </p:cNvPr>
            <p:cNvSpPr txBox="1"/>
            <p:nvPr/>
          </p:nvSpPr>
          <p:spPr>
            <a:xfrm>
              <a:off x="9005570" y="255619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5.6</a:t>
              </a:r>
              <a:endParaRPr lang="en-PH" sz="1100">
                <a:effectLst/>
                <a:ea typeface="Calibri" panose="020F0502020204030204" pitchFamily="34" charset="0"/>
                <a:cs typeface="Times New Roman" panose="02020603050405020304" pitchFamily="18" charset="0"/>
              </a:endParaRPr>
            </a:p>
          </p:txBody>
        </p:sp>
        <p:sp>
          <p:nvSpPr>
            <p:cNvPr id="32" name="Curved Right Arrow 589">
              <a:extLst>
                <a:ext uri="{FF2B5EF4-FFF2-40B4-BE49-F238E27FC236}">
                  <a16:creationId xmlns:a16="http://schemas.microsoft.com/office/drawing/2014/main" id="{B36B0139-BF11-47A3-9ECD-D439847E5164}"/>
                </a:ext>
              </a:extLst>
            </p:cNvPr>
            <p:cNvSpPr/>
            <p:nvPr/>
          </p:nvSpPr>
          <p:spPr>
            <a:xfrm>
              <a:off x="7827645" y="2739707"/>
              <a:ext cx="474345" cy="60515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33" name="Rectangle 32">
              <a:extLst>
                <a:ext uri="{FF2B5EF4-FFF2-40B4-BE49-F238E27FC236}">
                  <a16:creationId xmlns:a16="http://schemas.microsoft.com/office/drawing/2014/main" id="{7E1D2ECF-BD34-4AC2-B760-D5A8480CC6A5}"/>
                </a:ext>
              </a:extLst>
            </p:cNvPr>
            <p:cNvSpPr/>
            <p:nvPr/>
          </p:nvSpPr>
          <p:spPr>
            <a:xfrm>
              <a:off x="8373745" y="4098607"/>
              <a:ext cx="459740" cy="2120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4" name="Straight Arrow Connector 33">
              <a:extLst>
                <a:ext uri="{FF2B5EF4-FFF2-40B4-BE49-F238E27FC236}">
                  <a16:creationId xmlns:a16="http://schemas.microsoft.com/office/drawing/2014/main" id="{92996E94-A950-4BC5-B396-4772CE43EE6A}"/>
                </a:ext>
              </a:extLst>
            </p:cNvPr>
            <p:cNvCxnSpPr/>
            <p:nvPr/>
          </p:nvCxnSpPr>
          <p:spPr>
            <a:xfrm flipV="1">
              <a:off x="8829040" y="420211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592">
              <a:extLst>
                <a:ext uri="{FF2B5EF4-FFF2-40B4-BE49-F238E27FC236}">
                  <a16:creationId xmlns:a16="http://schemas.microsoft.com/office/drawing/2014/main" id="{012A4780-C879-473D-B77B-96994C8526C4}"/>
                </a:ext>
              </a:extLst>
            </p:cNvPr>
            <p:cNvSpPr txBox="1"/>
            <p:nvPr/>
          </p:nvSpPr>
          <p:spPr>
            <a:xfrm>
              <a:off x="9002395" y="4003357"/>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5.6</a:t>
              </a:r>
              <a:endParaRPr lang="en-PH" sz="1100">
                <a:effectLst/>
                <a:ea typeface="Calibri" panose="020F0502020204030204" pitchFamily="34" charset="0"/>
                <a:cs typeface="Times New Roman" panose="02020603050405020304" pitchFamily="18" charset="0"/>
              </a:endParaRPr>
            </a:p>
          </p:txBody>
        </p:sp>
      </p:grpSp>
      <p:grpSp>
        <p:nvGrpSpPr>
          <p:cNvPr id="6" name="Group 5">
            <a:extLst>
              <a:ext uri="{FF2B5EF4-FFF2-40B4-BE49-F238E27FC236}">
                <a16:creationId xmlns:a16="http://schemas.microsoft.com/office/drawing/2014/main" id="{5D6E5512-4162-4BF9-BA00-078895B52F45}"/>
              </a:ext>
            </a:extLst>
          </p:cNvPr>
          <p:cNvGrpSpPr/>
          <p:nvPr/>
        </p:nvGrpSpPr>
        <p:grpSpPr>
          <a:xfrm>
            <a:off x="9960855" y="3836406"/>
            <a:ext cx="1231265" cy="317500"/>
            <a:chOff x="7810817" y="3062605"/>
            <a:chExt cx="1231265" cy="317500"/>
          </a:xfrm>
        </p:grpSpPr>
        <p:sp>
          <p:nvSpPr>
            <p:cNvPr id="49" name="Rectangle 48">
              <a:extLst>
                <a:ext uri="{FF2B5EF4-FFF2-40B4-BE49-F238E27FC236}">
                  <a16:creationId xmlns:a16="http://schemas.microsoft.com/office/drawing/2014/main" id="{7D18A91C-C0A9-4E23-B083-EA8DD3C66D0F}"/>
                </a:ext>
              </a:extLst>
            </p:cNvPr>
            <p:cNvSpPr/>
            <p:nvPr/>
          </p:nvSpPr>
          <p:spPr>
            <a:xfrm>
              <a:off x="7810817" y="3154680"/>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dirty="0"/>
            </a:p>
          </p:txBody>
        </p:sp>
        <p:cxnSp>
          <p:nvCxnSpPr>
            <p:cNvPr id="50" name="Straight Arrow Connector 49">
              <a:extLst>
                <a:ext uri="{FF2B5EF4-FFF2-40B4-BE49-F238E27FC236}">
                  <a16:creationId xmlns:a16="http://schemas.microsoft.com/office/drawing/2014/main" id="{AC720B08-E142-4710-A145-CEF9E3FC5762}"/>
                </a:ext>
              </a:extLst>
            </p:cNvPr>
            <p:cNvCxnSpPr/>
            <p:nvPr/>
          </p:nvCxnSpPr>
          <p:spPr>
            <a:xfrm flipV="1">
              <a:off x="8393747" y="32956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 Box 672">
              <a:extLst>
                <a:ext uri="{FF2B5EF4-FFF2-40B4-BE49-F238E27FC236}">
                  <a16:creationId xmlns:a16="http://schemas.microsoft.com/office/drawing/2014/main" id="{9F87B557-0A89-4A98-9E4F-1683C73729A7}"/>
                </a:ext>
              </a:extLst>
            </p:cNvPr>
            <p:cNvSpPr txBox="1"/>
            <p:nvPr/>
          </p:nvSpPr>
          <p:spPr>
            <a:xfrm>
              <a:off x="8567102" y="306260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5.10</a:t>
              </a:r>
              <a:endParaRPr lang="en-PH" sz="1100">
                <a:effectLst/>
                <a:ea typeface="Calibri" panose="020F0502020204030204" pitchFamily="34"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E8F5337B-444B-57BA-6AAA-76E9660574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705985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026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Journal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0FF987DD-A34E-443F-919D-9470B5F631D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0" name="Text Box 18">
            <a:extLst>
              <a:ext uri="{FF2B5EF4-FFF2-40B4-BE49-F238E27FC236}">
                <a16:creationId xmlns:a16="http://schemas.microsoft.com/office/drawing/2014/main" id="{DBC87BFE-68B7-4202-A3FC-88241AD6F3F9}"/>
              </a:ext>
            </a:extLst>
          </p:cNvPr>
          <p:cNvSpPr txBox="1"/>
          <p:nvPr/>
        </p:nvSpPr>
        <p:spPr>
          <a:xfrm>
            <a:off x="585809" y="1764098"/>
            <a:ext cx="4203286" cy="292409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5.11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done, click save item button</a:t>
            </a:r>
          </a:p>
          <a:p>
            <a:pPr marL="228600" marR="0">
              <a:lnSpc>
                <a:spcPct val="115000"/>
              </a:lnSpc>
              <a:spcBef>
                <a:spcPts val="0"/>
              </a:spcBef>
              <a:spcAft>
                <a:spcPts val="0"/>
              </a:spcAft>
            </a:pPr>
            <a:endParaRPr lang="en-PH"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5.12</a:t>
            </a:r>
            <a:r>
              <a:rPr lang="en-PH"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Click the maximize arrow to enable the post button.</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5.13 </a:t>
            </a:r>
            <a:r>
              <a:rPr lang="en-PH"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CA24D981-313E-3A0F-F824-1BB1DAC3093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9" name="Group 8">
            <a:extLst>
              <a:ext uri="{FF2B5EF4-FFF2-40B4-BE49-F238E27FC236}">
                <a16:creationId xmlns:a16="http://schemas.microsoft.com/office/drawing/2014/main" id="{437A22EE-0BCF-B819-BD9C-F28A461278F6}"/>
              </a:ext>
            </a:extLst>
          </p:cNvPr>
          <p:cNvGrpSpPr/>
          <p:nvPr/>
        </p:nvGrpSpPr>
        <p:grpSpPr>
          <a:xfrm>
            <a:off x="5171089" y="1539003"/>
            <a:ext cx="6204843" cy="3632682"/>
            <a:chOff x="5171089" y="1539003"/>
            <a:chExt cx="6204843" cy="3632682"/>
          </a:xfrm>
        </p:grpSpPr>
        <p:grpSp>
          <p:nvGrpSpPr>
            <p:cNvPr id="4" name="Group 3">
              <a:extLst>
                <a:ext uri="{FF2B5EF4-FFF2-40B4-BE49-F238E27FC236}">
                  <a16:creationId xmlns:a16="http://schemas.microsoft.com/office/drawing/2014/main" id="{CE5827DC-0FE1-4BA2-A111-E7C8559A2E99}"/>
                </a:ext>
              </a:extLst>
            </p:cNvPr>
            <p:cNvGrpSpPr/>
            <p:nvPr/>
          </p:nvGrpSpPr>
          <p:grpSpPr>
            <a:xfrm>
              <a:off x="5171089" y="1539003"/>
              <a:ext cx="6204843" cy="3632682"/>
              <a:chOff x="5171089" y="1167043"/>
              <a:chExt cx="6204843" cy="3632682"/>
            </a:xfrm>
          </p:grpSpPr>
          <p:pic>
            <p:nvPicPr>
              <p:cNvPr id="21" name="Picture 20">
                <a:extLst>
                  <a:ext uri="{FF2B5EF4-FFF2-40B4-BE49-F238E27FC236}">
                    <a16:creationId xmlns:a16="http://schemas.microsoft.com/office/drawing/2014/main" id="{A128468B-3198-461B-A4BB-7A2F5ACE6C43}"/>
                  </a:ext>
                </a:extLst>
              </p:cNvPr>
              <p:cNvPicPr>
                <a:picLocks noChangeAspect="1"/>
              </p:cNvPicPr>
              <p:nvPr/>
            </p:nvPicPr>
            <p:blipFill>
              <a:blip r:embed="rId2"/>
              <a:stretch>
                <a:fillRect/>
              </a:stretch>
            </p:blipFill>
            <p:spPr>
              <a:xfrm>
                <a:off x="5171089" y="1167043"/>
                <a:ext cx="6189345" cy="2518410"/>
              </a:xfrm>
              <a:prstGeom prst="rect">
                <a:avLst/>
              </a:prstGeom>
            </p:spPr>
          </p:pic>
          <p:grpSp>
            <p:nvGrpSpPr>
              <p:cNvPr id="2" name="Group 1">
                <a:extLst>
                  <a:ext uri="{FF2B5EF4-FFF2-40B4-BE49-F238E27FC236}">
                    <a16:creationId xmlns:a16="http://schemas.microsoft.com/office/drawing/2014/main" id="{A9E37F60-78FC-4208-9C92-0EEEE097B63B}"/>
                  </a:ext>
                </a:extLst>
              </p:cNvPr>
              <p:cNvGrpSpPr/>
              <p:nvPr/>
            </p:nvGrpSpPr>
            <p:grpSpPr>
              <a:xfrm>
                <a:off x="5675538" y="1686319"/>
                <a:ext cx="5700394" cy="3113406"/>
                <a:chOff x="3245802" y="1872297"/>
                <a:chExt cx="5700394" cy="3113406"/>
              </a:xfrm>
            </p:grpSpPr>
            <p:pic>
              <p:nvPicPr>
                <p:cNvPr id="22" name="Picture 21">
                  <a:extLst>
                    <a:ext uri="{FF2B5EF4-FFF2-40B4-BE49-F238E27FC236}">
                      <a16:creationId xmlns:a16="http://schemas.microsoft.com/office/drawing/2014/main" id="{FE7B9953-879B-4EB1-99D1-8C11C0C7B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5802" y="2125663"/>
                  <a:ext cx="4690745" cy="2860040"/>
                </a:xfrm>
                <a:prstGeom prst="rect">
                  <a:avLst/>
                </a:prstGeom>
                <a:ln>
                  <a:noFill/>
                </a:ln>
                <a:effectLst>
                  <a:outerShdw blurRad="292100" dist="139700" dir="2700000" algn="tl" rotWithShape="0">
                    <a:srgbClr val="333333">
                      <a:alpha val="65000"/>
                    </a:srgbClr>
                  </a:outerShdw>
                </a:effectLst>
              </p:spPr>
            </p:pic>
            <p:grpSp>
              <p:nvGrpSpPr>
                <p:cNvPr id="31" name="Group 30">
                  <a:extLst>
                    <a:ext uri="{FF2B5EF4-FFF2-40B4-BE49-F238E27FC236}">
                      <a16:creationId xmlns:a16="http://schemas.microsoft.com/office/drawing/2014/main" id="{D5092080-D025-40FA-B357-1433272EFE17}"/>
                    </a:ext>
                  </a:extLst>
                </p:cNvPr>
                <p:cNvGrpSpPr/>
                <p:nvPr/>
              </p:nvGrpSpPr>
              <p:grpSpPr>
                <a:xfrm>
                  <a:off x="5291772" y="1872297"/>
                  <a:ext cx="3654424" cy="982349"/>
                  <a:chOff x="0" y="0"/>
                  <a:chExt cx="3654908" cy="982677"/>
                </a:xfrm>
              </p:grpSpPr>
              <p:sp>
                <p:nvSpPr>
                  <p:cNvPr id="37" name="Rectangle 36">
                    <a:extLst>
                      <a:ext uri="{FF2B5EF4-FFF2-40B4-BE49-F238E27FC236}">
                        <a16:creationId xmlns:a16="http://schemas.microsoft.com/office/drawing/2014/main" id="{DDE9D2A3-3E8E-4BC0-8B9F-CDC0365F3420}"/>
                      </a:ext>
                    </a:extLst>
                  </p:cNvPr>
                  <p:cNvSpPr/>
                  <p:nvPr/>
                </p:nvSpPr>
                <p:spPr>
                  <a:xfrm>
                    <a:off x="2661313" y="81887"/>
                    <a:ext cx="352409" cy="2492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8" name="Straight Arrow Connector 37">
                    <a:extLst>
                      <a:ext uri="{FF2B5EF4-FFF2-40B4-BE49-F238E27FC236}">
                        <a16:creationId xmlns:a16="http://schemas.microsoft.com/office/drawing/2014/main" id="{162C723A-5356-4D70-83E5-BAC21CFA18C7}"/>
                      </a:ext>
                    </a:extLst>
                  </p:cNvPr>
                  <p:cNvCxnSpPr/>
                  <p:nvPr/>
                </p:nvCxnSpPr>
                <p:spPr>
                  <a:xfrm flipV="1">
                    <a:off x="3002507" y="270112"/>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689">
                    <a:extLst>
                      <a:ext uri="{FF2B5EF4-FFF2-40B4-BE49-F238E27FC236}">
                        <a16:creationId xmlns:a16="http://schemas.microsoft.com/office/drawing/2014/main" id="{4EB3FACA-7EC3-48E3-9715-7FB2891EE2C3}"/>
                      </a:ext>
                    </a:extLst>
                  </p:cNvPr>
                  <p:cNvSpPr txBox="1"/>
                  <p:nvPr/>
                </p:nvSpPr>
                <p:spPr>
                  <a:xfrm>
                    <a:off x="3179928"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5.11</a:t>
                    </a:r>
                    <a:endParaRPr lang="en-PH" sz="1100">
                      <a:effectLst/>
                      <a:ea typeface="Calibri" panose="020F0502020204030204" pitchFamily="34" charset="0"/>
                      <a:cs typeface="Times New Roman" panose="02020603050405020304" pitchFamily="18" charset="0"/>
                    </a:endParaRPr>
                  </a:p>
                </p:txBody>
              </p:sp>
              <p:sp>
                <p:nvSpPr>
                  <p:cNvPr id="40" name="Curved Right Arrow 691">
                    <a:extLst>
                      <a:ext uri="{FF2B5EF4-FFF2-40B4-BE49-F238E27FC236}">
                        <a16:creationId xmlns:a16="http://schemas.microsoft.com/office/drawing/2014/main" id="{76B94FAA-754A-47DA-AC88-465FC9E24635}"/>
                      </a:ext>
                    </a:extLst>
                  </p:cNvPr>
                  <p:cNvSpPr/>
                  <p:nvPr/>
                </p:nvSpPr>
                <p:spPr>
                  <a:xfrm>
                    <a:off x="2183642" y="136478"/>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41" name="Rectangle 40">
                    <a:extLst>
                      <a:ext uri="{FF2B5EF4-FFF2-40B4-BE49-F238E27FC236}">
                        <a16:creationId xmlns:a16="http://schemas.microsoft.com/office/drawing/2014/main" id="{750348C0-A3D2-4295-BE11-4C4AB84C3130}"/>
                      </a:ext>
                    </a:extLst>
                  </p:cNvPr>
                  <p:cNvSpPr/>
                  <p:nvPr/>
                </p:nvSpPr>
                <p:spPr>
                  <a:xfrm>
                    <a:off x="0" y="696036"/>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2" name="Straight Arrow Connector 41">
                    <a:extLst>
                      <a:ext uri="{FF2B5EF4-FFF2-40B4-BE49-F238E27FC236}">
                        <a16:creationId xmlns:a16="http://schemas.microsoft.com/office/drawing/2014/main" id="{58994B23-6665-4B3F-A830-B13F3303FE4A}"/>
                      </a:ext>
                    </a:extLst>
                  </p:cNvPr>
                  <p:cNvCxnSpPr/>
                  <p:nvPr/>
                </p:nvCxnSpPr>
                <p:spPr>
                  <a:xfrm flipV="1">
                    <a:off x="341194" y="911557"/>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 Box 694">
                    <a:extLst>
                      <a:ext uri="{FF2B5EF4-FFF2-40B4-BE49-F238E27FC236}">
                        <a16:creationId xmlns:a16="http://schemas.microsoft.com/office/drawing/2014/main" id="{D168D1B6-F553-4F7B-BD1E-476CBC69D0BA}"/>
                      </a:ext>
                    </a:extLst>
                  </p:cNvPr>
                  <p:cNvSpPr txBox="1"/>
                  <p:nvPr/>
                </p:nvSpPr>
                <p:spPr>
                  <a:xfrm>
                    <a:off x="518615" y="600502"/>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5.12</a:t>
                    </a:r>
                    <a:endParaRPr lang="en-PH" sz="1100">
                      <a:effectLst/>
                      <a:ea typeface="Calibri" panose="020F0502020204030204" pitchFamily="34" charset="0"/>
                      <a:cs typeface="Times New Roman" panose="02020603050405020304" pitchFamily="18" charset="0"/>
                    </a:endParaRPr>
                  </a:p>
                </p:txBody>
              </p:sp>
            </p:grpSp>
          </p:grpSp>
        </p:grpSp>
        <p:pic>
          <p:nvPicPr>
            <p:cNvPr id="7" name="Picture 6">
              <a:extLst>
                <a:ext uri="{FF2B5EF4-FFF2-40B4-BE49-F238E27FC236}">
                  <a16:creationId xmlns:a16="http://schemas.microsoft.com/office/drawing/2014/main" id="{C20EDCFD-FC57-C95A-0ADA-6DF935635FD2}"/>
                </a:ext>
              </a:extLst>
            </p:cNvPr>
            <p:cNvPicPr>
              <a:picLocks noChangeAspect="1"/>
            </p:cNvPicPr>
            <p:nvPr/>
          </p:nvPicPr>
          <p:blipFill>
            <a:blip r:embed="rId4"/>
            <a:stretch>
              <a:fillRect/>
            </a:stretch>
          </p:blipFill>
          <p:spPr>
            <a:xfrm>
              <a:off x="6230225" y="1558802"/>
              <a:ext cx="1235978" cy="171135"/>
            </a:xfrm>
            <a:prstGeom prst="rect">
              <a:avLst/>
            </a:prstGeom>
          </p:spPr>
        </p:pic>
        <p:pic>
          <p:nvPicPr>
            <p:cNvPr id="8" name="Picture 7">
              <a:extLst>
                <a:ext uri="{FF2B5EF4-FFF2-40B4-BE49-F238E27FC236}">
                  <a16:creationId xmlns:a16="http://schemas.microsoft.com/office/drawing/2014/main" id="{6771BA71-1B48-A43D-50C4-C3E1DAACEF3B}"/>
                </a:ext>
              </a:extLst>
            </p:cNvPr>
            <p:cNvPicPr>
              <a:picLocks noChangeAspect="1"/>
            </p:cNvPicPr>
            <p:nvPr/>
          </p:nvPicPr>
          <p:blipFill>
            <a:blip r:embed="rId4"/>
            <a:stretch>
              <a:fillRect/>
            </a:stretch>
          </p:blipFill>
          <p:spPr>
            <a:xfrm>
              <a:off x="6498580" y="2372528"/>
              <a:ext cx="1009568" cy="139786"/>
            </a:xfrm>
            <a:prstGeom prst="rect">
              <a:avLst/>
            </a:prstGeom>
          </p:spPr>
        </p:pic>
      </p:grpSp>
    </p:spTree>
    <p:extLst>
      <p:ext uri="{BB962C8B-B14F-4D97-AF65-F5344CB8AC3E}">
        <p14:creationId xmlns:p14="http://schemas.microsoft.com/office/powerpoint/2010/main" val="2579445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Sales Journal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the sales </a:t>
            </a:r>
            <a:r>
              <a:rPr lang="en-PH" sz="1200" dirty="0">
                <a:latin typeface="Chivo Light" panose="020B0303030202020804" pitchFamily="34" charset="0"/>
                <a:ea typeface="Times New Roman" panose="02020603050405020304" pitchFamily="18" charset="0"/>
                <a:cs typeface="Times New Roman" panose="02020603050405020304" pitchFamily="18" charset="0"/>
              </a:rPr>
              <a:t>journal</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 main window, search the sales order transaction you wish to edit its information in the search bar. Or,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PH" sz="12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sales </a:t>
            </a:r>
            <a:r>
              <a:rPr lang="en-PH" sz="1200" dirty="0">
                <a:latin typeface="Chivo Light" panose="020B0303030202020804" pitchFamily="34" charset="0"/>
                <a:ea typeface="Times New Roman" panose="02020603050405020304" pitchFamily="18" charset="0"/>
                <a:cs typeface="Times New Roman" panose="02020603050405020304" pitchFamily="18" charset="0"/>
              </a:rPr>
              <a:t>journal</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 main form, click the lookup button and select the transaction you wish to edit its information by typing its transaction number in the search bar.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SO transaction, if you wish to edit the header of the transaction click edit button. </a:t>
            </a:r>
          </a:p>
          <a:p>
            <a:pPr marL="457200" marR="0" indent="-228600">
              <a:lnSpc>
                <a:spcPct val="115000"/>
              </a:lnSpc>
              <a:spcBef>
                <a:spcPts val="0"/>
              </a:spcBef>
              <a:spcAft>
                <a:spcPts val="0"/>
              </a:spcAft>
              <a:buAutoNum type="arabicPeriod" startAt="2"/>
            </a:pPr>
            <a:endPar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you are done editing the sales order header, click save button in the upper side of the header.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96700" y="2861781"/>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B71D43FF-7764-D088-83B4-EE19BA2A9179}"/>
              </a:ext>
            </a:extLst>
          </p:cNvPr>
          <p:cNvSpPr txBox="1"/>
          <p:nvPr/>
        </p:nvSpPr>
        <p:spPr>
          <a:xfrm>
            <a:off x="7376560" y="5714034"/>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8" name="TextBox 27">
            <a:extLst>
              <a:ext uri="{FF2B5EF4-FFF2-40B4-BE49-F238E27FC236}">
                <a16:creationId xmlns:a16="http://schemas.microsoft.com/office/drawing/2014/main" id="{544E27DB-5A83-4EC4-85D0-867189C6682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36" name="Group 35">
            <a:extLst>
              <a:ext uri="{FF2B5EF4-FFF2-40B4-BE49-F238E27FC236}">
                <a16:creationId xmlns:a16="http://schemas.microsoft.com/office/drawing/2014/main" id="{F4B3BA59-5F01-4DDF-8E09-F93C7BA41C50}"/>
              </a:ext>
            </a:extLst>
          </p:cNvPr>
          <p:cNvGrpSpPr/>
          <p:nvPr/>
        </p:nvGrpSpPr>
        <p:grpSpPr>
          <a:xfrm>
            <a:off x="5667615" y="1838336"/>
            <a:ext cx="1475739" cy="333375"/>
            <a:chOff x="0" y="0"/>
            <a:chExt cx="1476374" cy="333375"/>
          </a:xfrm>
        </p:grpSpPr>
        <p:sp>
          <p:nvSpPr>
            <p:cNvPr id="37" name="Rectangle 36">
              <a:extLst>
                <a:ext uri="{FF2B5EF4-FFF2-40B4-BE49-F238E27FC236}">
                  <a16:creationId xmlns:a16="http://schemas.microsoft.com/office/drawing/2014/main" id="{65EAF7EC-D8D2-4DCD-AED5-A7E32093F324}"/>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8" name="Straight Arrow Connector 37">
              <a:extLst>
                <a:ext uri="{FF2B5EF4-FFF2-40B4-BE49-F238E27FC236}">
                  <a16:creationId xmlns:a16="http://schemas.microsoft.com/office/drawing/2014/main" id="{6EAEE244-BAEB-46AA-8A11-7A25C11548C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Text Box 39">
              <a:extLst>
                <a:ext uri="{FF2B5EF4-FFF2-40B4-BE49-F238E27FC236}">
                  <a16:creationId xmlns:a16="http://schemas.microsoft.com/office/drawing/2014/main" id="{AB5CEB7E-7FC8-44D1-97C9-6E5ACA75126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1.1.</a:t>
              </a:r>
              <a:endParaRPr lang="en-PH" sz="1100">
                <a:effectLst/>
                <a:ea typeface="Calibri" panose="020F0502020204030204" pitchFamily="34"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BF83CFDF-1DCF-1CCA-63D0-5F1E4A1A93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8" name="Group 7">
            <a:extLst>
              <a:ext uri="{FF2B5EF4-FFF2-40B4-BE49-F238E27FC236}">
                <a16:creationId xmlns:a16="http://schemas.microsoft.com/office/drawing/2014/main" id="{283D3506-19C9-8E0A-B3AB-65D32A7D5805}"/>
              </a:ext>
            </a:extLst>
          </p:cNvPr>
          <p:cNvGrpSpPr/>
          <p:nvPr/>
        </p:nvGrpSpPr>
        <p:grpSpPr>
          <a:xfrm>
            <a:off x="5542830" y="782847"/>
            <a:ext cx="6060440" cy="2172970"/>
            <a:chOff x="5542830" y="782847"/>
            <a:chExt cx="6060440" cy="2172970"/>
          </a:xfrm>
        </p:grpSpPr>
        <p:pic>
          <p:nvPicPr>
            <p:cNvPr id="35" name="Picture 34">
              <a:extLst>
                <a:ext uri="{FF2B5EF4-FFF2-40B4-BE49-F238E27FC236}">
                  <a16:creationId xmlns:a16="http://schemas.microsoft.com/office/drawing/2014/main" id="{668DB0AC-3FFB-411B-9FB2-6C5BC31E1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2830" y="782847"/>
              <a:ext cx="6060440" cy="2172970"/>
            </a:xfrm>
            <a:prstGeom prst="rect">
              <a:avLst/>
            </a:prstGeom>
          </p:spPr>
        </p:pic>
        <p:pic>
          <p:nvPicPr>
            <p:cNvPr id="2" name="Picture 1">
              <a:extLst>
                <a:ext uri="{FF2B5EF4-FFF2-40B4-BE49-F238E27FC236}">
                  <a16:creationId xmlns:a16="http://schemas.microsoft.com/office/drawing/2014/main" id="{D3197CAD-5620-A8D1-C32F-DA54183654D6}"/>
                </a:ext>
              </a:extLst>
            </p:cNvPr>
            <p:cNvPicPr>
              <a:picLocks noChangeAspect="1"/>
            </p:cNvPicPr>
            <p:nvPr/>
          </p:nvPicPr>
          <p:blipFill>
            <a:blip r:embed="rId4"/>
            <a:stretch>
              <a:fillRect/>
            </a:stretch>
          </p:blipFill>
          <p:spPr>
            <a:xfrm>
              <a:off x="6573836" y="820791"/>
              <a:ext cx="1219536" cy="168858"/>
            </a:xfrm>
            <a:prstGeom prst="rect">
              <a:avLst/>
            </a:prstGeom>
          </p:spPr>
        </p:pic>
      </p:grpSp>
      <p:grpSp>
        <p:nvGrpSpPr>
          <p:cNvPr id="6" name="Group 5">
            <a:extLst>
              <a:ext uri="{FF2B5EF4-FFF2-40B4-BE49-F238E27FC236}">
                <a16:creationId xmlns:a16="http://schemas.microsoft.com/office/drawing/2014/main" id="{14E93BA2-6643-7D82-87FB-7000E4642CB6}"/>
              </a:ext>
            </a:extLst>
          </p:cNvPr>
          <p:cNvGrpSpPr/>
          <p:nvPr/>
        </p:nvGrpSpPr>
        <p:grpSpPr>
          <a:xfrm>
            <a:off x="4913713" y="3444936"/>
            <a:ext cx="6677985" cy="2222673"/>
            <a:chOff x="4913713" y="3444936"/>
            <a:chExt cx="6677985" cy="2222673"/>
          </a:xfrm>
        </p:grpSpPr>
        <p:grpSp>
          <p:nvGrpSpPr>
            <p:cNvPr id="24" name="Group 23">
              <a:extLst>
                <a:ext uri="{FF2B5EF4-FFF2-40B4-BE49-F238E27FC236}">
                  <a16:creationId xmlns:a16="http://schemas.microsoft.com/office/drawing/2014/main" id="{20668156-2BE2-4557-8EFE-CBF20C9E074D}"/>
                </a:ext>
              </a:extLst>
            </p:cNvPr>
            <p:cNvGrpSpPr/>
            <p:nvPr/>
          </p:nvGrpSpPr>
          <p:grpSpPr>
            <a:xfrm>
              <a:off x="4913713" y="3444936"/>
              <a:ext cx="6677985" cy="2222673"/>
              <a:chOff x="4913713" y="3444936"/>
              <a:chExt cx="6677985" cy="2222673"/>
            </a:xfrm>
          </p:grpSpPr>
          <p:pic>
            <p:nvPicPr>
              <p:cNvPr id="40" name="Picture 39">
                <a:extLst>
                  <a:ext uri="{FF2B5EF4-FFF2-40B4-BE49-F238E27FC236}">
                    <a16:creationId xmlns:a16="http://schemas.microsoft.com/office/drawing/2014/main" id="{69A4EDF3-F55D-4406-B0AE-418A0176E4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02353" y="3444936"/>
                <a:ext cx="6189345" cy="2061210"/>
              </a:xfrm>
              <a:prstGeom prst="rect">
                <a:avLst/>
              </a:prstGeom>
            </p:spPr>
          </p:pic>
          <p:grpSp>
            <p:nvGrpSpPr>
              <p:cNvPr id="16" name="Group 15">
                <a:extLst>
                  <a:ext uri="{FF2B5EF4-FFF2-40B4-BE49-F238E27FC236}">
                    <a16:creationId xmlns:a16="http://schemas.microsoft.com/office/drawing/2014/main" id="{55C5409B-6102-47DA-B227-1683AC43BC1E}"/>
                  </a:ext>
                </a:extLst>
              </p:cNvPr>
              <p:cNvGrpSpPr/>
              <p:nvPr/>
            </p:nvGrpSpPr>
            <p:grpSpPr>
              <a:xfrm>
                <a:off x="4913713" y="3903579"/>
                <a:ext cx="5866766" cy="1764030"/>
                <a:chOff x="3162617" y="2546985"/>
                <a:chExt cx="5866766" cy="1764030"/>
              </a:xfrm>
            </p:grpSpPr>
            <p:grpSp>
              <p:nvGrpSpPr>
                <p:cNvPr id="41" name="Group 40">
                  <a:extLst>
                    <a:ext uri="{FF2B5EF4-FFF2-40B4-BE49-F238E27FC236}">
                      <a16:creationId xmlns:a16="http://schemas.microsoft.com/office/drawing/2014/main" id="{03FFB8C0-6041-4E1F-9842-C28A46F3AB52}"/>
                    </a:ext>
                  </a:extLst>
                </p:cNvPr>
                <p:cNvGrpSpPr/>
                <p:nvPr/>
              </p:nvGrpSpPr>
              <p:grpSpPr>
                <a:xfrm>
                  <a:off x="4906327" y="3039110"/>
                  <a:ext cx="952500" cy="304800"/>
                  <a:chOff x="523874" y="28575"/>
                  <a:chExt cx="952500" cy="304800"/>
                </a:xfrm>
              </p:grpSpPr>
              <p:sp>
                <p:nvSpPr>
                  <p:cNvPr id="51" name="Rectangle 50">
                    <a:extLst>
                      <a:ext uri="{FF2B5EF4-FFF2-40B4-BE49-F238E27FC236}">
                        <a16:creationId xmlns:a16="http://schemas.microsoft.com/office/drawing/2014/main" id="{36AC40A6-59AF-4ED5-B029-97BDB5101FE5}"/>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52" name="Straight Arrow Connector 51">
                    <a:extLst>
                      <a:ext uri="{FF2B5EF4-FFF2-40B4-BE49-F238E27FC236}">
                        <a16:creationId xmlns:a16="http://schemas.microsoft.com/office/drawing/2014/main" id="{4030FFB5-4258-4C1E-A1BA-4C9198EDAB24}"/>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44">
                    <a:extLst>
                      <a:ext uri="{FF2B5EF4-FFF2-40B4-BE49-F238E27FC236}">
                        <a16:creationId xmlns:a16="http://schemas.microsoft.com/office/drawing/2014/main" id="{6FA859B0-D0E5-45CB-9917-52D71F8CF62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1.2.</a:t>
                    </a:r>
                    <a:endParaRPr lang="en-PH" sz="1100">
                      <a:effectLst/>
                      <a:ea typeface="Calibri" panose="020F0502020204030204" pitchFamily="34" charset="0"/>
                      <a:cs typeface="Times New Roman" panose="02020603050405020304" pitchFamily="18" charset="0"/>
                    </a:endParaRPr>
                  </a:p>
                </p:txBody>
              </p:sp>
            </p:grpSp>
            <p:grpSp>
              <p:nvGrpSpPr>
                <p:cNvPr id="42" name="Group 41">
                  <a:extLst>
                    <a:ext uri="{FF2B5EF4-FFF2-40B4-BE49-F238E27FC236}">
                      <a16:creationId xmlns:a16="http://schemas.microsoft.com/office/drawing/2014/main" id="{AA54729C-AA4E-4575-88BB-DF15DBCF8014}"/>
                    </a:ext>
                  </a:extLst>
                </p:cNvPr>
                <p:cNvGrpSpPr/>
                <p:nvPr/>
              </p:nvGrpSpPr>
              <p:grpSpPr>
                <a:xfrm>
                  <a:off x="8048307" y="2633980"/>
                  <a:ext cx="981076" cy="304800"/>
                  <a:chOff x="333374" y="28575"/>
                  <a:chExt cx="981076" cy="304800"/>
                </a:xfrm>
              </p:grpSpPr>
              <p:sp>
                <p:nvSpPr>
                  <p:cNvPr id="48" name="Rectangle 47">
                    <a:extLst>
                      <a:ext uri="{FF2B5EF4-FFF2-40B4-BE49-F238E27FC236}">
                        <a16:creationId xmlns:a16="http://schemas.microsoft.com/office/drawing/2014/main" id="{3748B30A-123A-467A-A0BB-FFF2C17CAE76}"/>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49" name="Straight Arrow Connector 48">
                    <a:extLst>
                      <a:ext uri="{FF2B5EF4-FFF2-40B4-BE49-F238E27FC236}">
                        <a16:creationId xmlns:a16="http://schemas.microsoft.com/office/drawing/2014/main" id="{C156968D-E422-43DC-841A-A9D0745853B2}"/>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 Box 49">
                    <a:extLst>
                      <a:ext uri="{FF2B5EF4-FFF2-40B4-BE49-F238E27FC236}">
                        <a16:creationId xmlns:a16="http://schemas.microsoft.com/office/drawing/2014/main" id="{933D184D-C70C-499C-A626-A594483F163A}"/>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2.</a:t>
                    </a:r>
                    <a:endParaRPr lang="en-PH" sz="1100">
                      <a:effectLst/>
                      <a:ea typeface="Calibri" panose="020F0502020204030204" pitchFamily="34" charset="0"/>
                      <a:cs typeface="Times New Roman" panose="02020603050405020304" pitchFamily="18" charset="0"/>
                    </a:endParaRPr>
                  </a:p>
                </p:txBody>
              </p:sp>
            </p:grpSp>
            <p:grpSp>
              <p:nvGrpSpPr>
                <p:cNvPr id="43" name="Group 42">
                  <a:extLst>
                    <a:ext uri="{FF2B5EF4-FFF2-40B4-BE49-F238E27FC236}">
                      <a16:creationId xmlns:a16="http://schemas.microsoft.com/office/drawing/2014/main" id="{50874921-6766-40D7-9578-5AC4D0CA71AB}"/>
                    </a:ext>
                  </a:extLst>
                </p:cNvPr>
                <p:cNvGrpSpPr>
                  <a:grpSpLocks/>
                </p:cNvGrpSpPr>
                <p:nvPr/>
              </p:nvGrpSpPr>
              <p:grpSpPr bwMode="auto">
                <a:xfrm>
                  <a:off x="4847907" y="3431540"/>
                  <a:ext cx="2301875" cy="879475"/>
                  <a:chOff x="6116" y="177"/>
                  <a:chExt cx="3625" cy="1385"/>
                </a:xfrm>
              </p:grpSpPr>
              <p:pic>
                <p:nvPicPr>
                  <p:cNvPr id="45" name="Picture 44">
                    <a:extLst>
                      <a:ext uri="{FF2B5EF4-FFF2-40B4-BE49-F238E27FC236}">
                        <a16:creationId xmlns:a16="http://schemas.microsoft.com/office/drawing/2014/main" id="{F08C412C-C4F4-40C7-A88F-F6E87138D3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241">
                    <a:extLst>
                      <a:ext uri="{FF2B5EF4-FFF2-40B4-BE49-F238E27FC236}">
                        <a16:creationId xmlns:a16="http://schemas.microsoft.com/office/drawing/2014/main" id="{2AF1970F-0CEF-406D-8CE4-08D49374A330}"/>
                      </a:ext>
                    </a:extLst>
                  </p:cNvPr>
                  <p:cNvSpPr txBox="1">
                    <a:spLocks noChangeArrowheads="1"/>
                  </p:cNvSpPr>
                  <p:nvPr/>
                </p:nvSpPr>
                <p:spPr bwMode="auto">
                  <a:xfrm>
                    <a:off x="6116" y="177"/>
                    <a:ext cx="362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SJ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228600">
                      <a:lnSpc>
                        <a:spcPct val="115000"/>
                      </a:lnSpc>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228600">
                      <a:lnSpc>
                        <a:spcPts val="975"/>
                      </a:lnSpc>
                      <a:spcBef>
                        <a:spcPts val="5"/>
                      </a:spcBef>
                      <a:spcAft>
                        <a:spcPts val="1000"/>
                      </a:spcAft>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202565" indent="-101600">
                      <a:lnSpc>
                        <a:spcPts val="975"/>
                      </a:lnSpc>
                      <a:spcAft>
                        <a:spcPts val="80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44" name="Text Box 8">
                  <a:extLst>
                    <a:ext uri="{FF2B5EF4-FFF2-40B4-BE49-F238E27FC236}">
                      <a16:creationId xmlns:a16="http://schemas.microsoft.com/office/drawing/2014/main" id="{0C726356-340C-408F-999C-E4C26E7D8BEF}"/>
                    </a:ext>
                  </a:extLst>
                </p:cNvPr>
                <p:cNvSpPr txBox="1"/>
                <p:nvPr/>
              </p:nvSpPr>
              <p:spPr>
                <a:xfrm>
                  <a:off x="3162617" y="2546985"/>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HEADER</a:t>
                  </a:r>
                  <a:endParaRPr lang="en-PH" sz="1100">
                    <a:effectLst/>
                    <a:ea typeface="Calibri" panose="020F0502020204030204" pitchFamily="34" charset="0"/>
                    <a:cs typeface="Times New Roman" panose="02020603050405020304" pitchFamily="18" charset="0"/>
                  </a:endParaRPr>
                </a:p>
              </p:txBody>
            </p:sp>
          </p:grpSp>
        </p:grpSp>
        <p:pic>
          <p:nvPicPr>
            <p:cNvPr id="5" name="Picture 4">
              <a:extLst>
                <a:ext uri="{FF2B5EF4-FFF2-40B4-BE49-F238E27FC236}">
                  <a16:creationId xmlns:a16="http://schemas.microsoft.com/office/drawing/2014/main" id="{BB8E3141-2EAE-4DB5-E6D6-53637CEA5795}"/>
                </a:ext>
              </a:extLst>
            </p:cNvPr>
            <p:cNvPicPr>
              <a:picLocks noChangeAspect="1"/>
            </p:cNvPicPr>
            <p:nvPr/>
          </p:nvPicPr>
          <p:blipFill>
            <a:blip r:embed="rId4"/>
            <a:stretch>
              <a:fillRect/>
            </a:stretch>
          </p:blipFill>
          <p:spPr>
            <a:xfrm>
              <a:off x="6441057" y="3490594"/>
              <a:ext cx="1235978" cy="171135"/>
            </a:xfrm>
            <a:prstGeom prst="rect">
              <a:avLst/>
            </a:prstGeom>
          </p:spPr>
        </p:pic>
      </p:grpSp>
    </p:spTree>
    <p:extLst>
      <p:ext uri="{BB962C8B-B14F-4D97-AF65-F5344CB8AC3E}">
        <p14:creationId xmlns:p14="http://schemas.microsoft.com/office/powerpoint/2010/main" val="3502600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Sales Journal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39813" y="1665554"/>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If you want to edit the items in sales order stock, edit right away the details you want to change and you will notice that after you change the details, the item you edited will be highlighted into blue. </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a:t>
            </a:r>
            <a:r>
              <a:rPr lang="en-PH" sz="1200"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8" name="TextBox 27">
            <a:extLst>
              <a:ext uri="{FF2B5EF4-FFF2-40B4-BE49-F238E27FC236}">
                <a16:creationId xmlns:a16="http://schemas.microsoft.com/office/drawing/2014/main" id="{544E27DB-5A83-4EC4-85D0-867189C6682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4" name="Group 3">
            <a:extLst>
              <a:ext uri="{FF2B5EF4-FFF2-40B4-BE49-F238E27FC236}">
                <a16:creationId xmlns:a16="http://schemas.microsoft.com/office/drawing/2014/main" id="{2C6FE458-FA23-4D4A-B428-7668C5EE07D1}"/>
              </a:ext>
            </a:extLst>
          </p:cNvPr>
          <p:cNvGrpSpPr/>
          <p:nvPr/>
        </p:nvGrpSpPr>
        <p:grpSpPr>
          <a:xfrm>
            <a:off x="4833369" y="2085721"/>
            <a:ext cx="6619240" cy="2326005"/>
            <a:chOff x="4833369" y="1146524"/>
            <a:chExt cx="6619240" cy="2326005"/>
          </a:xfrm>
        </p:grpSpPr>
        <p:grpSp>
          <p:nvGrpSpPr>
            <p:cNvPr id="29" name="Group 28">
              <a:extLst>
                <a:ext uri="{FF2B5EF4-FFF2-40B4-BE49-F238E27FC236}">
                  <a16:creationId xmlns:a16="http://schemas.microsoft.com/office/drawing/2014/main" id="{EA805451-347B-477A-9FE6-6AC130FBC49F}"/>
                </a:ext>
              </a:extLst>
            </p:cNvPr>
            <p:cNvGrpSpPr/>
            <p:nvPr/>
          </p:nvGrpSpPr>
          <p:grpSpPr>
            <a:xfrm>
              <a:off x="5263264" y="1349938"/>
              <a:ext cx="6189345" cy="1529715"/>
              <a:chOff x="0" y="345037"/>
              <a:chExt cx="6189345" cy="1530253"/>
            </a:xfrm>
          </p:grpSpPr>
          <p:pic>
            <p:nvPicPr>
              <p:cNvPr id="30" name="Picture 29">
                <a:extLst>
                  <a:ext uri="{FF2B5EF4-FFF2-40B4-BE49-F238E27FC236}">
                    <a16:creationId xmlns:a16="http://schemas.microsoft.com/office/drawing/2014/main" id="{22CD8AF0-CEBE-478A-B599-94F074B75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5037"/>
                <a:ext cx="6189345" cy="1530253"/>
              </a:xfrm>
              <a:prstGeom prst="rect">
                <a:avLst/>
              </a:prstGeom>
            </p:spPr>
          </p:pic>
          <p:sp>
            <p:nvSpPr>
              <p:cNvPr id="31" name="Rectangle 30">
                <a:extLst>
                  <a:ext uri="{FF2B5EF4-FFF2-40B4-BE49-F238E27FC236}">
                    <a16:creationId xmlns:a16="http://schemas.microsoft.com/office/drawing/2014/main" id="{27F753F7-489B-4CB0-AB14-0257A95592D1}"/>
                  </a:ext>
                </a:extLst>
              </p:cNvPr>
              <p:cNvSpPr/>
              <p:nvPr/>
            </p:nvSpPr>
            <p:spPr>
              <a:xfrm>
                <a:off x="558140" y="1366399"/>
                <a:ext cx="4132613" cy="4156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grpSp>
            <p:nvGrpSpPr>
              <p:cNvPr id="32" name="Group 31">
                <a:extLst>
                  <a:ext uri="{FF2B5EF4-FFF2-40B4-BE49-F238E27FC236}">
                    <a16:creationId xmlns:a16="http://schemas.microsoft.com/office/drawing/2014/main" id="{0A50D361-4A20-43BD-950C-8D72DAD246A8}"/>
                  </a:ext>
                </a:extLst>
              </p:cNvPr>
              <p:cNvGrpSpPr/>
              <p:nvPr/>
            </p:nvGrpSpPr>
            <p:grpSpPr>
              <a:xfrm>
                <a:off x="4748274" y="397787"/>
                <a:ext cx="647700" cy="722517"/>
                <a:chOff x="128649" y="-97513"/>
                <a:chExt cx="647700" cy="722517"/>
              </a:xfrm>
            </p:grpSpPr>
            <p:sp>
              <p:nvSpPr>
                <p:cNvPr id="33" name="Rectangle 32">
                  <a:extLst>
                    <a:ext uri="{FF2B5EF4-FFF2-40B4-BE49-F238E27FC236}">
                      <a16:creationId xmlns:a16="http://schemas.microsoft.com/office/drawing/2014/main" id="{C3C14598-E8B1-4C74-8D11-2C933FBB4ABA}"/>
                    </a:ext>
                  </a:extLst>
                </p:cNvPr>
                <p:cNvSpPr/>
                <p:nvPr/>
              </p:nvSpPr>
              <p:spPr>
                <a:xfrm>
                  <a:off x="128649" y="-97513"/>
                  <a:ext cx="647700" cy="2476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34" name="Straight Arrow Connector 33">
                  <a:extLst>
                    <a:ext uri="{FF2B5EF4-FFF2-40B4-BE49-F238E27FC236}">
                      <a16:creationId xmlns:a16="http://schemas.microsoft.com/office/drawing/2014/main" id="{7A9690C9-0062-4BAF-ADA0-82486207FCE0}"/>
                    </a:ext>
                  </a:extLst>
                </p:cNvPr>
                <p:cNvCxnSpPr>
                  <a:cxnSpLocks/>
                </p:cNvCxnSpPr>
                <p:nvPr/>
              </p:nvCxnSpPr>
              <p:spPr>
                <a:xfrm>
                  <a:off x="352486" y="166690"/>
                  <a:ext cx="0" cy="2082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Text Box 62">
                  <a:extLst>
                    <a:ext uri="{FF2B5EF4-FFF2-40B4-BE49-F238E27FC236}">
                      <a16:creationId xmlns:a16="http://schemas.microsoft.com/office/drawing/2014/main" id="{21F3ADF6-265D-47C0-814D-3FB896DC9740}"/>
                    </a:ext>
                  </a:extLst>
                </p:cNvPr>
                <p:cNvSpPr txBox="1"/>
                <p:nvPr/>
              </p:nvSpPr>
              <p:spPr>
                <a:xfrm>
                  <a:off x="252474" y="377354"/>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5</a:t>
                  </a:r>
                  <a:endParaRPr lang="en-PH" sz="1100">
                    <a:effectLst/>
                    <a:ea typeface="Calibri" panose="020F0502020204030204" pitchFamily="34" charset="0"/>
                    <a:cs typeface="Times New Roman" panose="02020603050405020304" pitchFamily="18" charset="0"/>
                  </a:endParaRPr>
                </a:p>
              </p:txBody>
            </p:sp>
          </p:grpSp>
        </p:grpSp>
        <p:grpSp>
          <p:nvGrpSpPr>
            <p:cNvPr id="2" name="Group 1">
              <a:extLst>
                <a:ext uri="{FF2B5EF4-FFF2-40B4-BE49-F238E27FC236}">
                  <a16:creationId xmlns:a16="http://schemas.microsoft.com/office/drawing/2014/main" id="{3754621C-CD7E-45A1-9FA6-0E77F5D7371E}"/>
                </a:ext>
              </a:extLst>
            </p:cNvPr>
            <p:cNvGrpSpPr/>
            <p:nvPr/>
          </p:nvGrpSpPr>
          <p:grpSpPr>
            <a:xfrm>
              <a:off x="4833369" y="1146524"/>
              <a:ext cx="6259195" cy="2326005"/>
              <a:chOff x="2966402" y="2265998"/>
              <a:chExt cx="6259195" cy="2326005"/>
            </a:xfrm>
          </p:grpSpPr>
          <p:sp>
            <p:nvSpPr>
              <p:cNvPr id="55" name="Text Box 81">
                <a:extLst>
                  <a:ext uri="{FF2B5EF4-FFF2-40B4-BE49-F238E27FC236}">
                    <a16:creationId xmlns:a16="http://schemas.microsoft.com/office/drawing/2014/main" id="{8E6729BA-2F7C-4480-AEC0-BC2D5AB64C65}"/>
                  </a:ext>
                </a:extLst>
              </p:cNvPr>
              <p:cNvSpPr txBox="1"/>
              <p:nvPr/>
            </p:nvSpPr>
            <p:spPr>
              <a:xfrm>
                <a:off x="3048317" y="2265998"/>
                <a:ext cx="913765" cy="28448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STOCK</a:t>
                </a:r>
                <a:endParaRPr lang="en-PH" sz="1100">
                  <a:effectLst/>
                  <a:ea typeface="Calibri" panose="020F0502020204030204" pitchFamily="34" charset="0"/>
                  <a:cs typeface="Times New Roman" panose="02020603050405020304" pitchFamily="18" charset="0"/>
                </a:endParaRPr>
              </a:p>
            </p:txBody>
          </p:sp>
          <p:pic>
            <p:nvPicPr>
              <p:cNvPr id="56" name="Picture 55">
                <a:extLst>
                  <a:ext uri="{FF2B5EF4-FFF2-40B4-BE49-F238E27FC236}">
                    <a16:creationId xmlns:a16="http://schemas.microsoft.com/office/drawing/2014/main" id="{6B2A363D-4046-48DF-9DB0-CD73F12202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36887" y="3974148"/>
                <a:ext cx="6188710" cy="617855"/>
              </a:xfrm>
              <a:prstGeom prst="rect">
                <a:avLst/>
              </a:prstGeom>
              <a:ln>
                <a:noFill/>
              </a:ln>
              <a:effectLst>
                <a:outerShdw blurRad="292100" dist="139700" dir="2700000" algn="tl" rotWithShape="0">
                  <a:srgbClr val="333333">
                    <a:alpha val="65000"/>
                  </a:srgbClr>
                </a:outerShdw>
              </a:effectLst>
            </p:spPr>
          </p:pic>
          <p:sp>
            <p:nvSpPr>
              <p:cNvPr id="57" name="Curved Left Arrow 95">
                <a:extLst>
                  <a:ext uri="{FF2B5EF4-FFF2-40B4-BE49-F238E27FC236}">
                    <a16:creationId xmlns:a16="http://schemas.microsoft.com/office/drawing/2014/main" id="{F224F7A5-2466-4CC4-9ACA-8DA28B4C9B07}"/>
                  </a:ext>
                </a:extLst>
              </p:cNvPr>
              <p:cNvSpPr/>
              <p:nvPr/>
            </p:nvSpPr>
            <p:spPr>
              <a:xfrm>
                <a:off x="5797232" y="3685223"/>
                <a:ext cx="344170" cy="593725"/>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sp>
            <p:nvSpPr>
              <p:cNvPr id="58" name="Text Box 98">
                <a:extLst>
                  <a:ext uri="{FF2B5EF4-FFF2-40B4-BE49-F238E27FC236}">
                    <a16:creationId xmlns:a16="http://schemas.microsoft.com/office/drawing/2014/main" id="{62E7E682-30DC-452A-96BA-209FE292C79F}"/>
                  </a:ext>
                </a:extLst>
              </p:cNvPr>
              <p:cNvSpPr txBox="1"/>
              <p:nvPr/>
            </p:nvSpPr>
            <p:spPr>
              <a:xfrm>
                <a:off x="2966402" y="3863023"/>
                <a:ext cx="199390" cy="24701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4</a:t>
                </a:r>
                <a:endParaRPr lang="en-PH" sz="1100">
                  <a:effectLst/>
                  <a:ea typeface="Calibri" panose="020F0502020204030204" pitchFamily="34" charset="0"/>
                  <a:cs typeface="Times New Roman" panose="02020603050405020304" pitchFamily="18" charset="0"/>
                </a:endParaRPr>
              </a:p>
            </p:txBody>
          </p:sp>
        </p:grpSp>
      </p:grpSp>
      <p:sp>
        <p:nvSpPr>
          <p:cNvPr id="6" name="Slide Number Placeholder 5">
            <a:extLst>
              <a:ext uri="{FF2B5EF4-FFF2-40B4-BE49-F238E27FC236}">
                <a16:creationId xmlns:a16="http://schemas.microsoft.com/office/drawing/2014/main" id="{74D13EEB-DD2E-FEC7-4E19-BC1AA70470A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7" name="Rectangle 6">
            <a:extLst>
              <a:ext uri="{FF2B5EF4-FFF2-40B4-BE49-F238E27FC236}">
                <a16:creationId xmlns:a16="http://schemas.microsoft.com/office/drawing/2014/main" id="{A32C174B-4D69-F6EA-61E9-AB932C19BB62}"/>
              </a:ext>
            </a:extLst>
          </p:cNvPr>
          <p:cNvSpPr/>
          <p:nvPr/>
        </p:nvSpPr>
        <p:spPr>
          <a:xfrm>
            <a:off x="10723684" y="2345034"/>
            <a:ext cx="647700" cy="24756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8" name="Straight Arrow Connector 7">
            <a:extLst>
              <a:ext uri="{FF2B5EF4-FFF2-40B4-BE49-F238E27FC236}">
                <a16:creationId xmlns:a16="http://schemas.microsoft.com/office/drawing/2014/main" id="{DF1D588F-5AA0-58EC-F4F0-5C1157FE4C48}"/>
              </a:ext>
            </a:extLst>
          </p:cNvPr>
          <p:cNvCxnSpPr>
            <a:cxnSpLocks/>
          </p:cNvCxnSpPr>
          <p:nvPr/>
        </p:nvCxnSpPr>
        <p:spPr>
          <a:xfrm>
            <a:off x="11084174" y="2589198"/>
            <a:ext cx="0" cy="208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2">
            <a:extLst>
              <a:ext uri="{FF2B5EF4-FFF2-40B4-BE49-F238E27FC236}">
                <a16:creationId xmlns:a16="http://schemas.microsoft.com/office/drawing/2014/main" id="{8D92E835-E8A7-7691-56DF-972102BA35AD}"/>
              </a:ext>
            </a:extLst>
          </p:cNvPr>
          <p:cNvSpPr txBox="1"/>
          <p:nvPr/>
        </p:nvSpPr>
        <p:spPr>
          <a:xfrm>
            <a:off x="10984162" y="2799788"/>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a typeface="Calibri" panose="020F0502020204030204" pitchFamily="34" charset="0"/>
                <a:cs typeface="Times New Roman" panose="02020603050405020304" pitchFamily="18" charset="0"/>
              </a:rPr>
              <a:t>6</a:t>
            </a:r>
            <a:endParaRPr lang="en-PH" sz="1100" dirty="0">
              <a:effectLs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8DE2BBBB-3E54-228F-D340-391D8109B3CD}"/>
              </a:ext>
            </a:extLst>
          </p:cNvPr>
          <p:cNvSpPr/>
          <p:nvPr/>
        </p:nvSpPr>
        <p:spPr>
          <a:xfrm>
            <a:off x="5530441" y="3344308"/>
            <a:ext cx="188110" cy="22716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11" name="Straight Arrow Connector 10">
            <a:extLst>
              <a:ext uri="{FF2B5EF4-FFF2-40B4-BE49-F238E27FC236}">
                <a16:creationId xmlns:a16="http://schemas.microsoft.com/office/drawing/2014/main" id="{62A466F9-4018-3D94-927E-EE3888B21C77}"/>
              </a:ext>
            </a:extLst>
          </p:cNvPr>
          <p:cNvCxnSpPr>
            <a:cxnSpLocks/>
          </p:cNvCxnSpPr>
          <p:nvPr/>
        </p:nvCxnSpPr>
        <p:spPr>
          <a:xfrm>
            <a:off x="5618538" y="3564111"/>
            <a:ext cx="0" cy="2081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62">
            <a:extLst>
              <a:ext uri="{FF2B5EF4-FFF2-40B4-BE49-F238E27FC236}">
                <a16:creationId xmlns:a16="http://schemas.microsoft.com/office/drawing/2014/main" id="{F0006185-6DB8-4A59-9538-7CFD21E3A072}"/>
              </a:ext>
            </a:extLst>
          </p:cNvPr>
          <p:cNvSpPr txBox="1"/>
          <p:nvPr/>
        </p:nvSpPr>
        <p:spPr>
          <a:xfrm>
            <a:off x="5518526" y="3774701"/>
            <a:ext cx="200025" cy="247563"/>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dirty="0">
                <a:effectLst/>
                <a:ea typeface="Calibri" panose="020F0502020204030204" pitchFamily="34" charset="0"/>
                <a:cs typeface="Times New Roman" panose="02020603050405020304" pitchFamily="18" charset="0"/>
              </a:rPr>
              <a:t>7</a:t>
            </a:r>
            <a:endParaRPr lang="en-PH" sz="1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264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CF38233-DF8B-AB2A-3860-C275FCF3BA0E}"/>
              </a:ext>
            </a:extLst>
          </p:cNvPr>
          <p:cNvGrpSpPr/>
          <p:nvPr/>
        </p:nvGrpSpPr>
        <p:grpSpPr>
          <a:xfrm>
            <a:off x="5374888" y="3403679"/>
            <a:ext cx="6189345" cy="2061210"/>
            <a:chOff x="5374888" y="3403679"/>
            <a:chExt cx="6189345" cy="2061210"/>
          </a:xfrm>
        </p:grpSpPr>
        <p:pic>
          <p:nvPicPr>
            <p:cNvPr id="49" name="Picture 48">
              <a:extLst>
                <a:ext uri="{FF2B5EF4-FFF2-40B4-BE49-F238E27FC236}">
                  <a16:creationId xmlns:a16="http://schemas.microsoft.com/office/drawing/2014/main" id="{B1F79F8F-A593-404A-B2B6-F51C21BDFF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4888" y="3403679"/>
              <a:ext cx="6189345" cy="2061210"/>
            </a:xfrm>
            <a:prstGeom prst="rect">
              <a:avLst/>
            </a:prstGeom>
          </p:spPr>
        </p:pic>
        <p:pic>
          <p:nvPicPr>
            <p:cNvPr id="5" name="Picture 4">
              <a:extLst>
                <a:ext uri="{FF2B5EF4-FFF2-40B4-BE49-F238E27FC236}">
                  <a16:creationId xmlns:a16="http://schemas.microsoft.com/office/drawing/2014/main" id="{50956510-10EE-6F42-44C8-53FA6DEDD4CB}"/>
                </a:ext>
              </a:extLst>
            </p:cNvPr>
            <p:cNvPicPr>
              <a:picLocks noChangeAspect="1"/>
            </p:cNvPicPr>
            <p:nvPr/>
          </p:nvPicPr>
          <p:blipFill>
            <a:blip r:embed="rId3"/>
            <a:stretch>
              <a:fillRect/>
            </a:stretch>
          </p:blipFill>
          <p:spPr>
            <a:xfrm>
              <a:off x="6414446" y="3430689"/>
              <a:ext cx="1219536" cy="168858"/>
            </a:xfrm>
            <a:prstGeom prst="rect">
              <a:avLst/>
            </a:prstGeom>
          </p:spPr>
        </p:pic>
      </p:grpSp>
      <p:sp>
        <p:nvSpPr>
          <p:cNvPr id="12" name="Text Box 18">
            <a:extLst>
              <a:ext uri="{FF2B5EF4-FFF2-40B4-BE49-F238E27FC236}">
                <a16:creationId xmlns:a16="http://schemas.microsoft.com/office/drawing/2014/main" id="{9A8214E9-BA24-C1CD-FE2E-59471D8D7178}"/>
              </a:ext>
            </a:extLst>
          </p:cNvPr>
          <p:cNvSpPr txBox="1"/>
          <p:nvPr/>
        </p:nvSpPr>
        <p:spPr>
          <a:xfrm>
            <a:off x="540588" y="182754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 </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In the sales </a:t>
            </a:r>
            <a:r>
              <a:rPr lang="en-PH" sz="1200" dirty="0">
                <a:latin typeface="Chivo Light" panose="020B0303030202020804" pitchFamily="34" charset="0"/>
                <a:ea typeface="Times New Roman" panose="02020603050405020304" pitchFamily="18" charset="0"/>
                <a:cs typeface="Times New Roman" panose="02020603050405020304" pitchFamily="18" charset="0"/>
              </a:rPr>
              <a:t>journal</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 main window, search the transaction you want to delete.</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In sales journal – main form, click the lookup button and select the transaction you want to delete.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805110" y="132044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Delete Sales Journal Transaction?</a:t>
            </a:r>
            <a:endParaRPr lang="en-US" sz="2000" dirty="0">
              <a:solidFill>
                <a:srgbClr val="007434"/>
              </a:solidFill>
              <a:latin typeface="+mj-lt"/>
            </a:endParaRPr>
          </a:p>
        </p:txBody>
      </p:sp>
      <p:sp>
        <p:nvSpPr>
          <p:cNvPr id="41" name="TextBox 40">
            <a:extLst>
              <a:ext uri="{FF2B5EF4-FFF2-40B4-BE49-F238E27FC236}">
                <a16:creationId xmlns:a16="http://schemas.microsoft.com/office/drawing/2014/main" id="{5F215506-CA7E-755F-74BA-DBA6C0290AC7}"/>
              </a:ext>
            </a:extLst>
          </p:cNvPr>
          <p:cNvSpPr txBox="1"/>
          <p:nvPr/>
        </p:nvSpPr>
        <p:spPr>
          <a:xfrm>
            <a:off x="7402810" y="2659403"/>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75E90F7D-99C6-4EAE-0C31-58FAE035D67B}"/>
              </a:ext>
            </a:extLst>
          </p:cNvPr>
          <p:cNvSpPr txBox="1"/>
          <p:nvPr/>
        </p:nvSpPr>
        <p:spPr>
          <a:xfrm>
            <a:off x="7402810" y="5692984"/>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Journal –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98C746B6-A2E2-4F42-BF81-05783F8C0A7F}"/>
              </a:ext>
            </a:extLst>
          </p:cNvPr>
          <p:cNvSpPr txBox="1"/>
          <p:nvPr/>
        </p:nvSpPr>
        <p:spPr>
          <a:xfrm>
            <a:off x="585809" y="131770"/>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32" name="Group 31">
            <a:extLst>
              <a:ext uri="{FF2B5EF4-FFF2-40B4-BE49-F238E27FC236}">
                <a16:creationId xmlns:a16="http://schemas.microsoft.com/office/drawing/2014/main" id="{1D09E2B9-5A57-4E99-8A3C-70F8E4D404A5}"/>
              </a:ext>
            </a:extLst>
          </p:cNvPr>
          <p:cNvGrpSpPr/>
          <p:nvPr/>
        </p:nvGrpSpPr>
        <p:grpSpPr>
          <a:xfrm>
            <a:off x="5671700" y="1576674"/>
            <a:ext cx="1475739" cy="333375"/>
            <a:chOff x="0" y="0"/>
            <a:chExt cx="1476374" cy="333375"/>
          </a:xfrm>
        </p:grpSpPr>
        <p:sp>
          <p:nvSpPr>
            <p:cNvPr id="33" name="Rectangle 32">
              <a:extLst>
                <a:ext uri="{FF2B5EF4-FFF2-40B4-BE49-F238E27FC236}">
                  <a16:creationId xmlns:a16="http://schemas.microsoft.com/office/drawing/2014/main" id="{271EB825-93C4-4962-A3F0-D1BDF9EE32C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dirty="0"/>
            </a:p>
          </p:txBody>
        </p:sp>
        <p:cxnSp>
          <p:nvCxnSpPr>
            <p:cNvPr id="34" name="Straight Arrow Connector 33">
              <a:extLst>
                <a:ext uri="{FF2B5EF4-FFF2-40B4-BE49-F238E27FC236}">
                  <a16:creationId xmlns:a16="http://schemas.microsoft.com/office/drawing/2014/main" id="{635421CB-3CBB-4F8C-9422-BC042D7B8F9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695">
              <a:extLst>
                <a:ext uri="{FF2B5EF4-FFF2-40B4-BE49-F238E27FC236}">
                  <a16:creationId xmlns:a16="http://schemas.microsoft.com/office/drawing/2014/main" id="{30A12E30-BDDB-49EC-A18C-689D1A8B947D}"/>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1.1.</a:t>
              </a:r>
              <a:endParaRPr lang="en-PH" sz="1100">
                <a:effectLst/>
                <a:ea typeface="Calibri" panose="020F0502020204030204" pitchFamily="34" charset="0"/>
                <a:cs typeface="Times New Roman" panose="02020603050405020304" pitchFamily="18" charset="0"/>
              </a:endParaRPr>
            </a:p>
          </p:txBody>
        </p:sp>
      </p:grpSp>
      <p:grpSp>
        <p:nvGrpSpPr>
          <p:cNvPr id="50" name="Group 49">
            <a:extLst>
              <a:ext uri="{FF2B5EF4-FFF2-40B4-BE49-F238E27FC236}">
                <a16:creationId xmlns:a16="http://schemas.microsoft.com/office/drawing/2014/main" id="{8DA73422-C798-423E-A6B9-48CBD159E4DB}"/>
              </a:ext>
            </a:extLst>
          </p:cNvPr>
          <p:cNvGrpSpPr/>
          <p:nvPr/>
        </p:nvGrpSpPr>
        <p:grpSpPr>
          <a:xfrm>
            <a:off x="4852211" y="3846898"/>
            <a:ext cx="4544645" cy="1766566"/>
            <a:chOff x="0" y="0"/>
            <a:chExt cx="4545064" cy="1766579"/>
          </a:xfrm>
        </p:grpSpPr>
        <p:grpSp>
          <p:nvGrpSpPr>
            <p:cNvPr id="51" name="Group 50">
              <a:extLst>
                <a:ext uri="{FF2B5EF4-FFF2-40B4-BE49-F238E27FC236}">
                  <a16:creationId xmlns:a16="http://schemas.microsoft.com/office/drawing/2014/main" id="{7E5F21DA-7EFF-46F5-B86D-F626406D9AEF}"/>
                </a:ext>
              </a:extLst>
            </p:cNvPr>
            <p:cNvGrpSpPr/>
            <p:nvPr/>
          </p:nvGrpSpPr>
          <p:grpSpPr>
            <a:xfrm>
              <a:off x="1746913" y="491319"/>
              <a:ext cx="952500" cy="304800"/>
              <a:chOff x="523874" y="28575"/>
              <a:chExt cx="952500" cy="304800"/>
            </a:xfrm>
          </p:grpSpPr>
          <p:sp>
            <p:nvSpPr>
              <p:cNvPr id="64" name="Rectangle 63">
                <a:extLst>
                  <a:ext uri="{FF2B5EF4-FFF2-40B4-BE49-F238E27FC236}">
                    <a16:creationId xmlns:a16="http://schemas.microsoft.com/office/drawing/2014/main" id="{6D0486CD-E909-4D69-8DE0-8DF284EFB647}"/>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65" name="Straight Arrow Connector 64">
                <a:extLst>
                  <a:ext uri="{FF2B5EF4-FFF2-40B4-BE49-F238E27FC236}">
                    <a16:creationId xmlns:a16="http://schemas.microsoft.com/office/drawing/2014/main" id="{0ECBA2F4-4310-437C-B79E-EFB41B86BE7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Text Box 296">
                <a:extLst>
                  <a:ext uri="{FF2B5EF4-FFF2-40B4-BE49-F238E27FC236}">
                    <a16:creationId xmlns:a16="http://schemas.microsoft.com/office/drawing/2014/main" id="{AC4A4A5F-0744-478D-A694-27C8A7777FEA}"/>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1.2.</a:t>
                </a:r>
                <a:endParaRPr lang="en-PH" sz="1100">
                  <a:effectLst/>
                  <a:ea typeface="Calibri" panose="020F0502020204030204" pitchFamily="34" charset="0"/>
                  <a:cs typeface="Times New Roman" panose="02020603050405020304" pitchFamily="18" charset="0"/>
                </a:endParaRPr>
              </a:p>
            </p:txBody>
          </p:sp>
        </p:grpSp>
        <p:grpSp>
          <p:nvGrpSpPr>
            <p:cNvPr id="52" name="Group 51">
              <a:extLst>
                <a:ext uri="{FF2B5EF4-FFF2-40B4-BE49-F238E27FC236}">
                  <a16:creationId xmlns:a16="http://schemas.microsoft.com/office/drawing/2014/main" id="{8667E172-9F1B-49AF-A50D-D1A2CE1DD48F}"/>
                </a:ext>
              </a:extLst>
            </p:cNvPr>
            <p:cNvGrpSpPr/>
            <p:nvPr/>
          </p:nvGrpSpPr>
          <p:grpSpPr>
            <a:xfrm>
              <a:off x="1951630" y="81886"/>
              <a:ext cx="1087953" cy="304800"/>
              <a:chOff x="333374" y="28575"/>
              <a:chExt cx="981076" cy="304800"/>
            </a:xfrm>
          </p:grpSpPr>
          <p:sp>
            <p:nvSpPr>
              <p:cNvPr id="61" name="Rectangle 60">
                <a:extLst>
                  <a:ext uri="{FF2B5EF4-FFF2-40B4-BE49-F238E27FC236}">
                    <a16:creationId xmlns:a16="http://schemas.microsoft.com/office/drawing/2014/main" id="{ADD8B2CD-77B3-4E22-B1D8-FADA6BDC309C}"/>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PH"/>
              </a:p>
            </p:txBody>
          </p:sp>
          <p:cxnSp>
            <p:nvCxnSpPr>
              <p:cNvPr id="62" name="Straight Arrow Connector 61">
                <a:extLst>
                  <a:ext uri="{FF2B5EF4-FFF2-40B4-BE49-F238E27FC236}">
                    <a16:creationId xmlns:a16="http://schemas.microsoft.com/office/drawing/2014/main" id="{CD4AB1AB-9409-400C-BA81-0D68338D95D6}"/>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 Box 700">
                <a:extLst>
                  <a:ext uri="{FF2B5EF4-FFF2-40B4-BE49-F238E27FC236}">
                    <a16:creationId xmlns:a16="http://schemas.microsoft.com/office/drawing/2014/main" id="{CB70BDFC-0D16-4FA8-8B2F-9C5E284027DD}"/>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2.</a:t>
                </a:r>
                <a:endParaRPr lang="en-PH" sz="1100">
                  <a:effectLst/>
                  <a:ea typeface="Calibri" panose="020F0502020204030204" pitchFamily="34" charset="0"/>
                  <a:cs typeface="Times New Roman" panose="02020603050405020304" pitchFamily="18" charset="0"/>
                </a:endParaRPr>
              </a:p>
            </p:txBody>
          </p:sp>
        </p:grpSp>
        <p:grpSp>
          <p:nvGrpSpPr>
            <p:cNvPr id="53" name="Group 52">
              <a:extLst>
                <a:ext uri="{FF2B5EF4-FFF2-40B4-BE49-F238E27FC236}">
                  <a16:creationId xmlns:a16="http://schemas.microsoft.com/office/drawing/2014/main" id="{AE9736EC-2A2C-4781-82DB-33A8290454A0}"/>
                </a:ext>
              </a:extLst>
            </p:cNvPr>
            <p:cNvGrpSpPr>
              <a:grpSpLocks/>
            </p:cNvGrpSpPr>
            <p:nvPr/>
          </p:nvGrpSpPr>
          <p:grpSpPr bwMode="auto">
            <a:xfrm>
              <a:off x="1678039" y="887104"/>
              <a:ext cx="2867025" cy="879475"/>
              <a:chOff x="6116" y="177"/>
              <a:chExt cx="4515" cy="1385"/>
            </a:xfrm>
          </p:grpSpPr>
          <p:pic>
            <p:nvPicPr>
              <p:cNvPr id="59" name="Picture 58">
                <a:extLst>
                  <a:ext uri="{FF2B5EF4-FFF2-40B4-BE49-F238E27FC236}">
                    <a16:creationId xmlns:a16="http://schemas.microsoft.com/office/drawing/2014/main" id="{D1E784D0-31E1-4CFD-9B8B-509A925326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Text Box 241">
                <a:extLst>
                  <a:ext uri="{FF2B5EF4-FFF2-40B4-BE49-F238E27FC236}">
                    <a16:creationId xmlns:a16="http://schemas.microsoft.com/office/drawing/2014/main" id="{FFBC831A-E88F-4AA0-873C-E379B59E6AD5}"/>
                  </a:ext>
                </a:extLst>
              </p:cNvPr>
              <p:cNvSpPr txBox="1">
                <a:spLocks noChangeArrowheads="1"/>
              </p:cNvSpPr>
              <p:nvPr/>
            </p:nvSpPr>
            <p:spPr bwMode="auto">
              <a:xfrm>
                <a:off x="6116" y="177"/>
                <a:ext cx="4515"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SJ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ct val="115000"/>
                  </a:lnSpc>
                  <a:buSzPts val="800"/>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ts val="975"/>
                  </a:lnSpc>
                  <a:spcBef>
                    <a:spcPts val="5"/>
                  </a:spcBef>
                  <a:spcAft>
                    <a:spcPts val="1000"/>
                  </a:spcAft>
                  <a:buSzPts val="800"/>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pPr marL="685800" lvl="1" indent="-228600">
                  <a:lnSpc>
                    <a:spcPts val="975"/>
                  </a:lnSpc>
                  <a:spcAft>
                    <a:spcPts val="800"/>
                  </a:spcAft>
                  <a:buSzPts val="800"/>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delete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4" name="Text Box 696">
              <a:extLst>
                <a:ext uri="{FF2B5EF4-FFF2-40B4-BE49-F238E27FC236}">
                  <a16:creationId xmlns:a16="http://schemas.microsoft.com/office/drawing/2014/main" id="{E01B05A3-EF95-44CC-987D-FD18FAE52935}"/>
                </a:ext>
              </a:extLst>
            </p:cNvPr>
            <p:cNvSpPr txBox="1"/>
            <p:nvPr/>
          </p:nvSpPr>
          <p:spPr>
            <a:xfrm>
              <a:off x="0" y="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HEADER</a:t>
              </a:r>
              <a:endParaRPr lang="en-PH" sz="1100">
                <a:effectLst/>
                <a:ea typeface="Calibri" panose="020F0502020204030204" pitchFamily="34" charset="0"/>
                <a:cs typeface="Times New Roman" panose="02020603050405020304" pitchFamily="18" charset="0"/>
              </a:endParaRPr>
            </a:p>
          </p:txBody>
        </p:sp>
      </p:grpSp>
      <p:sp>
        <p:nvSpPr>
          <p:cNvPr id="4" name="Slide Number Placeholder 3">
            <a:extLst>
              <a:ext uri="{FF2B5EF4-FFF2-40B4-BE49-F238E27FC236}">
                <a16:creationId xmlns:a16="http://schemas.microsoft.com/office/drawing/2014/main" id="{F76DCA9E-4F84-51D9-9F3B-DABD00A4803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7" name="Group 6">
            <a:extLst>
              <a:ext uri="{FF2B5EF4-FFF2-40B4-BE49-F238E27FC236}">
                <a16:creationId xmlns:a16="http://schemas.microsoft.com/office/drawing/2014/main" id="{6F88DA8F-80E8-E67B-65BF-2F02446B6644}"/>
              </a:ext>
            </a:extLst>
          </p:cNvPr>
          <p:cNvGrpSpPr/>
          <p:nvPr/>
        </p:nvGrpSpPr>
        <p:grpSpPr>
          <a:xfrm>
            <a:off x="5545751" y="514253"/>
            <a:ext cx="6060440" cy="2172970"/>
            <a:chOff x="5545751" y="514253"/>
            <a:chExt cx="6060440" cy="2172970"/>
          </a:xfrm>
        </p:grpSpPr>
        <p:pic>
          <p:nvPicPr>
            <p:cNvPr id="31" name="Picture 30">
              <a:extLst>
                <a:ext uri="{FF2B5EF4-FFF2-40B4-BE49-F238E27FC236}">
                  <a16:creationId xmlns:a16="http://schemas.microsoft.com/office/drawing/2014/main" id="{AC5D308C-8DAA-4F2B-914C-88DE8A7430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5751" y="514253"/>
              <a:ext cx="6060440" cy="2172970"/>
            </a:xfrm>
            <a:prstGeom prst="rect">
              <a:avLst/>
            </a:prstGeom>
          </p:spPr>
        </p:pic>
        <p:pic>
          <p:nvPicPr>
            <p:cNvPr id="2" name="Picture 1">
              <a:extLst>
                <a:ext uri="{FF2B5EF4-FFF2-40B4-BE49-F238E27FC236}">
                  <a16:creationId xmlns:a16="http://schemas.microsoft.com/office/drawing/2014/main" id="{131AB989-9284-FC39-6495-BEE3B4291E31}"/>
                </a:ext>
              </a:extLst>
            </p:cNvPr>
            <p:cNvPicPr>
              <a:picLocks noChangeAspect="1"/>
            </p:cNvPicPr>
            <p:nvPr/>
          </p:nvPicPr>
          <p:blipFill>
            <a:blip r:embed="rId3"/>
            <a:stretch>
              <a:fillRect/>
            </a:stretch>
          </p:blipFill>
          <p:spPr>
            <a:xfrm>
              <a:off x="6579814" y="556484"/>
              <a:ext cx="1062557" cy="147123"/>
            </a:xfrm>
            <a:prstGeom prst="rect">
              <a:avLst/>
            </a:prstGeom>
          </p:spPr>
        </p:pic>
      </p:grpSp>
    </p:spTree>
    <p:extLst>
      <p:ext uri="{BB962C8B-B14F-4D97-AF65-F5344CB8AC3E}">
        <p14:creationId xmlns:p14="http://schemas.microsoft.com/office/powerpoint/2010/main" val="3812818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Information</a:t>
            </a:r>
            <a:endParaRPr lang="en-US" sz="2000" dirty="0">
              <a:solidFill>
                <a:srgbClr val="007434"/>
              </a:solidFill>
              <a:latin typeface="+mj-lt"/>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Buttons</a:t>
            </a:r>
            <a:endParaRPr lang="en-US" sz="2000" dirty="0">
              <a:solidFill>
                <a:srgbClr val="007434"/>
              </a:solidFill>
              <a:latin typeface="+mj-lt"/>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1732010"/>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PH" sz="1200" dirty="0">
                <a:effectLst/>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sales order – main form will be minimize and the other information will be displayed as shown in the photo below.</a:t>
            </a:r>
          </a:p>
          <a:p>
            <a:pPr marL="0" marR="227330">
              <a:lnSpc>
                <a:spcPct val="107000"/>
              </a:lnSpc>
              <a:spcBef>
                <a:spcPts val="190"/>
              </a:spcBef>
              <a:spcAft>
                <a:spcPts val="800"/>
              </a:spcAft>
            </a:pPr>
            <a:r>
              <a:rPr lang="en-PH" sz="1200" dirty="0">
                <a:effectLst/>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a:lnSpc>
                <a:spcPct val="107000"/>
              </a:lnSpc>
              <a:spcBef>
                <a:spcPts val="190"/>
              </a:spcBef>
              <a:spcAft>
                <a:spcPts val="800"/>
              </a:spcAft>
            </a:pPr>
            <a:endParaRPr lang="en-PH"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227330">
              <a:lnSpc>
                <a:spcPct val="107000"/>
              </a:lnSpc>
              <a:spcBef>
                <a:spcPts val="19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227330">
              <a:lnSpc>
                <a:spcPct val="107000"/>
              </a:lnSpc>
              <a:spcBef>
                <a:spcPts val="19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1882199"/>
            <a:ext cx="6108721" cy="280440"/>
          </a:xfrm>
          <a:prstGeom prst="rect">
            <a:avLst/>
          </a:prstGeom>
        </p:spPr>
      </p:pic>
      <p:sp>
        <p:nvSpPr>
          <p:cNvPr id="15" name="TextBox 14">
            <a:extLst>
              <a:ext uri="{FF2B5EF4-FFF2-40B4-BE49-F238E27FC236}">
                <a16:creationId xmlns:a16="http://schemas.microsoft.com/office/drawing/2014/main" id="{473755D2-F3DC-4ED7-8747-C5A483B7383F}"/>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Journal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pic>
        <p:nvPicPr>
          <p:cNvPr id="16" name="Picture 15">
            <a:extLst>
              <a:ext uri="{FF2B5EF4-FFF2-40B4-BE49-F238E27FC236}">
                <a16:creationId xmlns:a16="http://schemas.microsoft.com/office/drawing/2014/main" id="{7EBD5DC0-19C1-42FA-97ED-2F7307EB33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458" y="965038"/>
            <a:ext cx="6189345" cy="893445"/>
          </a:xfrm>
          <a:prstGeom prst="rect">
            <a:avLst/>
          </a:prstGeom>
        </p:spPr>
      </p:pic>
      <p:sp>
        <p:nvSpPr>
          <p:cNvPr id="4" name="Slide Number Placeholder 3">
            <a:extLst>
              <a:ext uri="{FF2B5EF4-FFF2-40B4-BE49-F238E27FC236}">
                <a16:creationId xmlns:a16="http://schemas.microsoft.com/office/drawing/2014/main" id="{2050FC24-EB98-9B59-7C90-F257A2E4111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2" name="Picture 1">
            <a:extLst>
              <a:ext uri="{FF2B5EF4-FFF2-40B4-BE49-F238E27FC236}">
                <a16:creationId xmlns:a16="http://schemas.microsoft.com/office/drawing/2014/main" id="{B6CAA190-E395-28E1-A20A-D845BAA52537}"/>
              </a:ext>
            </a:extLst>
          </p:cNvPr>
          <p:cNvPicPr>
            <a:picLocks noChangeAspect="1"/>
          </p:cNvPicPr>
          <p:nvPr/>
        </p:nvPicPr>
        <p:blipFill>
          <a:blip r:embed="rId5"/>
          <a:stretch>
            <a:fillRect/>
          </a:stretch>
        </p:blipFill>
        <p:spPr>
          <a:xfrm>
            <a:off x="6210698" y="994694"/>
            <a:ext cx="1062557" cy="147123"/>
          </a:xfrm>
          <a:prstGeom prst="rect">
            <a:avLst/>
          </a:prstGeom>
        </p:spPr>
      </p:pic>
      <p:graphicFrame>
        <p:nvGraphicFramePr>
          <p:cNvPr id="7" name="Table 6">
            <a:extLst>
              <a:ext uri="{FF2B5EF4-FFF2-40B4-BE49-F238E27FC236}">
                <a16:creationId xmlns:a16="http://schemas.microsoft.com/office/drawing/2014/main" id="{09BCAEE1-5869-F6DD-B3E6-F3D3C8F31C66}"/>
              </a:ext>
            </a:extLst>
          </p:cNvPr>
          <p:cNvGraphicFramePr>
            <a:graphicFrameLocks noGrp="1"/>
          </p:cNvGraphicFramePr>
          <p:nvPr/>
        </p:nvGraphicFramePr>
        <p:xfrm>
          <a:off x="5362815" y="2852637"/>
          <a:ext cx="6186170" cy="2670175"/>
        </p:xfrm>
        <a:graphic>
          <a:graphicData uri="http://schemas.openxmlformats.org/drawingml/2006/table">
            <a:tbl>
              <a:tblPr firstRow="1" firstCol="1" bandRow="1">
                <a:tableStyleId>{5940675A-B579-460E-94D1-54222C63F5DA}</a:tableStyleId>
              </a:tblPr>
              <a:tblGrid>
                <a:gridCol w="993597">
                  <a:extLst>
                    <a:ext uri="{9D8B030D-6E8A-4147-A177-3AD203B41FA5}">
                      <a16:colId xmlns:a16="http://schemas.microsoft.com/office/drawing/2014/main" val="3415315536"/>
                    </a:ext>
                  </a:extLst>
                </a:gridCol>
                <a:gridCol w="1171852">
                  <a:extLst>
                    <a:ext uri="{9D8B030D-6E8A-4147-A177-3AD203B41FA5}">
                      <a16:colId xmlns:a16="http://schemas.microsoft.com/office/drawing/2014/main" val="906130530"/>
                    </a:ext>
                  </a:extLst>
                </a:gridCol>
                <a:gridCol w="4020721">
                  <a:extLst>
                    <a:ext uri="{9D8B030D-6E8A-4147-A177-3AD203B41FA5}">
                      <a16:colId xmlns:a16="http://schemas.microsoft.com/office/drawing/2014/main" val="1098265409"/>
                    </a:ext>
                  </a:extLst>
                </a:gridCol>
              </a:tblGrid>
              <a:tr h="33655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Print Button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PH" sz="900" dirty="0">
                          <a:effectLst/>
                        </a:rPr>
                        <a:t>Print button is use to print transaction.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848879"/>
                  </a:ext>
                </a:extLst>
              </a:tr>
              <a:tr h="365125">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Logs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Logs Button is use to monitor the activities made in the module.</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8493135"/>
                  </a:ext>
                </a:extLst>
              </a:tr>
              <a:tr h="393700">
                <a:tc>
                  <a:txBody>
                    <a:bodyPr/>
                    <a:lstStyle/>
                    <a:p>
                      <a:pPr>
                        <a:lnSpc>
                          <a:spcPct val="107000"/>
                        </a:lnSpc>
                        <a:spcAft>
                          <a:spcPts val="800"/>
                        </a:spcAft>
                        <a:tabLst>
                          <a:tab pos="1162050" algn="l"/>
                        </a:tabLst>
                      </a:pP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Lock button is use to lock the transaction to refrain from changing the details in the transaction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94974876"/>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Back to Listing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Back to Listing Button is use to go back from main form to main window</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71412428"/>
                  </a:ext>
                </a:extLst>
              </a:tr>
              <a:tr h="393700">
                <a:tc>
                  <a:txBody>
                    <a:bodyPr/>
                    <a:lstStyle/>
                    <a:p>
                      <a:pPr>
                        <a:lnSpc>
                          <a:spcPct val="107000"/>
                        </a:lnSpc>
                        <a:spcAft>
                          <a:spcPts val="800"/>
                        </a:spcAft>
                        <a:tabLst>
                          <a:tab pos="1162050" algn="l"/>
                        </a:tabLst>
                      </a:pPr>
                      <a:endParaRPr lang="en-PH" sz="900">
                        <a:effectLst/>
                        <a:latin typeface="Chivo Ligh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Hide Head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Hide Head Button is use to minimize the main form.</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9672917"/>
                  </a:ext>
                </a:extLst>
              </a:tr>
              <a:tr h="393700">
                <a:tc>
                  <a:txBody>
                    <a:bodyPr/>
                    <a:lstStyle/>
                    <a:p>
                      <a:pPr>
                        <a:lnSpc>
                          <a:spcPct val="107000"/>
                        </a:lnSpc>
                        <a:spcAft>
                          <a:spcPts val="800"/>
                        </a:spcAft>
                        <a:tabLst>
                          <a:tab pos="1162050" algn="l"/>
                        </a:tabLst>
                      </a:pP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Full Screen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Full Screen Button is use to allow the main form to full screen.</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4682782"/>
                  </a:ext>
                </a:extLst>
              </a:tr>
              <a:tr h="393700">
                <a:tc>
                  <a:txBody>
                    <a:bodyPr/>
                    <a:lstStyle/>
                    <a:p>
                      <a:pPr>
                        <a:lnSpc>
                          <a:spcPct val="107000"/>
                        </a:lnSpc>
                        <a:spcAft>
                          <a:spcPts val="800"/>
                        </a:spcAft>
                        <a:tabLst>
                          <a:tab pos="1162050" algn="l"/>
                        </a:tabLs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a:effectLst/>
                        </a:rPr>
                        <a:t>Open New Tab Button</a:t>
                      </a:r>
                      <a:endParaRPr lang="en-PH"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tabLst>
                          <a:tab pos="1162050" algn="l"/>
                        </a:tabLst>
                      </a:pPr>
                      <a:r>
                        <a:rPr lang="en-PH" sz="900" dirty="0">
                          <a:effectLst/>
                        </a:rPr>
                        <a:t>Open New Tab Button is use to open new tab module you currently using.</a:t>
                      </a: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3038834"/>
                  </a:ext>
                </a:extLst>
              </a:tr>
            </a:tbl>
          </a:graphicData>
        </a:graphic>
      </p:graphicFrame>
      <p:pic>
        <p:nvPicPr>
          <p:cNvPr id="9" name="Picture 91">
            <a:extLst>
              <a:ext uri="{FF2B5EF4-FFF2-40B4-BE49-F238E27FC236}">
                <a16:creationId xmlns:a16="http://schemas.microsoft.com/office/drawing/2014/main" id="{23E15640-3F1D-C7CF-5118-8206563379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7243" y="2871953"/>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2">
            <a:extLst>
              <a:ext uri="{FF2B5EF4-FFF2-40B4-BE49-F238E27FC236}">
                <a16:creationId xmlns:a16="http://schemas.microsoft.com/office/drawing/2014/main" id="{A787E934-2CE8-603C-20C5-7C9F7D9487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8536" y="3225623"/>
            <a:ext cx="866775" cy="28575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93">
            <a:extLst>
              <a:ext uri="{FF2B5EF4-FFF2-40B4-BE49-F238E27FC236}">
                <a16:creationId xmlns:a16="http://schemas.microsoft.com/office/drawing/2014/main" id="{C03921B5-DF02-80BB-BA0D-D50F3F03E9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0601" y="4006165"/>
            <a:ext cx="846137" cy="2857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94">
            <a:extLst>
              <a:ext uri="{FF2B5EF4-FFF2-40B4-BE49-F238E27FC236}">
                <a16:creationId xmlns:a16="http://schemas.microsoft.com/office/drawing/2014/main" id="{37DA55C5-26B8-BB84-71F3-421DDBFE1A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15044" y="4406259"/>
            <a:ext cx="838200" cy="28575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96">
            <a:extLst>
              <a:ext uri="{FF2B5EF4-FFF2-40B4-BE49-F238E27FC236}">
                <a16:creationId xmlns:a16="http://schemas.microsoft.com/office/drawing/2014/main" id="{398E80D9-84A9-08D8-9DB4-9DAF5420F1E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0601" y="4806353"/>
            <a:ext cx="827087" cy="28416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97">
            <a:extLst>
              <a:ext uri="{FF2B5EF4-FFF2-40B4-BE49-F238E27FC236}">
                <a16:creationId xmlns:a16="http://schemas.microsoft.com/office/drawing/2014/main" id="{D0D4E61C-D093-9E88-A79E-A322B8EF47A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21248" y="5174247"/>
            <a:ext cx="817562" cy="28416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29">
            <a:extLst>
              <a:ext uri="{FF2B5EF4-FFF2-40B4-BE49-F238E27FC236}">
                <a16:creationId xmlns:a16="http://schemas.microsoft.com/office/drawing/2014/main" id="{1994DD8B-EBB6-C32B-123B-524B24747C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28536" y="3580064"/>
            <a:ext cx="828675" cy="34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38138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1212</Words>
  <Application>Microsoft Office PowerPoint</Application>
  <PresentationFormat>Widescreen</PresentationFormat>
  <Paragraphs>180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Animosa Extra Bold</vt:lpstr>
      <vt:lpstr>Arial</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1</cp:revision>
  <dcterms:created xsi:type="dcterms:W3CDTF">2023-01-03T08:37:54Z</dcterms:created>
  <dcterms:modified xsi:type="dcterms:W3CDTF">2023-01-03T08:38:17Z</dcterms:modified>
</cp:coreProperties>
</file>