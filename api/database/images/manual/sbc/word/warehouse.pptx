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BCB0-E3B8-1339-CEA8-F0113B890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D2BA1-2004-7C3E-425E-AB94864DD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8825A-028F-77D3-FC19-ABB6D8CB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45CA0-41DE-F679-1F5F-32E532163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707F0-B176-A8F2-E6B3-6B84AB1D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8457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2667-69F9-53C3-763E-D1CD0195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A9FA4-9668-9641-91BA-CBB61ADC1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27146-218C-EC4F-B63B-A550860E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E6A23-3688-D59C-87B7-F4E0DEF8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86A07-B947-39A7-D6A7-4F9EA218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32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4B4E-B420-E067-346B-2B2EA543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506BF-6F4E-9700-E6ED-D3E6A742B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091A3-1F69-5D86-3CE6-26A9705F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71181-8824-C7E2-B689-34F67EC7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1FC1B-7B09-99D2-E941-8E89D670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813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BE3E-C9C1-523A-84AC-D29493BE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7D1E-5114-8C05-86BE-5174B3515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FD99C-35EC-83CD-FA7E-CE50A1952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5417B-866D-91BE-EDE8-B473F4EC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FFF05-40B1-3837-5749-F34E22AEB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A4A6F-BD1D-D176-BA69-E2A3B168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312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1B35-6F14-A048-34EB-4BE206B4F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A5A4C-6955-4F14-0102-06D07DDA3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3C7D9-2D50-2ADD-44D3-D7F0A8948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4C9ED-0D85-4BEC-C620-AAA4181B0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1D9663-FEE0-5F68-3DF8-722CD5F39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1846A-36A2-17A2-4322-077274FC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ADF14-CE10-4C18-979C-37FF37B3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B838E-E5DF-BC95-58C9-D899BC41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8797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DEFE-FCC0-DB03-9CF2-6921BD7C3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97523-0F1F-2093-FE4D-A1923109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5EAF9-2E0A-9F6A-FF9D-A9AA735A5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5B32A-F57B-CCAC-538F-F60DEAD6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570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29337-79E0-3AB4-13D6-71785F80C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FB52EB-3A09-520D-A662-F56BF220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B2E97-14FB-54EA-0BE4-A69EBA3C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5582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CAA0-A896-E921-6ECD-94DD7A16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87744-6651-52DC-645D-055794424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6005B-4CDB-4B71-5F0C-B5AEB43D7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9EA44-2A1D-09E0-A222-9CA96A26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94DBB-26FD-0755-F44F-41EF079BC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72BB6-532E-3CB9-E421-21475966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96897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6F78-59A8-31F9-6FA3-94159521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9AEB5A-4210-732B-0D1F-6B7DF85BA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C28AB-9FE3-B161-D0A2-AE257D6DE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1521C-7690-2182-8D8F-3B9030C1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D7BA5-745B-B675-2184-EBA4D0CC2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FD17C-3FF6-7C43-F0CB-2DC1E398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008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A9DB-C14B-EA05-56DA-FE78C1210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C1C44-C17F-1D21-77CD-D8518D5AB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F15F8-1495-BDCA-B8CD-8F7700CBA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67EC9-DD28-0138-5BBC-C2198BC6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56EBA-BFBD-2B13-A519-95C87A2E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44943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E75E1-37A5-9195-712B-FB3DF4333B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EDC48-F228-EB4B-6D1C-E367870BB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0C917-C1E9-C745-FD36-58306D4A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DC823-6BEC-694A-A889-6507F2BC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30639-DD03-1A05-93E3-19049DE0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906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D14BB-9DA6-4E3F-F008-2E610564E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52B9B-E1CE-F365-9AF8-81970CC5B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FE263-0B34-2FE0-A05E-87E524541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0ED71-5F40-4284-98F3-0A2B5211F7CA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830AF-4E71-1A10-9DA9-81499F680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51C49-AAC7-7A1B-F9B5-8EB25D7B5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F74A0-E4B9-4590-B4EC-1C217A9E63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96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304535" y="2055283"/>
            <a:ext cx="7887030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Warehouse Ledger</a:t>
            </a:r>
            <a:endParaRPr lang="en-US" sz="96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endParaRPr lang="en-US" sz="16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Warehouse is a list of warehouse in a company.</a:t>
            </a:r>
            <a:endParaRPr lang="en-US" sz="16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57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Window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Warehouse module under Masterfile, warehouse list will display in the warehouse ledger main window. </a:t>
            </a:r>
            <a:r>
              <a:rPr lang="en-PH" sz="10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30A5EB-C5C1-1A1F-4F45-EB35232FC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903" y="1940430"/>
            <a:ext cx="5991225" cy="2550160"/>
          </a:xfrm>
          <a:prstGeom prst="rect">
            <a:avLst/>
          </a:prstGeom>
          <a:ln>
            <a:solidFill>
              <a:schemeClr val="bg2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24CE3AD-D5BE-0575-991F-B3DFD35DF643}"/>
              </a:ext>
            </a:extLst>
          </p:cNvPr>
          <p:cNvGrpSpPr/>
          <p:nvPr/>
        </p:nvGrpSpPr>
        <p:grpSpPr>
          <a:xfrm>
            <a:off x="5395665" y="2665796"/>
            <a:ext cx="5441950" cy="1612900"/>
            <a:chOff x="0" y="0"/>
            <a:chExt cx="5441950" cy="16129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879C944-DE28-8BDD-F5AE-7C7824C5E49E}"/>
                </a:ext>
              </a:extLst>
            </p:cNvPr>
            <p:cNvSpPr/>
            <p:nvPr/>
          </p:nvSpPr>
          <p:spPr>
            <a:xfrm>
              <a:off x="0" y="1441450"/>
              <a:ext cx="990600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0CA7AA8-2C16-F284-8CD7-DFD8A26D2820}"/>
                </a:ext>
              </a:extLst>
            </p:cNvPr>
            <p:cNvSpPr/>
            <p:nvPr/>
          </p:nvSpPr>
          <p:spPr>
            <a:xfrm>
              <a:off x="1270000" y="0"/>
              <a:ext cx="4171950" cy="9621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3BD96E8-C9AF-4509-C924-EE3F8FEA4963}"/>
                </a:ext>
              </a:extLst>
            </p:cNvPr>
            <p:cNvCxnSpPr/>
            <p:nvPr/>
          </p:nvCxnSpPr>
          <p:spPr>
            <a:xfrm flipV="1">
              <a:off x="1003300" y="679450"/>
              <a:ext cx="252484" cy="7779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C1DD365-FFB8-F40C-E95A-A7B5E53A0E9D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62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03883D1-F3D1-8575-6BC0-D6FF152A7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545" y="712497"/>
            <a:ext cx="6189345" cy="1238885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Create New Warehouse?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Warehouse Ledger – Main Window, you will notice a create button in the upper left of the window. Click the create button and you will be redirect in warehouse ledger – main form.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b="1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warehouse ledger – main window, you will be redirected in warehouse ledger – main form where you will encode the warehouse other information.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above photo, fill in all the necessary details in the provided field.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0D8E87-70FD-F2B8-FCFC-0353D069DB09}"/>
              </a:ext>
            </a:extLst>
          </p:cNvPr>
          <p:cNvSpPr txBox="1"/>
          <p:nvPr/>
        </p:nvSpPr>
        <p:spPr>
          <a:xfrm>
            <a:off x="7119936" y="1958206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91FFF82-1202-2BDA-89D7-D4002EAA5861}"/>
              </a:ext>
            </a:extLst>
          </p:cNvPr>
          <p:cNvCxnSpPr/>
          <p:nvPr/>
        </p:nvCxnSpPr>
        <p:spPr>
          <a:xfrm>
            <a:off x="6018948" y="1131915"/>
            <a:ext cx="2000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 Box 22">
            <a:extLst>
              <a:ext uri="{FF2B5EF4-FFF2-40B4-BE49-F238E27FC236}">
                <a16:creationId xmlns:a16="http://schemas.microsoft.com/office/drawing/2014/main" id="{8FA26F56-7ABF-B261-572D-90B136D4B4FE}"/>
              </a:ext>
            </a:extLst>
          </p:cNvPr>
          <p:cNvSpPr txBox="1"/>
          <p:nvPr/>
        </p:nvSpPr>
        <p:spPr>
          <a:xfrm>
            <a:off x="6222598" y="1016715"/>
            <a:ext cx="200025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765F83-8044-D222-3411-977CBAA156F5}"/>
              </a:ext>
            </a:extLst>
          </p:cNvPr>
          <p:cNvSpPr/>
          <p:nvPr/>
        </p:nvSpPr>
        <p:spPr>
          <a:xfrm>
            <a:off x="5218848" y="998565"/>
            <a:ext cx="800100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E48A08-9CD4-54DD-9C9B-FBD5670C01C2}"/>
              </a:ext>
            </a:extLst>
          </p:cNvPr>
          <p:cNvGrpSpPr/>
          <p:nvPr/>
        </p:nvGrpSpPr>
        <p:grpSpPr>
          <a:xfrm>
            <a:off x="5208900" y="2744247"/>
            <a:ext cx="6428740" cy="3260090"/>
            <a:chOff x="17821" y="144805"/>
            <a:chExt cx="6429182" cy="326031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203B323-ED11-23EC-963C-DD564F468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21" y="144805"/>
              <a:ext cx="6153702" cy="318955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581633-AF23-A32D-A306-1C2CA8A291C8}"/>
                </a:ext>
              </a:extLst>
            </p:cNvPr>
            <p:cNvSpPr/>
            <p:nvPr/>
          </p:nvSpPr>
          <p:spPr>
            <a:xfrm>
              <a:off x="57143" y="1078173"/>
              <a:ext cx="5981700" cy="232694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9EF452E-7BD2-869B-97BE-C7073B1D1C42}"/>
                </a:ext>
              </a:extLst>
            </p:cNvPr>
            <p:cNvCxnSpPr/>
            <p:nvPr/>
          </p:nvCxnSpPr>
          <p:spPr>
            <a:xfrm>
              <a:off x="6046953" y="115153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 Box 617">
              <a:extLst>
                <a:ext uri="{FF2B5EF4-FFF2-40B4-BE49-F238E27FC236}">
                  <a16:creationId xmlns:a16="http://schemas.microsoft.com/office/drawing/2014/main" id="{66F3DCC9-5E73-18DC-6CC0-ACBCCC869C12}"/>
                </a:ext>
              </a:extLst>
            </p:cNvPr>
            <p:cNvSpPr txBox="1"/>
            <p:nvPr/>
          </p:nvSpPr>
          <p:spPr>
            <a:xfrm>
              <a:off x="6246978" y="105628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99C4CD6-DEA4-7DD3-0294-EE9AD5FE2CBD}"/>
                </a:ext>
              </a:extLst>
            </p:cNvPr>
            <p:cNvGrpSpPr/>
            <p:nvPr/>
          </p:nvGrpSpPr>
          <p:grpSpPr>
            <a:xfrm>
              <a:off x="4758377" y="562828"/>
              <a:ext cx="1057276" cy="450092"/>
              <a:chOff x="138752" y="67528"/>
              <a:chExt cx="1057276" cy="45009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87FC714-8A1C-D8E5-1F1F-DC2A09D4774F}"/>
                  </a:ext>
                </a:extLst>
              </p:cNvPr>
              <p:cNvSpPr/>
              <p:nvPr/>
            </p:nvSpPr>
            <p:spPr>
              <a:xfrm>
                <a:off x="138752" y="231870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F62902C5-60F6-EC7F-83F9-FF7F9315F03C}"/>
                  </a:ext>
                </a:extLst>
              </p:cNvPr>
              <p:cNvCxnSpPr/>
              <p:nvPr/>
            </p:nvCxnSpPr>
            <p:spPr>
              <a:xfrm>
                <a:off x="786453" y="23897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Text Box 621">
                <a:extLst>
                  <a:ext uri="{FF2B5EF4-FFF2-40B4-BE49-F238E27FC236}">
                    <a16:creationId xmlns:a16="http://schemas.microsoft.com/office/drawing/2014/main" id="{2727C928-5009-4422-DE0A-0B1017D9B5E1}"/>
                  </a:ext>
                </a:extLst>
              </p:cNvPr>
              <p:cNvSpPr txBox="1"/>
              <p:nvPr/>
            </p:nvSpPr>
            <p:spPr>
              <a:xfrm>
                <a:off x="996003" y="67528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E504809-5017-2537-D12F-D8DB1890F030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10C4182C-8792-672B-6775-41ECF3CDE8D8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803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826800-9392-972F-2D3C-293307481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828" y="3076491"/>
            <a:ext cx="5909310" cy="30137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EE1651-CC6B-0105-F241-6CDE3F7BE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260" y="1222309"/>
            <a:ext cx="6100445" cy="1527810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0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Warehouse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warehouse ledger – main window, search the warehouse name you wish to edit its information in the search bar. Or,</a:t>
            </a: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warehouse ledger – main form, click the lookup button and select the warehouse you wish to edit its information by typing its agent name in the search bar.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17049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625976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426977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warehouse, click edit button in the upper right side of warehouse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5AC340-11E3-F250-BF82-856C7C65636E}"/>
              </a:ext>
            </a:extLst>
          </p:cNvPr>
          <p:cNvSpPr/>
          <p:nvPr/>
        </p:nvSpPr>
        <p:spPr>
          <a:xfrm>
            <a:off x="5296220" y="1773849"/>
            <a:ext cx="799756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E976E1-2304-E6BF-2E19-3F9EF3731019}"/>
              </a:ext>
            </a:extLst>
          </p:cNvPr>
          <p:cNvCxnSpPr/>
          <p:nvPr/>
        </p:nvCxnSpPr>
        <p:spPr>
          <a:xfrm>
            <a:off x="6095976" y="1907199"/>
            <a:ext cx="199939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Box 404">
            <a:extLst>
              <a:ext uri="{FF2B5EF4-FFF2-40B4-BE49-F238E27FC236}">
                <a16:creationId xmlns:a16="http://schemas.microsoft.com/office/drawing/2014/main" id="{4F990DDF-3650-E270-C0CA-D55B433FD2CD}"/>
              </a:ext>
            </a:extLst>
          </p:cNvPr>
          <p:cNvSpPr txBox="1"/>
          <p:nvPr/>
        </p:nvSpPr>
        <p:spPr>
          <a:xfrm>
            <a:off x="6305435" y="1802424"/>
            <a:ext cx="466524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1.1.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E92762-49C8-A53A-B57F-AA17B6E61CEF}"/>
              </a:ext>
            </a:extLst>
          </p:cNvPr>
          <p:cNvGrpSpPr/>
          <p:nvPr/>
        </p:nvGrpSpPr>
        <p:grpSpPr>
          <a:xfrm>
            <a:off x="6569941" y="4045106"/>
            <a:ext cx="952500" cy="304800"/>
            <a:chOff x="523874" y="28575"/>
            <a:chExt cx="952500" cy="3048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0E10A46-111E-549B-718D-FB0F2E56B188}"/>
                </a:ext>
              </a:extLst>
            </p:cNvPr>
            <p:cNvSpPr/>
            <p:nvPr/>
          </p:nvSpPr>
          <p:spPr>
            <a:xfrm>
              <a:off x="523874" y="28575"/>
              <a:ext cx="275881" cy="304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48916B7-9118-BBD8-6C0C-F1A4996528C3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 Box 632">
              <a:extLst>
                <a:ext uri="{FF2B5EF4-FFF2-40B4-BE49-F238E27FC236}">
                  <a16:creationId xmlns:a16="http://schemas.microsoft.com/office/drawing/2014/main" id="{0F0928DC-D506-CF57-4CA2-451545495654}"/>
                </a:ext>
              </a:extLst>
            </p:cNvPr>
            <p:cNvSpPr txBox="1"/>
            <p:nvPr/>
          </p:nvSpPr>
          <p:spPr>
            <a:xfrm>
              <a:off x="1009649" y="28575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1.2.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06A506B-B6B1-9E74-D3D8-EEA785D5195B}"/>
              </a:ext>
            </a:extLst>
          </p:cNvPr>
          <p:cNvGrpSpPr/>
          <p:nvPr/>
        </p:nvGrpSpPr>
        <p:grpSpPr>
          <a:xfrm>
            <a:off x="10084031" y="3628887"/>
            <a:ext cx="981076" cy="304800"/>
            <a:chOff x="333374" y="28575"/>
            <a:chExt cx="981076" cy="3048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1EFA6F-25B2-5FC4-E090-E156A325CE18}"/>
                </a:ext>
              </a:extLst>
            </p:cNvPr>
            <p:cNvSpPr/>
            <p:nvPr/>
          </p:nvSpPr>
          <p:spPr>
            <a:xfrm>
              <a:off x="333374" y="28575"/>
              <a:ext cx="466381" cy="3048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F609850-B2BC-B167-0776-4301A03ED3A3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 Box 636">
              <a:extLst>
                <a:ext uri="{FF2B5EF4-FFF2-40B4-BE49-F238E27FC236}">
                  <a16:creationId xmlns:a16="http://schemas.microsoft.com/office/drawing/2014/main" id="{13188245-2CC2-4331-6062-DF5970782846}"/>
                </a:ext>
              </a:extLst>
            </p:cNvPr>
            <p:cNvSpPr txBox="1"/>
            <p:nvPr/>
          </p:nvSpPr>
          <p:spPr>
            <a:xfrm>
              <a:off x="1009650" y="28575"/>
              <a:ext cx="304800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2.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DB938C4-71FC-0FB6-7D27-4684565FE90A}"/>
              </a:ext>
            </a:extLst>
          </p:cNvPr>
          <p:cNvGrpSpPr>
            <a:grpSpLocks/>
          </p:cNvGrpSpPr>
          <p:nvPr/>
        </p:nvGrpSpPr>
        <p:grpSpPr bwMode="auto">
          <a:xfrm>
            <a:off x="6390236" y="4487066"/>
            <a:ext cx="2301875" cy="879475"/>
            <a:chOff x="6116" y="177"/>
            <a:chExt cx="3625" cy="138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95AADE-EAEE-B2B1-EFF8-1EABCE5E7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6" y="177"/>
              <a:ext cx="3625" cy="1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 Box 241">
              <a:extLst>
                <a:ext uri="{FF2B5EF4-FFF2-40B4-BE49-F238E27FC236}">
                  <a16:creationId xmlns:a16="http://schemas.microsoft.com/office/drawing/2014/main" id="{09E69B22-F2C0-601D-3299-C83ED0FC4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6" y="177"/>
              <a:ext cx="3625" cy="13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</a:pP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warehouse?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2733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warehouse name in the search bar.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lang="en-US" sz="800" spc="-4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indent="-228600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warehouse code to select the warehouse.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4C1DF7-DAAD-ECFF-6EEF-10F748F0C5D4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732A6789-1935-3AC1-8F5A-DB5CFA70549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946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54088" y="64205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Warehouse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2853139"/>
            <a:ext cx="3914824" cy="91590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</a:p>
          <a:p>
            <a:pPr algn="just">
              <a:lnSpc>
                <a:spcPct val="115000"/>
              </a:lnSpc>
            </a:pPr>
            <a:endParaRPr lang="en-US" sz="1200" b="1" dirty="0">
              <a:solidFill>
                <a:srgbClr val="00863D"/>
              </a:solidFill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 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523614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C4A66E-5C08-0A8A-482C-3AE6F68ECF9C}"/>
              </a:ext>
            </a:extLst>
          </p:cNvPr>
          <p:cNvGrpSpPr/>
          <p:nvPr/>
        </p:nvGrpSpPr>
        <p:grpSpPr>
          <a:xfrm>
            <a:off x="5162548" y="1278719"/>
            <a:ext cx="6467475" cy="3720555"/>
            <a:chOff x="0" y="-56959"/>
            <a:chExt cx="6467475" cy="359954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1EDFAC-4E49-AC71-38EB-785B36CF7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56959"/>
              <a:ext cx="6189345" cy="321090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551DAE-6E14-A3AF-97E5-210690F4D5DC}"/>
                </a:ext>
              </a:extLst>
            </p:cNvPr>
            <p:cNvSpPr/>
            <p:nvPr/>
          </p:nvSpPr>
          <p:spPr>
            <a:xfrm>
              <a:off x="42863" y="838200"/>
              <a:ext cx="5981700" cy="27043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656344B-18D5-5251-2FC4-FB5038C19B7F}"/>
                </a:ext>
              </a:extLst>
            </p:cNvPr>
            <p:cNvCxnSpPr/>
            <p:nvPr/>
          </p:nvCxnSpPr>
          <p:spPr>
            <a:xfrm>
              <a:off x="6067425" y="102870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 Box 646">
              <a:extLst>
                <a:ext uri="{FF2B5EF4-FFF2-40B4-BE49-F238E27FC236}">
                  <a16:creationId xmlns:a16="http://schemas.microsoft.com/office/drawing/2014/main" id="{2FCAAA51-DA12-9855-64FD-49CE0417B706}"/>
                </a:ext>
              </a:extLst>
            </p:cNvPr>
            <p:cNvSpPr txBox="1"/>
            <p:nvPr/>
          </p:nvSpPr>
          <p:spPr>
            <a:xfrm>
              <a:off x="6267450" y="93345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7489ED9-9BA1-D0C9-D72A-6A3ADEE2628D}"/>
                </a:ext>
              </a:extLst>
            </p:cNvPr>
            <p:cNvGrpSpPr/>
            <p:nvPr/>
          </p:nvGrpSpPr>
          <p:grpSpPr>
            <a:xfrm>
              <a:off x="4772025" y="381000"/>
              <a:ext cx="1057275" cy="447675"/>
              <a:chOff x="152400" y="-114300"/>
              <a:chExt cx="1057275" cy="44767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D7004E8-7F09-F28E-3197-6C4E9B1747B7}"/>
                  </a:ext>
                </a:extLst>
              </p:cNvPr>
              <p:cNvSpPr/>
              <p:nvPr/>
            </p:nvSpPr>
            <p:spPr>
              <a:xfrm>
                <a:off x="152400" y="47625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6D23A0A-DA4E-8ED0-7A69-C78B85026389}"/>
                  </a:ext>
                </a:extLst>
              </p:cNvPr>
              <p:cNvCxnSpPr/>
              <p:nvPr/>
            </p:nvCxnSpPr>
            <p:spPr>
              <a:xfrm>
                <a:off x="800100" y="571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xt Box 650">
                <a:extLst>
                  <a:ext uri="{FF2B5EF4-FFF2-40B4-BE49-F238E27FC236}">
                    <a16:creationId xmlns:a16="http://schemas.microsoft.com/office/drawing/2014/main" id="{D134015D-2C17-810D-C464-2B30568F5BCB}"/>
                  </a:ext>
                </a:extLst>
              </p:cNvPr>
              <p:cNvSpPr txBox="1"/>
              <p:nvPr/>
            </p:nvSpPr>
            <p:spPr>
              <a:xfrm>
                <a:off x="1009650" y="-114300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B9A8637-DBBB-2A65-94D7-100DEAC6C3CE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A62C6A21-4B95-AB33-1936-2D1F7953E261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95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FF03CE-6AAD-8F35-E273-FDB717043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850" y="1224879"/>
            <a:ext cx="6168390" cy="1762125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Delete a Warehouse ledger?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9"/>
            <a:ext cx="3914824" cy="199705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warehouse ledger – main window, search the warehouse you want to delete.</a:t>
            </a:r>
          </a:p>
          <a:p>
            <a:pPr algn="just"/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warehouse ledger – main form, click the lookup button and select the warehouse you want to delete.</a:t>
            </a: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442994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442994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943840" y="3725497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F9DC9-B20E-0C53-0AE5-9803F1BE6717}"/>
              </a:ext>
            </a:extLst>
          </p:cNvPr>
          <p:cNvSpPr/>
          <p:nvPr/>
        </p:nvSpPr>
        <p:spPr>
          <a:xfrm>
            <a:off x="5031929" y="1831387"/>
            <a:ext cx="799465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22A5D2-CACB-6BC1-8999-3ACE61E269B1}"/>
              </a:ext>
            </a:extLst>
          </p:cNvPr>
          <p:cNvCxnSpPr/>
          <p:nvPr/>
        </p:nvCxnSpPr>
        <p:spPr>
          <a:xfrm>
            <a:off x="5831394" y="1964737"/>
            <a:ext cx="199390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Box 367">
            <a:extLst>
              <a:ext uri="{FF2B5EF4-FFF2-40B4-BE49-F238E27FC236}">
                <a16:creationId xmlns:a16="http://schemas.microsoft.com/office/drawing/2014/main" id="{F56C846C-6A29-44C1-3FCF-8C3B58432683}"/>
              </a:ext>
            </a:extLst>
          </p:cNvPr>
          <p:cNvSpPr txBox="1"/>
          <p:nvPr/>
        </p:nvSpPr>
        <p:spPr>
          <a:xfrm>
            <a:off x="6040944" y="1859962"/>
            <a:ext cx="466090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21B50-2E7D-044E-08D9-CFF28836E1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370" y="3429000"/>
            <a:ext cx="6198870" cy="269113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7070677-23D5-2D39-835B-C6A9AA5E95C8}"/>
              </a:ext>
            </a:extLst>
          </p:cNvPr>
          <p:cNvGrpSpPr/>
          <p:nvPr/>
        </p:nvGrpSpPr>
        <p:grpSpPr>
          <a:xfrm>
            <a:off x="6419058" y="3861531"/>
            <a:ext cx="3028950" cy="1635125"/>
            <a:chOff x="0" y="0"/>
            <a:chExt cx="3028950" cy="163512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F7E459D-1D2B-B38C-431A-2C47425ABCF2}"/>
                </a:ext>
              </a:extLst>
            </p:cNvPr>
            <p:cNvGrpSpPr/>
            <p:nvPr/>
          </p:nvGrpSpPr>
          <p:grpSpPr>
            <a:xfrm>
              <a:off x="76200" y="317500"/>
              <a:ext cx="952500" cy="304800"/>
              <a:chOff x="523874" y="28575"/>
              <a:chExt cx="952500" cy="304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CBD020E-CA0B-7B0F-14C7-E0FC19775015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CDBDBA92-68D4-9C4C-6516-3F6FB9F44814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 Box 665">
                <a:extLst>
                  <a:ext uri="{FF2B5EF4-FFF2-40B4-BE49-F238E27FC236}">
                    <a16:creationId xmlns:a16="http://schemas.microsoft.com/office/drawing/2014/main" id="{31707C36-BB2F-2D6A-CAC6-C8C8C1C1F80E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CB578D-6CDE-7946-9CB6-4A83D4FE0B51}"/>
                </a:ext>
              </a:extLst>
            </p:cNvPr>
            <p:cNvGrpSpPr/>
            <p:nvPr/>
          </p:nvGrpSpPr>
          <p:grpSpPr>
            <a:xfrm>
              <a:off x="1943100" y="0"/>
              <a:ext cx="1085850" cy="304800"/>
              <a:chOff x="228600" y="28575"/>
              <a:chExt cx="1085850" cy="3048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AF0A66C-1D9F-C915-50EB-FE8795ADBCD3}"/>
                  </a:ext>
                </a:extLst>
              </p:cNvPr>
              <p:cNvSpPr/>
              <p:nvPr/>
            </p:nvSpPr>
            <p:spPr>
              <a:xfrm>
                <a:off x="228600" y="28575"/>
                <a:ext cx="571156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CA37DEA-64FA-AACB-79E5-84F5015D33E6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 Box 661">
                <a:extLst>
                  <a:ext uri="{FF2B5EF4-FFF2-40B4-BE49-F238E27FC236}">
                    <a16:creationId xmlns:a16="http://schemas.microsoft.com/office/drawing/2014/main" id="{5265305E-3F52-3228-29CC-3A10DAF84100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  <p:sp>
          <p:nvSpPr>
            <p:cNvPr id="25" name="Text Box 241">
              <a:extLst>
                <a:ext uri="{FF2B5EF4-FFF2-40B4-BE49-F238E27FC236}">
                  <a16:creationId xmlns:a16="http://schemas.microsoft.com/office/drawing/2014/main" id="{2B2C6FCC-FB22-5E52-F739-0FBB142D5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755650"/>
              <a:ext cx="2552700" cy="8794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</a:pP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</a:t>
              </a:r>
              <a:r>
                <a:rPr lang="en-PH" sz="1000" i="1" dirty="0">
                  <a:solidFill>
                    <a:srgbClr val="4F61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warehouse</a:t>
              </a: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?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2733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warehouse name in the search bar.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lang="en-US" sz="800" spc="-4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indent="-228600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warehouse code to select the warehouse.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EED128-4EE7-2802-01BF-F51445F8366D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27D5137-3CC3-3A0A-A339-5B9FDE10A081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38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290976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Buttons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AA53FF-F935-1D10-3F3D-9B76E7A8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425" y="2178162"/>
            <a:ext cx="4699449" cy="18005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0E3D71-185B-02CA-9FE9-DE20DEB6E60D}"/>
              </a:ext>
            </a:extLst>
          </p:cNvPr>
          <p:cNvSpPr txBox="1"/>
          <p:nvPr/>
        </p:nvSpPr>
        <p:spPr>
          <a:xfrm>
            <a:off x="805109" y="123167"/>
            <a:ext cx="43017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Warehouse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5276E672-73F0-93BA-39D1-748CD9CDD4B4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290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Widescreen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1</cp:revision>
  <dcterms:created xsi:type="dcterms:W3CDTF">2023-01-10T03:30:55Z</dcterms:created>
  <dcterms:modified xsi:type="dcterms:W3CDTF">2023-01-10T03:31:06Z</dcterms:modified>
</cp:coreProperties>
</file>