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73" r:id="rId2"/>
    <p:sldId id="374" r:id="rId3"/>
    <p:sldId id="375" r:id="rId4"/>
    <p:sldId id="383" r:id="rId5"/>
    <p:sldId id="384" r:id="rId6"/>
    <p:sldId id="385" r:id="rId7"/>
    <p:sldId id="379" r:id="rId8"/>
    <p:sldId id="387" r:id="rId9"/>
    <p:sldId id="381" r:id="rId10"/>
    <p:sldId id="38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210732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44458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85553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05699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644930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355205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393765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57340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27160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928619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20572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2249114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Purchase Return</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Purchase Return is where item returned that has been previously purchased from the supplier are recorded.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F8AB4A6-7C7B-BE57-7745-6EDE2A0DD35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5835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Purchase Return module under Purchases, Purchase Return transactions list will display based on filtered date and status in the purchases return main window.</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2BB2F2EF-C10B-C2E7-92D8-0FC691798FC9}"/>
              </a:ext>
            </a:extLst>
          </p:cNvPr>
          <p:cNvGrpSpPr/>
          <p:nvPr/>
        </p:nvGrpSpPr>
        <p:grpSpPr>
          <a:xfrm>
            <a:off x="5374888" y="2026602"/>
            <a:ext cx="6022340" cy="1890395"/>
            <a:chOff x="3084830" y="2483802"/>
            <a:chExt cx="6022340" cy="1890395"/>
          </a:xfrm>
        </p:grpSpPr>
        <p:pic>
          <p:nvPicPr>
            <p:cNvPr id="9" name="Picture 8">
              <a:extLst>
                <a:ext uri="{FF2B5EF4-FFF2-40B4-BE49-F238E27FC236}">
                  <a16:creationId xmlns:a16="http://schemas.microsoft.com/office/drawing/2014/main" id="{A6CB3FF5-F9A5-CB41-E69B-334911504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2930" y="2483802"/>
              <a:ext cx="5984240" cy="1868805"/>
            </a:xfrm>
            <a:prstGeom prst="rect">
              <a:avLst/>
            </a:prstGeom>
          </p:spPr>
        </p:pic>
        <p:sp>
          <p:nvSpPr>
            <p:cNvPr id="10" name="Rectangle 9">
              <a:extLst>
                <a:ext uri="{FF2B5EF4-FFF2-40B4-BE49-F238E27FC236}">
                  <a16:creationId xmlns:a16="http://schemas.microsoft.com/office/drawing/2014/main" id="{F18004E0-9A1A-AFE4-2288-F4A59C29D523}"/>
                </a:ext>
              </a:extLst>
            </p:cNvPr>
            <p:cNvSpPr/>
            <p:nvPr/>
          </p:nvSpPr>
          <p:spPr>
            <a:xfrm>
              <a:off x="3084830" y="3729672"/>
              <a:ext cx="9906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C552671-65ED-7E1B-AC75-97C8D36B9BB8}"/>
                </a:ext>
              </a:extLst>
            </p:cNvPr>
            <p:cNvSpPr/>
            <p:nvPr/>
          </p:nvSpPr>
          <p:spPr>
            <a:xfrm>
              <a:off x="4393565" y="3151187"/>
              <a:ext cx="4551045" cy="12230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23FA76C3-E2F6-5DC0-0C3F-7CB8267E6B98}"/>
                </a:ext>
              </a:extLst>
            </p:cNvPr>
            <p:cNvCxnSpPr/>
            <p:nvPr/>
          </p:nvCxnSpPr>
          <p:spPr>
            <a:xfrm>
              <a:off x="4077335" y="3820477"/>
              <a:ext cx="257175" cy="19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 name="Slide Number Placeholder 2">
            <a:extLst>
              <a:ext uri="{FF2B5EF4-FFF2-40B4-BE49-F238E27FC236}">
                <a16:creationId xmlns:a16="http://schemas.microsoft.com/office/drawing/2014/main" id="{91C6F7ED-3152-2463-0BF1-DA064D5D79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5013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119577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791637"/>
            <a:ext cx="4179346" cy="387058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Return – Main Window, you will notice a create button in the upper left of the window. Click the create button and you will be redirect in purchase return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customer.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redirected in purchase return – main form where you will encode the other necessary information of the transaction and record the items’ returned by the customer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6" name="Group 15">
            <a:extLst>
              <a:ext uri="{FF2B5EF4-FFF2-40B4-BE49-F238E27FC236}">
                <a16:creationId xmlns:a16="http://schemas.microsoft.com/office/drawing/2014/main" id="{66912E27-6946-8771-8A5C-FB406CCF467F}"/>
              </a:ext>
            </a:extLst>
          </p:cNvPr>
          <p:cNvGrpSpPr/>
          <p:nvPr/>
        </p:nvGrpSpPr>
        <p:grpSpPr>
          <a:xfrm>
            <a:off x="5191125" y="1195779"/>
            <a:ext cx="6195765" cy="1163320"/>
            <a:chOff x="5191125" y="1195779"/>
            <a:chExt cx="6195765" cy="1163320"/>
          </a:xfrm>
        </p:grpSpPr>
        <p:grpSp>
          <p:nvGrpSpPr>
            <p:cNvPr id="15" name="Group 14">
              <a:extLst>
                <a:ext uri="{FF2B5EF4-FFF2-40B4-BE49-F238E27FC236}">
                  <a16:creationId xmlns:a16="http://schemas.microsoft.com/office/drawing/2014/main" id="{2642837E-6668-E5D7-8895-55F88E3DC90E}"/>
                </a:ext>
              </a:extLst>
            </p:cNvPr>
            <p:cNvGrpSpPr/>
            <p:nvPr/>
          </p:nvGrpSpPr>
          <p:grpSpPr>
            <a:xfrm>
              <a:off x="5191125" y="1195779"/>
              <a:ext cx="6195765" cy="1163320"/>
              <a:chOff x="5191125" y="1195779"/>
              <a:chExt cx="6195765" cy="1163320"/>
            </a:xfrm>
          </p:grpSpPr>
          <p:pic>
            <p:nvPicPr>
              <p:cNvPr id="10" name="Picture 9">
                <a:extLst>
                  <a:ext uri="{FF2B5EF4-FFF2-40B4-BE49-F238E27FC236}">
                    <a16:creationId xmlns:a16="http://schemas.microsoft.com/office/drawing/2014/main" id="{3FA31FB3-3D1F-2A99-1BD7-6F2B0D751A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7545" y="1195779"/>
                <a:ext cx="6189345" cy="1163320"/>
              </a:xfrm>
              <a:prstGeom prst="rect">
                <a:avLst/>
              </a:prstGeom>
            </p:spPr>
          </p:pic>
          <p:pic>
            <p:nvPicPr>
              <p:cNvPr id="11" name="Picture 10">
                <a:extLst>
                  <a:ext uri="{FF2B5EF4-FFF2-40B4-BE49-F238E27FC236}">
                    <a16:creationId xmlns:a16="http://schemas.microsoft.com/office/drawing/2014/main" id="{A71B61A1-B8B4-8D0B-240F-E2E9C3C536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1125" y="1218632"/>
                <a:ext cx="2315210" cy="230505"/>
              </a:xfrm>
              <a:prstGeom prst="rect">
                <a:avLst/>
              </a:prstGeom>
            </p:spPr>
          </p:pic>
        </p:grpSp>
        <p:grpSp>
          <p:nvGrpSpPr>
            <p:cNvPr id="6" name="Group 5">
              <a:extLst>
                <a:ext uri="{FF2B5EF4-FFF2-40B4-BE49-F238E27FC236}">
                  <a16:creationId xmlns:a16="http://schemas.microsoft.com/office/drawing/2014/main" id="{23E2DEEB-D647-DC75-CE9D-060676AC7006}"/>
                </a:ext>
              </a:extLst>
            </p:cNvPr>
            <p:cNvGrpSpPr/>
            <p:nvPr/>
          </p:nvGrpSpPr>
          <p:grpSpPr>
            <a:xfrm>
              <a:off x="5259550" y="1503341"/>
              <a:ext cx="1209675" cy="333375"/>
              <a:chOff x="0" y="0"/>
              <a:chExt cx="1209675" cy="333375"/>
            </a:xfrm>
          </p:grpSpPr>
          <p:sp>
            <p:nvSpPr>
              <p:cNvPr id="7" name="Rectangle 6">
                <a:extLst>
                  <a:ext uri="{FF2B5EF4-FFF2-40B4-BE49-F238E27FC236}">
                    <a16:creationId xmlns:a16="http://schemas.microsoft.com/office/drawing/2014/main" id="{54449394-DFD5-D3BC-F5C9-C860486922A5}"/>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A0EA4698-3A96-C971-C02C-9C6113E06C3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75">
                <a:extLst>
                  <a:ext uri="{FF2B5EF4-FFF2-40B4-BE49-F238E27FC236}">
                    <a16:creationId xmlns:a16="http://schemas.microsoft.com/office/drawing/2014/main" id="{6961AC46-827E-43BD-B8F7-0ECD313B14B4}"/>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17" name="Group 16">
            <a:extLst>
              <a:ext uri="{FF2B5EF4-FFF2-40B4-BE49-F238E27FC236}">
                <a16:creationId xmlns:a16="http://schemas.microsoft.com/office/drawing/2014/main" id="{EFB4D266-DBA7-3DFB-06AF-8FE56256E58C}"/>
              </a:ext>
            </a:extLst>
          </p:cNvPr>
          <p:cNvGrpSpPr/>
          <p:nvPr/>
        </p:nvGrpSpPr>
        <p:grpSpPr>
          <a:xfrm>
            <a:off x="5327020" y="2841964"/>
            <a:ext cx="5982970" cy="2484120"/>
            <a:chOff x="137847" y="-263031"/>
            <a:chExt cx="6189345" cy="2902124"/>
          </a:xfrm>
        </p:grpSpPr>
        <p:pic>
          <p:nvPicPr>
            <p:cNvPr id="18" name="Picture 17">
              <a:extLst>
                <a:ext uri="{FF2B5EF4-FFF2-40B4-BE49-F238E27FC236}">
                  <a16:creationId xmlns:a16="http://schemas.microsoft.com/office/drawing/2014/main" id="{76F5EF6F-34E2-C675-E18B-56BC9CE743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847" y="-263031"/>
              <a:ext cx="6189345" cy="2902124"/>
            </a:xfrm>
            <a:prstGeom prst="rect">
              <a:avLst/>
            </a:prstGeom>
          </p:spPr>
        </p:pic>
        <p:grpSp>
          <p:nvGrpSpPr>
            <p:cNvPr id="19" name="Group 18">
              <a:extLst>
                <a:ext uri="{FF2B5EF4-FFF2-40B4-BE49-F238E27FC236}">
                  <a16:creationId xmlns:a16="http://schemas.microsoft.com/office/drawing/2014/main" id="{E7513ADE-3E98-6E00-80B0-FA7ECD09A30C}"/>
                </a:ext>
              </a:extLst>
            </p:cNvPr>
            <p:cNvGrpSpPr/>
            <p:nvPr/>
          </p:nvGrpSpPr>
          <p:grpSpPr>
            <a:xfrm>
              <a:off x="609458" y="672573"/>
              <a:ext cx="5592194" cy="365643"/>
              <a:chOff x="-4010167" y="177273"/>
              <a:chExt cx="5592194" cy="365643"/>
            </a:xfrm>
          </p:grpSpPr>
          <p:sp>
            <p:nvSpPr>
              <p:cNvPr id="20" name="Rectangle 19">
                <a:extLst>
                  <a:ext uri="{FF2B5EF4-FFF2-40B4-BE49-F238E27FC236}">
                    <a16:creationId xmlns:a16="http://schemas.microsoft.com/office/drawing/2014/main" id="{D13C1736-BD6F-F577-7FB6-725CC27762D9}"/>
                  </a:ext>
                </a:extLst>
              </p:cNvPr>
              <p:cNvSpPr/>
              <p:nvPr/>
            </p:nvSpPr>
            <p:spPr>
              <a:xfrm>
                <a:off x="-4010167" y="177273"/>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09A8DC65-4E3D-CAC1-3920-F53B98A494D7}"/>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104">
                <a:extLst>
                  <a:ext uri="{FF2B5EF4-FFF2-40B4-BE49-F238E27FC236}">
                    <a16:creationId xmlns:a16="http://schemas.microsoft.com/office/drawing/2014/main" id="{C6958467-A1CD-2184-E354-28A5BC1895EF}"/>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sp>
        <p:nvSpPr>
          <p:cNvPr id="5" name="Slide Number Placeholder 4">
            <a:extLst>
              <a:ext uri="{FF2B5EF4-FFF2-40B4-BE49-F238E27FC236}">
                <a16:creationId xmlns:a16="http://schemas.microsoft.com/office/drawing/2014/main" id="{7568C476-097E-EB06-DFCC-3FF535DC39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676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30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49137"/>
            <a:ext cx="4179346" cy="501344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supplier, some details such as address, terms are automatically plotted in their respective field. If you wish to change the term, click the lookup button and select its respective term.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current date and default warehouse is also plotted automatically but if you wish to change the date – click the date picker and select its respective return date. And if you want to change the warehouse, click the lookup button and select its respective warehouse.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select the returned items to supplier from Receiving Report and select the items returned by clicking RR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33" name="Group 32">
            <a:extLst>
              <a:ext uri="{FF2B5EF4-FFF2-40B4-BE49-F238E27FC236}">
                <a16:creationId xmlns:a16="http://schemas.microsoft.com/office/drawing/2014/main" id="{694EF610-5B81-3693-F255-4D0816F3D6E9}"/>
              </a:ext>
            </a:extLst>
          </p:cNvPr>
          <p:cNvGrpSpPr/>
          <p:nvPr/>
        </p:nvGrpSpPr>
        <p:grpSpPr>
          <a:xfrm>
            <a:off x="4973236" y="1382463"/>
            <a:ext cx="6696710" cy="3157331"/>
            <a:chOff x="4973236" y="1382463"/>
            <a:chExt cx="6696710" cy="3157331"/>
          </a:xfrm>
        </p:grpSpPr>
        <p:pic>
          <p:nvPicPr>
            <p:cNvPr id="4" name="Picture 3">
              <a:extLst>
                <a:ext uri="{FF2B5EF4-FFF2-40B4-BE49-F238E27FC236}">
                  <a16:creationId xmlns:a16="http://schemas.microsoft.com/office/drawing/2014/main" id="{335E91FA-D162-2D80-2CE3-50DE896F77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0357" y="1382463"/>
              <a:ext cx="5901055" cy="2807970"/>
            </a:xfrm>
            <a:prstGeom prst="rect">
              <a:avLst/>
            </a:prstGeom>
          </p:spPr>
        </p:pic>
        <p:grpSp>
          <p:nvGrpSpPr>
            <p:cNvPr id="5" name="Group 4">
              <a:extLst>
                <a:ext uri="{FF2B5EF4-FFF2-40B4-BE49-F238E27FC236}">
                  <a16:creationId xmlns:a16="http://schemas.microsoft.com/office/drawing/2014/main" id="{EC0449A2-AAF7-C4E8-F59E-9638AEAA6303}"/>
                </a:ext>
              </a:extLst>
            </p:cNvPr>
            <p:cNvGrpSpPr/>
            <p:nvPr/>
          </p:nvGrpSpPr>
          <p:grpSpPr>
            <a:xfrm>
              <a:off x="4973236" y="1688010"/>
              <a:ext cx="6696710" cy="2851784"/>
              <a:chOff x="0" y="0"/>
              <a:chExt cx="6696941" cy="2852057"/>
            </a:xfrm>
          </p:grpSpPr>
          <p:sp>
            <p:nvSpPr>
              <p:cNvPr id="13" name="Rectangle 12">
                <a:extLst>
                  <a:ext uri="{FF2B5EF4-FFF2-40B4-BE49-F238E27FC236}">
                    <a16:creationId xmlns:a16="http://schemas.microsoft.com/office/drawing/2014/main" id="{A2BDDBB1-26D3-3FB3-2D1E-CF4D39BE1FFE}"/>
                  </a:ext>
                </a:extLst>
              </p:cNvPr>
              <p:cNvSpPr/>
              <p:nvPr/>
            </p:nvSpPr>
            <p:spPr>
              <a:xfrm>
                <a:off x="810986" y="429986"/>
                <a:ext cx="5822950" cy="771896"/>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C77FC66-B207-87B3-DDDB-65808E647E5E}"/>
                  </a:ext>
                </a:extLst>
              </p:cNvPr>
              <p:cNvSpPr/>
              <p:nvPr/>
            </p:nvSpPr>
            <p:spPr>
              <a:xfrm>
                <a:off x="843643" y="1861457"/>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 Box 714">
                <a:extLst>
                  <a:ext uri="{FF2B5EF4-FFF2-40B4-BE49-F238E27FC236}">
                    <a16:creationId xmlns:a16="http://schemas.microsoft.com/office/drawing/2014/main" id="{B2C14DFC-BED9-3872-B62A-B9DB8B9E8545}"/>
                  </a:ext>
                </a:extLst>
              </p:cNvPr>
              <p:cNvSpPr txBox="1"/>
              <p:nvPr/>
            </p:nvSpPr>
            <p:spPr>
              <a:xfrm>
                <a:off x="27214" y="2204357"/>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sp>
            <p:nvSpPr>
              <p:cNvPr id="25" name="Text Box 708">
                <a:extLst>
                  <a:ext uri="{FF2B5EF4-FFF2-40B4-BE49-F238E27FC236}">
                    <a16:creationId xmlns:a16="http://schemas.microsoft.com/office/drawing/2014/main" id="{A108C9DD-38C3-66A6-D399-13CD0B3143D7}"/>
                  </a:ext>
                </a:extLst>
              </p:cNvPr>
              <p:cNvSpPr txBox="1"/>
              <p:nvPr/>
            </p:nvSpPr>
            <p:spPr>
              <a:xfrm>
                <a:off x="0" y="435429"/>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26" name="Text Box 710">
                <a:extLst>
                  <a:ext uri="{FF2B5EF4-FFF2-40B4-BE49-F238E27FC236}">
                    <a16:creationId xmlns:a16="http://schemas.microsoft.com/office/drawing/2014/main" id="{A1E13475-8B57-6BCF-80B3-65122CC564B2}"/>
                  </a:ext>
                </a:extLst>
              </p:cNvPr>
              <p:cNvSpPr txBox="1"/>
              <p:nvPr/>
            </p:nvSpPr>
            <p:spPr>
              <a:xfrm>
                <a:off x="5611586" y="832757"/>
                <a:ext cx="961902" cy="28582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27" name="Rectangle 26">
                <a:extLst>
                  <a:ext uri="{FF2B5EF4-FFF2-40B4-BE49-F238E27FC236}">
                    <a16:creationId xmlns:a16="http://schemas.microsoft.com/office/drawing/2014/main" id="{6C9CC331-DCC5-DF9A-A077-52B1D900F2E6}"/>
                  </a:ext>
                </a:extLst>
              </p:cNvPr>
              <p:cNvSpPr/>
              <p:nvPr/>
            </p:nvSpPr>
            <p:spPr>
              <a:xfrm>
                <a:off x="5121729" y="103414"/>
                <a:ext cx="675088" cy="2174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E1E70A34-120F-271F-4A2F-414E3248A371}"/>
                  </a:ext>
                </a:extLst>
              </p:cNvPr>
              <p:cNvCxnSpPr/>
              <p:nvPr/>
            </p:nvCxnSpPr>
            <p:spPr>
              <a:xfrm>
                <a:off x="5774872" y="117021"/>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704">
                <a:extLst>
                  <a:ext uri="{FF2B5EF4-FFF2-40B4-BE49-F238E27FC236}">
                    <a16:creationId xmlns:a16="http://schemas.microsoft.com/office/drawing/2014/main" id="{DBD8B356-962B-0C94-5B15-16BF4028B1D7}"/>
                  </a:ext>
                </a:extLst>
              </p:cNvPr>
              <p:cNvSpPr txBox="1"/>
              <p:nvPr/>
            </p:nvSpPr>
            <p:spPr>
              <a:xfrm>
                <a:off x="5976257"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30" name="Rectangle 29">
                <a:extLst>
                  <a:ext uri="{FF2B5EF4-FFF2-40B4-BE49-F238E27FC236}">
                    <a16:creationId xmlns:a16="http://schemas.microsoft.com/office/drawing/2014/main" id="{0879499D-6A20-624C-12DE-2E87412EA286}"/>
                  </a:ext>
                </a:extLst>
              </p:cNvPr>
              <p:cNvSpPr/>
              <p:nvPr/>
            </p:nvSpPr>
            <p:spPr>
              <a:xfrm>
                <a:off x="6253843" y="1257300"/>
                <a:ext cx="443098" cy="217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0BAE9885-C3DC-2ADF-2E14-AF201D01E7B5}"/>
                  </a:ext>
                </a:extLst>
              </p:cNvPr>
              <p:cNvCxnSpPr/>
              <p:nvPr/>
            </p:nvCxnSpPr>
            <p:spPr>
              <a:xfrm>
                <a:off x="6052457" y="135799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712">
                <a:extLst>
                  <a:ext uri="{FF2B5EF4-FFF2-40B4-BE49-F238E27FC236}">
                    <a16:creationId xmlns:a16="http://schemas.microsoft.com/office/drawing/2014/main" id="{04D4FB79-0AC9-3696-6AD1-8CE076112717}"/>
                  </a:ext>
                </a:extLst>
              </p:cNvPr>
              <p:cNvSpPr txBox="1"/>
              <p:nvPr/>
            </p:nvSpPr>
            <p:spPr>
              <a:xfrm>
                <a:off x="5508172" y="12192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grpSp>
      <p:sp>
        <p:nvSpPr>
          <p:cNvPr id="7" name="Slide Number Placeholder 6">
            <a:extLst>
              <a:ext uri="{FF2B5EF4-FFF2-40B4-BE49-F238E27FC236}">
                <a16:creationId xmlns:a16="http://schemas.microsoft.com/office/drawing/2014/main" id="{8C198340-91AB-4920-BEA9-99CBEFB454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332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30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49137"/>
            <a:ext cx="4179346" cy="501344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select the returned items to supplier from Receiving Report and select the items returned by clicking RR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RR button, a dialog box of all receiving report transactions to the supplier will be displayed. Search the document number and select the received items, returned to supplier by ticking the check box. You may select multiple receiving report transactions in one purchase return transaction.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show details button, to itemize the receiving report transaction.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accept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57" name="Group 56">
            <a:extLst>
              <a:ext uri="{FF2B5EF4-FFF2-40B4-BE49-F238E27FC236}">
                <a16:creationId xmlns:a16="http://schemas.microsoft.com/office/drawing/2014/main" id="{A27FBD53-2C37-D3A5-CBA5-5C45EC5773D3}"/>
              </a:ext>
            </a:extLst>
          </p:cNvPr>
          <p:cNvGrpSpPr/>
          <p:nvPr/>
        </p:nvGrpSpPr>
        <p:grpSpPr>
          <a:xfrm>
            <a:off x="5615836" y="315372"/>
            <a:ext cx="6279424" cy="3320419"/>
            <a:chOff x="1141884" y="3696785"/>
            <a:chExt cx="6279424" cy="3320419"/>
          </a:xfrm>
        </p:grpSpPr>
        <p:pic>
          <p:nvPicPr>
            <p:cNvPr id="55" name="Picture 54">
              <a:extLst>
                <a:ext uri="{FF2B5EF4-FFF2-40B4-BE49-F238E27FC236}">
                  <a16:creationId xmlns:a16="http://schemas.microsoft.com/office/drawing/2014/main" id="{CE04B258-07C9-90FA-8F0D-32D394233F71}"/>
                </a:ext>
              </a:extLst>
            </p:cNvPr>
            <p:cNvPicPr>
              <a:picLocks noChangeAspect="1"/>
            </p:cNvPicPr>
            <p:nvPr/>
          </p:nvPicPr>
          <p:blipFill rotWithShape="1">
            <a:blip r:embed="rId2"/>
            <a:srcRect b="43490"/>
            <a:stretch/>
          </p:blipFill>
          <p:spPr>
            <a:xfrm>
              <a:off x="1141884" y="3696785"/>
              <a:ext cx="6279424" cy="2342695"/>
            </a:xfrm>
            <a:prstGeom prst="rect">
              <a:avLst/>
            </a:prstGeom>
          </p:spPr>
        </p:pic>
        <p:pic>
          <p:nvPicPr>
            <p:cNvPr id="56" name="Picture 55">
              <a:extLst>
                <a:ext uri="{FF2B5EF4-FFF2-40B4-BE49-F238E27FC236}">
                  <a16:creationId xmlns:a16="http://schemas.microsoft.com/office/drawing/2014/main" id="{886B7A16-C2EB-34A2-7499-958E3D0AD7AF}"/>
                </a:ext>
              </a:extLst>
            </p:cNvPr>
            <p:cNvPicPr>
              <a:picLocks noChangeAspect="1"/>
            </p:cNvPicPr>
            <p:nvPr/>
          </p:nvPicPr>
          <p:blipFill rotWithShape="1">
            <a:blip r:embed="rId2"/>
            <a:srcRect t="75192" b="798"/>
            <a:stretch/>
          </p:blipFill>
          <p:spPr>
            <a:xfrm>
              <a:off x="1141884" y="6021790"/>
              <a:ext cx="6279424" cy="995414"/>
            </a:xfrm>
            <a:prstGeom prst="rect">
              <a:avLst/>
            </a:prstGeom>
          </p:spPr>
        </p:pic>
      </p:grpSp>
      <p:grpSp>
        <p:nvGrpSpPr>
          <p:cNvPr id="63" name="Group 62">
            <a:extLst>
              <a:ext uri="{FF2B5EF4-FFF2-40B4-BE49-F238E27FC236}">
                <a16:creationId xmlns:a16="http://schemas.microsoft.com/office/drawing/2014/main" id="{8F1462DA-C5EE-C0FF-2F91-867F283B5A15}"/>
              </a:ext>
            </a:extLst>
          </p:cNvPr>
          <p:cNvGrpSpPr/>
          <p:nvPr/>
        </p:nvGrpSpPr>
        <p:grpSpPr>
          <a:xfrm>
            <a:off x="5285524" y="3758387"/>
            <a:ext cx="6189345" cy="2906395"/>
            <a:chOff x="5356860" y="3729256"/>
            <a:chExt cx="6189345" cy="2906395"/>
          </a:xfrm>
        </p:grpSpPr>
        <p:pic>
          <p:nvPicPr>
            <p:cNvPr id="58" name="Picture 57">
              <a:extLst>
                <a:ext uri="{FF2B5EF4-FFF2-40B4-BE49-F238E27FC236}">
                  <a16:creationId xmlns:a16="http://schemas.microsoft.com/office/drawing/2014/main" id="{0CC48E73-98F8-0FE4-9F0C-EAF59351FC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6860" y="3729256"/>
              <a:ext cx="6189345" cy="2906395"/>
            </a:xfrm>
            <a:prstGeom prst="rect">
              <a:avLst/>
            </a:prstGeom>
          </p:spPr>
        </p:pic>
        <p:grpSp>
          <p:nvGrpSpPr>
            <p:cNvPr id="62" name="Group 61">
              <a:extLst>
                <a:ext uri="{FF2B5EF4-FFF2-40B4-BE49-F238E27FC236}">
                  <a16:creationId xmlns:a16="http://schemas.microsoft.com/office/drawing/2014/main" id="{4BF65F0F-997F-0800-1843-9358DF066A16}"/>
                </a:ext>
              </a:extLst>
            </p:cNvPr>
            <p:cNvGrpSpPr/>
            <p:nvPr/>
          </p:nvGrpSpPr>
          <p:grpSpPr>
            <a:xfrm>
              <a:off x="5438437" y="4854258"/>
              <a:ext cx="977900" cy="807085"/>
              <a:chOff x="5607050" y="3025458"/>
              <a:chExt cx="977900" cy="807085"/>
            </a:xfrm>
          </p:grpSpPr>
          <p:sp>
            <p:nvSpPr>
              <p:cNvPr id="59" name="Rectangle 58">
                <a:extLst>
                  <a:ext uri="{FF2B5EF4-FFF2-40B4-BE49-F238E27FC236}">
                    <a16:creationId xmlns:a16="http://schemas.microsoft.com/office/drawing/2014/main" id="{09BB46AB-9AE3-9060-EA58-FCD5D710A96E}"/>
                  </a:ext>
                </a:extLst>
              </p:cNvPr>
              <p:cNvSpPr/>
              <p:nvPr/>
            </p:nvSpPr>
            <p:spPr>
              <a:xfrm>
                <a:off x="5607050" y="3025458"/>
                <a:ext cx="367030" cy="80708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0" name="Straight Arrow Connector 59">
                <a:extLst>
                  <a:ext uri="{FF2B5EF4-FFF2-40B4-BE49-F238E27FC236}">
                    <a16:creationId xmlns:a16="http://schemas.microsoft.com/office/drawing/2014/main" id="{F08F7AB3-7F45-AE56-1991-A7043D330446}"/>
                  </a:ext>
                </a:extLst>
              </p:cNvPr>
              <p:cNvCxnSpPr/>
              <p:nvPr/>
            </p:nvCxnSpPr>
            <p:spPr>
              <a:xfrm>
                <a:off x="5960745" y="332263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Text Box 271">
                <a:extLst>
                  <a:ext uri="{FF2B5EF4-FFF2-40B4-BE49-F238E27FC236}">
                    <a16:creationId xmlns:a16="http://schemas.microsoft.com/office/drawing/2014/main" id="{7535A538-E863-D770-EA05-BB5A451D7919}"/>
                  </a:ext>
                </a:extLst>
              </p:cNvPr>
              <p:cNvSpPr txBox="1"/>
              <p:nvPr/>
            </p:nvSpPr>
            <p:spPr>
              <a:xfrm>
                <a:off x="6109970" y="308197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5.2.1</a:t>
                </a:r>
              </a:p>
            </p:txBody>
          </p:sp>
        </p:grpSp>
      </p:grpSp>
      <p:sp>
        <p:nvSpPr>
          <p:cNvPr id="5" name="Slide Number Placeholder 4">
            <a:extLst>
              <a:ext uri="{FF2B5EF4-FFF2-40B4-BE49-F238E27FC236}">
                <a16:creationId xmlns:a16="http://schemas.microsoft.com/office/drawing/2014/main" id="{67B0342E-D14F-C81C-0DD1-39A7173A93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9999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30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86921" y="1380281"/>
            <a:ext cx="4179346" cy="501344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click the accept button, selected returned items will be displayed in purchase return stock. You may edit the details of item by directly changing it.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wish to add another item that is not from receiving report, click add item button. If you know the item code, click quick add button for faster adding of item.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edit, click save item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the maximize arrow to enable the post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21" name="Group 20">
            <a:extLst>
              <a:ext uri="{FF2B5EF4-FFF2-40B4-BE49-F238E27FC236}">
                <a16:creationId xmlns:a16="http://schemas.microsoft.com/office/drawing/2014/main" id="{C86E2CCB-8818-6E7E-1F95-9EB18A8A296C}"/>
              </a:ext>
            </a:extLst>
          </p:cNvPr>
          <p:cNvGrpSpPr/>
          <p:nvPr/>
        </p:nvGrpSpPr>
        <p:grpSpPr>
          <a:xfrm>
            <a:off x="5462067" y="1279432"/>
            <a:ext cx="6189345" cy="1912619"/>
            <a:chOff x="5136366" y="1279432"/>
            <a:chExt cx="6189345" cy="1912619"/>
          </a:xfrm>
        </p:grpSpPr>
        <p:pic>
          <p:nvPicPr>
            <p:cNvPr id="4" name="Picture 3">
              <a:extLst>
                <a:ext uri="{FF2B5EF4-FFF2-40B4-BE49-F238E27FC236}">
                  <a16:creationId xmlns:a16="http://schemas.microsoft.com/office/drawing/2014/main" id="{2BBCF962-6182-F567-6D69-DAD2C1801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6366" y="1286406"/>
              <a:ext cx="6189345" cy="1748790"/>
            </a:xfrm>
            <a:prstGeom prst="rect">
              <a:avLst/>
            </a:prstGeom>
          </p:spPr>
        </p:pic>
        <p:grpSp>
          <p:nvGrpSpPr>
            <p:cNvPr id="7" name="Group 6">
              <a:extLst>
                <a:ext uri="{FF2B5EF4-FFF2-40B4-BE49-F238E27FC236}">
                  <a16:creationId xmlns:a16="http://schemas.microsoft.com/office/drawing/2014/main" id="{42B0014B-215F-798C-C7FC-06F81135111D}"/>
                </a:ext>
              </a:extLst>
            </p:cNvPr>
            <p:cNvGrpSpPr/>
            <p:nvPr/>
          </p:nvGrpSpPr>
          <p:grpSpPr>
            <a:xfrm>
              <a:off x="5625546" y="1279432"/>
              <a:ext cx="5172073" cy="1912619"/>
              <a:chOff x="0" y="0"/>
              <a:chExt cx="5172166" cy="1913165"/>
            </a:xfrm>
          </p:grpSpPr>
          <p:sp>
            <p:nvSpPr>
              <p:cNvPr id="8" name="Rectangle 7">
                <a:extLst>
                  <a:ext uri="{FF2B5EF4-FFF2-40B4-BE49-F238E27FC236}">
                    <a16:creationId xmlns:a16="http://schemas.microsoft.com/office/drawing/2014/main" id="{4D8EDB23-D1F0-08AF-61AC-918C47C8D6EA}"/>
                  </a:ext>
                </a:extLst>
              </p:cNvPr>
              <p:cNvSpPr/>
              <p:nvPr/>
            </p:nvSpPr>
            <p:spPr>
              <a:xfrm>
                <a:off x="0" y="914400"/>
                <a:ext cx="2030681" cy="8906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3AA84977-CC4D-6444-73B3-C0BCE26F6DC7}"/>
                  </a:ext>
                </a:extLst>
              </p:cNvPr>
              <p:cNvCxnSpPr/>
              <p:nvPr/>
            </p:nvCxnSpPr>
            <p:spPr>
              <a:xfrm>
                <a:off x="2068286" y="1714500"/>
                <a:ext cx="121788" cy="114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807">
                <a:extLst>
                  <a:ext uri="{FF2B5EF4-FFF2-40B4-BE49-F238E27FC236}">
                    <a16:creationId xmlns:a16="http://schemas.microsoft.com/office/drawing/2014/main" id="{EA6C3D9E-FF12-8491-247F-4156D4DC7606}"/>
                  </a:ext>
                </a:extLst>
              </p:cNvPr>
              <p:cNvSpPr txBox="1"/>
              <p:nvPr/>
            </p:nvSpPr>
            <p:spPr>
              <a:xfrm>
                <a:off x="2160814" y="162741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6.1</a:t>
                </a:r>
              </a:p>
            </p:txBody>
          </p:sp>
          <p:cxnSp>
            <p:nvCxnSpPr>
              <p:cNvPr id="11" name="Straight Arrow Connector 10">
                <a:extLst>
                  <a:ext uri="{FF2B5EF4-FFF2-40B4-BE49-F238E27FC236}">
                    <a16:creationId xmlns:a16="http://schemas.microsoft.com/office/drawing/2014/main" id="{2D53A7E4-D9E9-5D60-A4F7-3681130DC196}"/>
                  </a:ext>
                </a:extLst>
              </p:cNvPr>
              <p:cNvCxnSpPr/>
              <p:nvPr/>
            </p:nvCxnSpPr>
            <p:spPr>
              <a:xfrm>
                <a:off x="3608614" y="157843"/>
                <a:ext cx="121285" cy="11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787">
                <a:extLst>
                  <a:ext uri="{FF2B5EF4-FFF2-40B4-BE49-F238E27FC236}">
                    <a16:creationId xmlns:a16="http://schemas.microsoft.com/office/drawing/2014/main" id="{93B91922-13F7-773A-8481-BB17180E1619}"/>
                  </a:ext>
                </a:extLst>
              </p:cNvPr>
              <p:cNvSpPr txBox="1"/>
              <p:nvPr/>
            </p:nvSpPr>
            <p:spPr>
              <a:xfrm>
                <a:off x="3467100" y="277586"/>
                <a:ext cx="498673"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6.2.</a:t>
                </a:r>
              </a:p>
            </p:txBody>
          </p:sp>
          <p:sp>
            <p:nvSpPr>
              <p:cNvPr id="14" name="Rectangle 13">
                <a:extLst>
                  <a:ext uri="{FF2B5EF4-FFF2-40B4-BE49-F238E27FC236}">
                    <a16:creationId xmlns:a16="http://schemas.microsoft.com/office/drawing/2014/main" id="{DDA190D8-16A4-52A7-2B6D-2D58B66E72DA}"/>
                  </a:ext>
                </a:extLst>
              </p:cNvPr>
              <p:cNvSpPr/>
              <p:nvPr/>
            </p:nvSpPr>
            <p:spPr>
              <a:xfrm>
                <a:off x="3385457" y="0"/>
                <a:ext cx="367030" cy="2017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DCF9AE3E-B1DA-DFAE-7561-C4E642F937A6}"/>
                  </a:ext>
                </a:extLst>
              </p:cNvPr>
              <p:cNvCxnSpPr/>
              <p:nvPr/>
            </p:nvCxnSpPr>
            <p:spPr>
              <a:xfrm>
                <a:off x="4299857" y="212272"/>
                <a:ext cx="94467" cy="712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793">
                <a:extLst>
                  <a:ext uri="{FF2B5EF4-FFF2-40B4-BE49-F238E27FC236}">
                    <a16:creationId xmlns:a16="http://schemas.microsoft.com/office/drawing/2014/main" id="{66425B7F-251A-0636-DB92-3F85C263AC2E}"/>
                  </a:ext>
                </a:extLst>
              </p:cNvPr>
              <p:cNvSpPr txBox="1"/>
              <p:nvPr/>
            </p:nvSpPr>
            <p:spPr>
              <a:xfrm>
                <a:off x="4082143" y="283029"/>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6.2.</a:t>
                </a:r>
              </a:p>
            </p:txBody>
          </p:sp>
          <p:sp>
            <p:nvSpPr>
              <p:cNvPr id="17" name="Rectangle 16">
                <a:extLst>
                  <a:ext uri="{FF2B5EF4-FFF2-40B4-BE49-F238E27FC236}">
                    <a16:creationId xmlns:a16="http://schemas.microsoft.com/office/drawing/2014/main" id="{04E87319-CE1D-1F22-3C2A-4AABD8E0D1C6}"/>
                  </a:ext>
                </a:extLst>
              </p:cNvPr>
              <p:cNvSpPr/>
              <p:nvPr/>
            </p:nvSpPr>
            <p:spPr>
              <a:xfrm>
                <a:off x="3826328" y="0"/>
                <a:ext cx="568911" cy="2017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F0CA09DD-A317-409A-63A0-F58DC6E97717}"/>
                  </a:ext>
                </a:extLst>
              </p:cNvPr>
              <p:cNvCxnSpPr/>
              <p:nvPr/>
            </p:nvCxnSpPr>
            <p:spPr>
              <a:xfrm>
                <a:off x="4914900" y="212272"/>
                <a:ext cx="9398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786">
                <a:extLst>
                  <a:ext uri="{FF2B5EF4-FFF2-40B4-BE49-F238E27FC236}">
                    <a16:creationId xmlns:a16="http://schemas.microsoft.com/office/drawing/2014/main" id="{D2AF98BD-13DC-881E-849F-C319DAD3408E}"/>
                  </a:ext>
                </a:extLst>
              </p:cNvPr>
              <p:cNvSpPr txBox="1"/>
              <p:nvPr/>
            </p:nvSpPr>
            <p:spPr>
              <a:xfrm>
                <a:off x="4697186" y="283029"/>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6.3.</a:t>
                </a:r>
              </a:p>
            </p:txBody>
          </p:sp>
          <p:sp>
            <p:nvSpPr>
              <p:cNvPr id="20" name="Rectangle 19">
                <a:extLst>
                  <a:ext uri="{FF2B5EF4-FFF2-40B4-BE49-F238E27FC236}">
                    <a16:creationId xmlns:a16="http://schemas.microsoft.com/office/drawing/2014/main" id="{47F4A407-76EA-4708-3CB0-91D5A02122CB}"/>
                  </a:ext>
                </a:extLst>
              </p:cNvPr>
              <p:cNvSpPr/>
              <p:nvPr/>
            </p:nvSpPr>
            <p:spPr>
              <a:xfrm>
                <a:off x="4441371" y="0"/>
                <a:ext cx="568911" cy="2017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5" name="Group 34">
            <a:extLst>
              <a:ext uri="{FF2B5EF4-FFF2-40B4-BE49-F238E27FC236}">
                <a16:creationId xmlns:a16="http://schemas.microsoft.com/office/drawing/2014/main" id="{C4349297-FB14-972B-258D-0ADAA162A8CA}"/>
              </a:ext>
            </a:extLst>
          </p:cNvPr>
          <p:cNvGrpSpPr/>
          <p:nvPr/>
        </p:nvGrpSpPr>
        <p:grpSpPr>
          <a:xfrm>
            <a:off x="5492320" y="3665950"/>
            <a:ext cx="6359375" cy="2521541"/>
            <a:chOff x="5492320" y="3665950"/>
            <a:chExt cx="6359375" cy="2521541"/>
          </a:xfrm>
        </p:grpSpPr>
        <p:grpSp>
          <p:nvGrpSpPr>
            <p:cNvPr id="25" name="Group 24">
              <a:extLst>
                <a:ext uri="{FF2B5EF4-FFF2-40B4-BE49-F238E27FC236}">
                  <a16:creationId xmlns:a16="http://schemas.microsoft.com/office/drawing/2014/main" id="{FAEED6B2-1C9A-58AC-931A-28C032003F23}"/>
                </a:ext>
              </a:extLst>
            </p:cNvPr>
            <p:cNvGrpSpPr/>
            <p:nvPr/>
          </p:nvGrpSpPr>
          <p:grpSpPr>
            <a:xfrm>
              <a:off x="5492320" y="3665950"/>
              <a:ext cx="6273650" cy="2521541"/>
              <a:chOff x="5492320" y="3639836"/>
              <a:chExt cx="6273650" cy="2521541"/>
            </a:xfrm>
          </p:grpSpPr>
          <p:pic>
            <p:nvPicPr>
              <p:cNvPr id="22" name="Picture 21">
                <a:extLst>
                  <a:ext uri="{FF2B5EF4-FFF2-40B4-BE49-F238E27FC236}">
                    <a16:creationId xmlns:a16="http://schemas.microsoft.com/office/drawing/2014/main" id="{C6239108-FF2C-FA5B-8AC7-4C3C0FF35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2320" y="3639836"/>
                <a:ext cx="6189345" cy="1687830"/>
              </a:xfrm>
              <a:prstGeom prst="rect">
                <a:avLst/>
              </a:prstGeom>
            </p:spPr>
          </p:pic>
          <p:pic>
            <p:nvPicPr>
              <p:cNvPr id="24" name="Picture 23">
                <a:extLst>
                  <a:ext uri="{FF2B5EF4-FFF2-40B4-BE49-F238E27FC236}">
                    <a16:creationId xmlns:a16="http://schemas.microsoft.com/office/drawing/2014/main" id="{2DAD0532-23B6-BA0A-A204-744B4C8F11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2350" y="4571337"/>
                <a:ext cx="6103620" cy="1590040"/>
              </a:xfrm>
              <a:prstGeom prst="rect">
                <a:avLst/>
              </a:prstGeom>
              <a:ln>
                <a:noFill/>
              </a:ln>
              <a:effectLst>
                <a:outerShdw blurRad="292100" dist="139700" dir="2700000" algn="tl" rotWithShape="0">
                  <a:srgbClr val="333333">
                    <a:alpha val="65000"/>
                  </a:srgbClr>
                </a:outerShdw>
              </a:effectLst>
            </p:spPr>
          </p:pic>
        </p:grpSp>
        <p:grpSp>
          <p:nvGrpSpPr>
            <p:cNvPr id="27" name="Group 26">
              <a:extLst>
                <a:ext uri="{FF2B5EF4-FFF2-40B4-BE49-F238E27FC236}">
                  <a16:creationId xmlns:a16="http://schemas.microsoft.com/office/drawing/2014/main" id="{062CA1CC-0E6B-BF61-1E3C-CEFF85DD9AA8}"/>
                </a:ext>
              </a:extLst>
            </p:cNvPr>
            <p:cNvGrpSpPr/>
            <p:nvPr/>
          </p:nvGrpSpPr>
          <p:grpSpPr>
            <a:xfrm>
              <a:off x="9052615" y="3976156"/>
              <a:ext cx="2799080" cy="1244600"/>
              <a:chOff x="0" y="0"/>
              <a:chExt cx="2799080" cy="1244963"/>
            </a:xfrm>
          </p:grpSpPr>
          <p:sp>
            <p:nvSpPr>
              <p:cNvPr id="28" name="Rectangle 27">
                <a:extLst>
                  <a:ext uri="{FF2B5EF4-FFF2-40B4-BE49-F238E27FC236}">
                    <a16:creationId xmlns:a16="http://schemas.microsoft.com/office/drawing/2014/main" id="{6FF9E599-95D7-7294-2447-0305530B66E4}"/>
                  </a:ext>
                </a:extLst>
              </p:cNvPr>
              <p:cNvSpPr/>
              <p:nvPr/>
            </p:nvSpPr>
            <p:spPr>
              <a:xfrm>
                <a:off x="1801586" y="87085"/>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FAAF31CD-AE48-87B2-E22E-D1DB5DF6E347}"/>
                  </a:ext>
                </a:extLst>
              </p:cNvPr>
              <p:cNvCxnSpPr/>
              <p:nvPr/>
            </p:nvCxnSpPr>
            <p:spPr>
              <a:xfrm flipV="1">
                <a:off x="2149929" y="2721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858">
                <a:extLst>
                  <a:ext uri="{FF2B5EF4-FFF2-40B4-BE49-F238E27FC236}">
                    <a16:creationId xmlns:a16="http://schemas.microsoft.com/office/drawing/2014/main" id="{EDA4775B-9159-0CA3-7F51-6D4E6742398B}"/>
                  </a:ext>
                </a:extLst>
              </p:cNvPr>
              <p:cNvSpPr txBox="1"/>
              <p:nvPr/>
            </p:nvSpPr>
            <p:spPr>
              <a:xfrm>
                <a:off x="232410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7.1.</a:t>
                </a:r>
              </a:p>
            </p:txBody>
          </p:sp>
          <p:sp>
            <p:nvSpPr>
              <p:cNvPr id="31" name="Curved Right Arrow 855">
                <a:extLst>
                  <a:ext uri="{FF2B5EF4-FFF2-40B4-BE49-F238E27FC236}">
                    <a16:creationId xmlns:a16="http://schemas.microsoft.com/office/drawing/2014/main" id="{0DF4369B-7A2B-4106-C987-F16CED5E534D}"/>
                  </a:ext>
                </a:extLst>
              </p:cNvPr>
              <p:cNvSpPr/>
              <p:nvPr/>
            </p:nvSpPr>
            <p:spPr>
              <a:xfrm>
                <a:off x="1094014" y="337457"/>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256485DD-9BDC-6DFA-FE16-D0E562624AE2}"/>
                  </a:ext>
                </a:extLst>
              </p:cNvPr>
              <p:cNvSpPr/>
              <p:nvPr/>
            </p:nvSpPr>
            <p:spPr>
              <a:xfrm>
                <a:off x="0" y="996043"/>
                <a:ext cx="446792"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73C8F35-160A-C83F-EEFE-260180BC5846}"/>
                  </a:ext>
                </a:extLst>
              </p:cNvPr>
              <p:cNvCxnSpPr/>
              <p:nvPr/>
            </p:nvCxnSpPr>
            <p:spPr>
              <a:xfrm flipV="1">
                <a:off x="468086" y="9579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817">
                <a:extLst>
                  <a:ext uri="{FF2B5EF4-FFF2-40B4-BE49-F238E27FC236}">
                    <a16:creationId xmlns:a16="http://schemas.microsoft.com/office/drawing/2014/main" id="{0B389BCB-0FEA-DA7C-054B-947F9E897B14}"/>
                  </a:ext>
                </a:extLst>
              </p:cNvPr>
              <p:cNvSpPr txBox="1"/>
              <p:nvPr/>
            </p:nvSpPr>
            <p:spPr>
              <a:xfrm>
                <a:off x="631372" y="7620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7.2</a:t>
                </a:r>
              </a:p>
            </p:txBody>
          </p:sp>
        </p:grpSp>
      </p:grpSp>
      <p:sp>
        <p:nvSpPr>
          <p:cNvPr id="6" name="Slide Number Placeholder 5">
            <a:extLst>
              <a:ext uri="{FF2B5EF4-FFF2-40B4-BE49-F238E27FC236}">
                <a16:creationId xmlns:a16="http://schemas.microsoft.com/office/drawing/2014/main" id="{7CE1E6F6-A0CE-187D-10A5-253DA7C3D4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1783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07368" y="1448674"/>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return – main window, search the purchase return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purchase return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purchase return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the purchase return header,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96700" y="260262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B71D43FF-7764-D088-83B4-EE19BA2A9179}"/>
              </a:ext>
            </a:extLst>
          </p:cNvPr>
          <p:cNvSpPr txBox="1"/>
          <p:nvPr/>
        </p:nvSpPr>
        <p:spPr>
          <a:xfrm>
            <a:off x="7296700" y="575631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grpSp>
        <p:nvGrpSpPr>
          <p:cNvPr id="14" name="Group 13">
            <a:extLst>
              <a:ext uri="{FF2B5EF4-FFF2-40B4-BE49-F238E27FC236}">
                <a16:creationId xmlns:a16="http://schemas.microsoft.com/office/drawing/2014/main" id="{FC6D940F-AC93-9D79-0C88-89D3597AF697}"/>
              </a:ext>
            </a:extLst>
          </p:cNvPr>
          <p:cNvGrpSpPr/>
          <p:nvPr/>
        </p:nvGrpSpPr>
        <p:grpSpPr>
          <a:xfrm>
            <a:off x="5572557" y="957228"/>
            <a:ext cx="6078855" cy="1637665"/>
            <a:chOff x="5572557" y="957228"/>
            <a:chExt cx="6078855" cy="1637665"/>
          </a:xfrm>
        </p:grpSpPr>
        <p:pic>
          <p:nvPicPr>
            <p:cNvPr id="2" name="Picture 1">
              <a:extLst>
                <a:ext uri="{FF2B5EF4-FFF2-40B4-BE49-F238E27FC236}">
                  <a16:creationId xmlns:a16="http://schemas.microsoft.com/office/drawing/2014/main" id="{032B63CF-53E8-FC51-C860-4A3D9A4FE6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557" y="957228"/>
              <a:ext cx="6078855" cy="1637665"/>
            </a:xfrm>
            <a:prstGeom prst="rect">
              <a:avLst/>
            </a:prstGeom>
          </p:spPr>
        </p:pic>
        <p:grpSp>
          <p:nvGrpSpPr>
            <p:cNvPr id="9" name="Group 8">
              <a:extLst>
                <a:ext uri="{FF2B5EF4-FFF2-40B4-BE49-F238E27FC236}">
                  <a16:creationId xmlns:a16="http://schemas.microsoft.com/office/drawing/2014/main" id="{0ED599D9-8FDD-9F6B-2B93-ABC51681585D}"/>
                </a:ext>
              </a:extLst>
            </p:cNvPr>
            <p:cNvGrpSpPr/>
            <p:nvPr/>
          </p:nvGrpSpPr>
          <p:grpSpPr>
            <a:xfrm>
              <a:off x="5608538" y="1754956"/>
              <a:ext cx="1475739" cy="275590"/>
              <a:chOff x="-819988" y="179365"/>
              <a:chExt cx="1476374" cy="276224"/>
            </a:xfrm>
          </p:grpSpPr>
          <p:sp>
            <p:nvSpPr>
              <p:cNvPr id="10" name="Rectangle 9">
                <a:extLst>
                  <a:ext uri="{FF2B5EF4-FFF2-40B4-BE49-F238E27FC236}">
                    <a16:creationId xmlns:a16="http://schemas.microsoft.com/office/drawing/2014/main" id="{757F6ED5-32CD-3D03-14AC-37B6277EB7CF}"/>
                  </a:ext>
                </a:extLst>
              </p:cNvPr>
              <p:cNvSpPr/>
              <p:nvPr/>
            </p:nvSpPr>
            <p:spPr>
              <a:xfrm>
                <a:off x="-819988" y="179365"/>
                <a:ext cx="800100" cy="2667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906F0D4-0A3D-491C-0599-6F5F9EB7EC5F}"/>
                  </a:ext>
                </a:extLst>
              </p:cNvPr>
              <p:cNvCxnSpPr/>
              <p:nvPr/>
            </p:nvCxnSpPr>
            <p:spPr>
              <a:xfrm>
                <a:off x="-19888" y="312714"/>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864">
                <a:extLst>
                  <a:ext uri="{FF2B5EF4-FFF2-40B4-BE49-F238E27FC236}">
                    <a16:creationId xmlns:a16="http://schemas.microsoft.com/office/drawing/2014/main" id="{68B9FA24-35F7-0192-CC84-D1405961A814}"/>
                  </a:ext>
                </a:extLst>
              </p:cNvPr>
              <p:cNvSpPr txBox="1"/>
              <p:nvPr/>
            </p:nvSpPr>
            <p:spPr>
              <a:xfrm>
                <a:off x="189661" y="207939"/>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39" name="Group 38">
            <a:extLst>
              <a:ext uri="{FF2B5EF4-FFF2-40B4-BE49-F238E27FC236}">
                <a16:creationId xmlns:a16="http://schemas.microsoft.com/office/drawing/2014/main" id="{48A892FF-E9AE-320A-D480-086AE1837C75}"/>
              </a:ext>
            </a:extLst>
          </p:cNvPr>
          <p:cNvGrpSpPr/>
          <p:nvPr/>
        </p:nvGrpSpPr>
        <p:grpSpPr>
          <a:xfrm>
            <a:off x="4986590" y="3675617"/>
            <a:ext cx="6698042" cy="1919429"/>
            <a:chOff x="4986590" y="3675617"/>
            <a:chExt cx="6698042" cy="1919429"/>
          </a:xfrm>
        </p:grpSpPr>
        <p:pic>
          <p:nvPicPr>
            <p:cNvPr id="15" name="Picture 14">
              <a:extLst>
                <a:ext uri="{FF2B5EF4-FFF2-40B4-BE49-F238E27FC236}">
                  <a16:creationId xmlns:a16="http://schemas.microsoft.com/office/drawing/2014/main" id="{B1C57E4B-91CC-6CA6-AC61-E5F69561F5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5287" y="3675617"/>
              <a:ext cx="6189345" cy="1626870"/>
            </a:xfrm>
            <a:prstGeom prst="rect">
              <a:avLst/>
            </a:prstGeom>
          </p:spPr>
        </p:pic>
        <p:grpSp>
          <p:nvGrpSpPr>
            <p:cNvPr id="38" name="Group 37">
              <a:extLst>
                <a:ext uri="{FF2B5EF4-FFF2-40B4-BE49-F238E27FC236}">
                  <a16:creationId xmlns:a16="http://schemas.microsoft.com/office/drawing/2014/main" id="{5D524393-07A9-5088-A62E-71C657D1F696}"/>
                </a:ext>
              </a:extLst>
            </p:cNvPr>
            <p:cNvGrpSpPr/>
            <p:nvPr/>
          </p:nvGrpSpPr>
          <p:grpSpPr>
            <a:xfrm>
              <a:off x="4986590" y="4103431"/>
              <a:ext cx="6317616" cy="1491615"/>
              <a:chOff x="2937192" y="2683193"/>
              <a:chExt cx="6317616" cy="1491615"/>
            </a:xfrm>
          </p:grpSpPr>
          <p:grpSp>
            <p:nvGrpSpPr>
              <p:cNvPr id="20" name="Group 19">
                <a:extLst>
                  <a:ext uri="{FF2B5EF4-FFF2-40B4-BE49-F238E27FC236}">
                    <a16:creationId xmlns:a16="http://schemas.microsoft.com/office/drawing/2014/main" id="{38EFDB90-E1AA-4AD0-6389-E4152CBB0BAE}"/>
                  </a:ext>
                </a:extLst>
              </p:cNvPr>
              <p:cNvGrpSpPr/>
              <p:nvPr/>
            </p:nvGrpSpPr>
            <p:grpSpPr>
              <a:xfrm>
                <a:off x="4727257" y="2942908"/>
                <a:ext cx="952500" cy="304800"/>
                <a:chOff x="523874" y="28575"/>
                <a:chExt cx="952500" cy="304800"/>
              </a:xfrm>
            </p:grpSpPr>
            <p:sp>
              <p:nvSpPr>
                <p:cNvPr id="35" name="Rectangle 34">
                  <a:extLst>
                    <a:ext uri="{FF2B5EF4-FFF2-40B4-BE49-F238E27FC236}">
                      <a16:creationId xmlns:a16="http://schemas.microsoft.com/office/drawing/2014/main" id="{0312A666-A2C3-729C-71E3-28F853E142CE}"/>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50DFA42A-61E3-B397-0700-14ABFB22196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 Box 873">
                  <a:extLst>
                    <a:ext uri="{FF2B5EF4-FFF2-40B4-BE49-F238E27FC236}">
                      <a16:creationId xmlns:a16="http://schemas.microsoft.com/office/drawing/2014/main" id="{E18EE214-4A54-CDF8-EFB8-3BACC4190A4D}"/>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9" name="Group 28">
                <a:extLst>
                  <a:ext uri="{FF2B5EF4-FFF2-40B4-BE49-F238E27FC236}">
                    <a16:creationId xmlns:a16="http://schemas.microsoft.com/office/drawing/2014/main" id="{CE927FD2-A157-AED7-57C4-826D117778F7}"/>
                  </a:ext>
                </a:extLst>
              </p:cNvPr>
              <p:cNvGrpSpPr/>
              <p:nvPr/>
            </p:nvGrpSpPr>
            <p:grpSpPr>
              <a:xfrm>
                <a:off x="8273732" y="2683193"/>
                <a:ext cx="981076" cy="304800"/>
                <a:chOff x="333374" y="28575"/>
                <a:chExt cx="981076" cy="304800"/>
              </a:xfrm>
            </p:grpSpPr>
            <p:sp>
              <p:nvSpPr>
                <p:cNvPr id="32" name="Rectangle 31">
                  <a:extLst>
                    <a:ext uri="{FF2B5EF4-FFF2-40B4-BE49-F238E27FC236}">
                      <a16:creationId xmlns:a16="http://schemas.microsoft.com/office/drawing/2014/main" id="{3E24450F-5246-02B1-59AE-201BBECDC86C}"/>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9EF14113-C8E8-8B68-0F43-B415E6BACF6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868">
                  <a:extLst>
                    <a:ext uri="{FF2B5EF4-FFF2-40B4-BE49-F238E27FC236}">
                      <a16:creationId xmlns:a16="http://schemas.microsoft.com/office/drawing/2014/main" id="{2CF54C06-5793-7992-A2F8-601644875E11}"/>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30" name="Text Box 241">
                <a:extLst>
                  <a:ext uri="{FF2B5EF4-FFF2-40B4-BE49-F238E27FC236}">
                    <a16:creationId xmlns:a16="http://schemas.microsoft.com/office/drawing/2014/main" id="{74FC0C65-0832-CA36-768D-0B0709E5C7D8}"/>
                  </a:ext>
                </a:extLst>
              </p:cNvPr>
              <p:cNvSpPr txBox="1">
                <a:spLocks noChangeArrowheads="1"/>
              </p:cNvSpPr>
              <p:nvPr/>
            </p:nvSpPr>
            <p:spPr bwMode="auto">
              <a:xfrm>
                <a:off x="4587557" y="3295333"/>
                <a:ext cx="3071249"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PR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 Box 874">
                <a:extLst>
                  <a:ext uri="{FF2B5EF4-FFF2-40B4-BE49-F238E27FC236}">
                    <a16:creationId xmlns:a16="http://schemas.microsoft.com/office/drawing/2014/main" id="{22F4ECC4-D2CA-F0AE-6EF3-CBE500D2E1F5}"/>
                  </a:ext>
                </a:extLst>
              </p:cNvPr>
              <p:cNvSpPr txBox="1"/>
              <p:nvPr/>
            </p:nvSpPr>
            <p:spPr>
              <a:xfrm>
                <a:off x="2937192" y="2727643"/>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48" name="TextBox 47">
            <a:extLst>
              <a:ext uri="{FF2B5EF4-FFF2-40B4-BE49-F238E27FC236}">
                <a16:creationId xmlns:a16="http://schemas.microsoft.com/office/drawing/2014/main" id="{36740CD6-F523-7B88-805E-140286414347}"/>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5" name="Slide Number Placeholder 4">
            <a:extLst>
              <a:ext uri="{FF2B5EF4-FFF2-40B4-BE49-F238E27FC236}">
                <a16:creationId xmlns:a16="http://schemas.microsoft.com/office/drawing/2014/main" id="{FCF02D9A-B1B1-AAF5-05C6-912581CEAC4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8419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07368" y="2479597"/>
            <a:ext cx="4179346" cy="189880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purchase return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48" name="TextBox 47">
            <a:extLst>
              <a:ext uri="{FF2B5EF4-FFF2-40B4-BE49-F238E27FC236}">
                <a16:creationId xmlns:a16="http://schemas.microsoft.com/office/drawing/2014/main" id="{36740CD6-F523-7B88-805E-140286414347}"/>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7" name="Slide Number Placeholder 6">
            <a:extLst>
              <a:ext uri="{FF2B5EF4-FFF2-40B4-BE49-F238E27FC236}">
                <a16:creationId xmlns:a16="http://schemas.microsoft.com/office/drawing/2014/main" id="{7C09F5CB-8D4A-FDB7-00E7-017CE7EB24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2" name="Group 1">
            <a:extLst>
              <a:ext uri="{FF2B5EF4-FFF2-40B4-BE49-F238E27FC236}">
                <a16:creationId xmlns:a16="http://schemas.microsoft.com/office/drawing/2014/main" id="{9EE52845-3E23-1988-EBD0-F9A04FBCA41E}"/>
              </a:ext>
            </a:extLst>
          </p:cNvPr>
          <p:cNvGrpSpPr/>
          <p:nvPr/>
        </p:nvGrpSpPr>
        <p:grpSpPr>
          <a:xfrm>
            <a:off x="5191125" y="1951786"/>
            <a:ext cx="6440200" cy="2332990"/>
            <a:chOff x="5171495" y="2046996"/>
            <a:chExt cx="6440200" cy="2332990"/>
          </a:xfrm>
        </p:grpSpPr>
        <p:grpSp>
          <p:nvGrpSpPr>
            <p:cNvPr id="9" name="Group 8">
              <a:extLst>
                <a:ext uri="{FF2B5EF4-FFF2-40B4-BE49-F238E27FC236}">
                  <a16:creationId xmlns:a16="http://schemas.microsoft.com/office/drawing/2014/main" id="{4E1AA8AC-91C1-88E6-4672-137D4A901358}"/>
                </a:ext>
              </a:extLst>
            </p:cNvPr>
            <p:cNvGrpSpPr/>
            <p:nvPr/>
          </p:nvGrpSpPr>
          <p:grpSpPr>
            <a:xfrm>
              <a:off x="5171495" y="2046996"/>
              <a:ext cx="6440200" cy="2332990"/>
              <a:chOff x="5171495" y="941067"/>
              <a:chExt cx="6440200" cy="2332990"/>
            </a:xfrm>
          </p:grpSpPr>
          <p:grpSp>
            <p:nvGrpSpPr>
              <p:cNvPr id="22" name="Group 21">
                <a:extLst>
                  <a:ext uri="{FF2B5EF4-FFF2-40B4-BE49-F238E27FC236}">
                    <a16:creationId xmlns:a16="http://schemas.microsoft.com/office/drawing/2014/main" id="{1F7A9159-04CB-3CA8-DD55-1067D01B393B}"/>
                  </a:ext>
                </a:extLst>
              </p:cNvPr>
              <p:cNvGrpSpPr/>
              <p:nvPr/>
            </p:nvGrpSpPr>
            <p:grpSpPr>
              <a:xfrm>
                <a:off x="5365200" y="970444"/>
                <a:ext cx="6246495" cy="1658617"/>
                <a:chOff x="31914" y="203778"/>
                <a:chExt cx="6246768" cy="1659243"/>
              </a:xfrm>
            </p:grpSpPr>
            <p:pic>
              <p:nvPicPr>
                <p:cNvPr id="33" name="Picture 32">
                  <a:extLst>
                    <a:ext uri="{FF2B5EF4-FFF2-40B4-BE49-F238E27FC236}">
                      <a16:creationId xmlns:a16="http://schemas.microsoft.com/office/drawing/2014/main" id="{28E8C17D-6CE4-0BEA-6D8D-150CC16E61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34" name="Rectangle 33">
                  <a:extLst>
                    <a:ext uri="{FF2B5EF4-FFF2-40B4-BE49-F238E27FC236}">
                      <a16:creationId xmlns:a16="http://schemas.microsoft.com/office/drawing/2014/main" id="{75118DB0-4755-9F39-0DFD-26F467A8FA2E}"/>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372D3DF7-59EE-205D-49EA-D26C0C021D53}"/>
                    </a:ext>
                  </a:extLst>
                </p:cNvPr>
                <p:cNvGrpSpPr/>
                <p:nvPr/>
              </p:nvGrpSpPr>
              <p:grpSpPr>
                <a:xfrm>
                  <a:off x="4926412" y="203778"/>
                  <a:ext cx="647700" cy="796655"/>
                  <a:chOff x="306787" y="-291522"/>
                  <a:chExt cx="647700" cy="796655"/>
                </a:xfrm>
              </p:grpSpPr>
              <p:sp>
                <p:nvSpPr>
                  <p:cNvPr id="36" name="Rectangle 35">
                    <a:extLst>
                      <a:ext uri="{FF2B5EF4-FFF2-40B4-BE49-F238E27FC236}">
                        <a16:creationId xmlns:a16="http://schemas.microsoft.com/office/drawing/2014/main" id="{7B860AEC-E2FC-294F-9C85-9E00312CDEBA}"/>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7" name="Straight Arrow Connector 36">
                    <a:extLst>
                      <a:ext uri="{FF2B5EF4-FFF2-40B4-BE49-F238E27FC236}">
                        <a16:creationId xmlns:a16="http://schemas.microsoft.com/office/drawing/2014/main" id="{C8C4DA60-61A6-FC7A-F0CE-9C15C21E087C}"/>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756">
                    <a:extLst>
                      <a:ext uri="{FF2B5EF4-FFF2-40B4-BE49-F238E27FC236}">
                        <a16:creationId xmlns:a16="http://schemas.microsoft.com/office/drawing/2014/main" id="{0E32FEB7-13E9-4060-C55B-864760DB41AB}"/>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26" name="Group 25">
                <a:extLst>
                  <a:ext uri="{FF2B5EF4-FFF2-40B4-BE49-F238E27FC236}">
                    <a16:creationId xmlns:a16="http://schemas.microsoft.com/office/drawing/2014/main" id="{30C8D7B7-79A9-7232-9640-31EDE98A05F1}"/>
                  </a:ext>
                </a:extLst>
              </p:cNvPr>
              <p:cNvGrpSpPr/>
              <p:nvPr/>
            </p:nvGrpSpPr>
            <p:grpSpPr>
              <a:xfrm>
                <a:off x="5171495" y="941067"/>
                <a:ext cx="3176904" cy="2332990"/>
                <a:chOff x="0" y="0"/>
                <a:chExt cx="3177391" cy="2332990"/>
              </a:xfrm>
            </p:grpSpPr>
            <p:sp>
              <p:nvSpPr>
                <p:cNvPr id="29" name="Text Box 749">
                  <a:extLst>
                    <a:ext uri="{FF2B5EF4-FFF2-40B4-BE49-F238E27FC236}">
                      <a16:creationId xmlns:a16="http://schemas.microsoft.com/office/drawing/2014/main" id="{845B9916-65A4-5D7B-CD94-5DD67B369C83}"/>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30" name="Picture 29">
                  <a:extLst>
                    <a:ext uri="{FF2B5EF4-FFF2-40B4-BE49-F238E27FC236}">
                      <a16:creationId xmlns:a16="http://schemas.microsoft.com/office/drawing/2014/main" id="{381AC5E8-0169-2B23-D50B-07CD2D597A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1" name="Curved Left Arrow 758">
                  <a:extLst>
                    <a:ext uri="{FF2B5EF4-FFF2-40B4-BE49-F238E27FC236}">
                      <a16:creationId xmlns:a16="http://schemas.microsoft.com/office/drawing/2014/main" id="{0859A185-4D27-9F58-144F-A8F59C11FD16}"/>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 Box 757">
                  <a:extLst>
                    <a:ext uri="{FF2B5EF4-FFF2-40B4-BE49-F238E27FC236}">
                      <a16:creationId xmlns:a16="http://schemas.microsoft.com/office/drawing/2014/main" id="{CC0E12BD-BC0B-C2F0-5490-CD638E3F2E93}"/>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0" name="Rectangle 9">
              <a:extLst>
                <a:ext uri="{FF2B5EF4-FFF2-40B4-BE49-F238E27FC236}">
                  <a16:creationId xmlns:a16="http://schemas.microsoft.com/office/drawing/2014/main" id="{DE4400B8-2EE8-DB4D-BC90-78E24A6347BD}"/>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8E488F5E-C923-0000-193F-8DAE0FF88A57}"/>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756">
              <a:extLst>
                <a:ext uri="{FF2B5EF4-FFF2-40B4-BE49-F238E27FC236}">
                  <a16:creationId xmlns:a16="http://schemas.microsoft.com/office/drawing/2014/main" id="{40926032-AFBD-5854-A383-B8EF8C2DF1F9}"/>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4" name="Rectangle 13">
              <a:extLst>
                <a:ext uri="{FF2B5EF4-FFF2-40B4-BE49-F238E27FC236}">
                  <a16:creationId xmlns:a16="http://schemas.microsoft.com/office/drawing/2014/main" id="{C0608490-A500-C1BC-27B6-1B1246FFA339}"/>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7CDE4FB8-70FE-166F-A3E5-1308FFF53535}"/>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FFAFC8A1-0404-2395-D59E-E82DCB5FD534}"/>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868516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862B0D3-2A75-6169-4BFD-955E1BB2B4F1}"/>
              </a:ext>
            </a:extLst>
          </p:cNvPr>
          <p:cNvGrpSpPr/>
          <p:nvPr/>
        </p:nvGrpSpPr>
        <p:grpSpPr>
          <a:xfrm>
            <a:off x="5306063" y="1311838"/>
            <a:ext cx="6079172" cy="1637665"/>
            <a:chOff x="5632429" y="521454"/>
            <a:chExt cx="6079172" cy="1637665"/>
          </a:xfrm>
        </p:grpSpPr>
        <p:pic>
          <p:nvPicPr>
            <p:cNvPr id="6" name="Picture 5">
              <a:extLst>
                <a:ext uri="{FF2B5EF4-FFF2-40B4-BE49-F238E27FC236}">
                  <a16:creationId xmlns:a16="http://schemas.microsoft.com/office/drawing/2014/main" id="{5004B6A1-0349-51C2-FF1C-C405E8CFB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2746" y="521454"/>
              <a:ext cx="6078855" cy="1637665"/>
            </a:xfrm>
            <a:prstGeom prst="rect">
              <a:avLst/>
            </a:prstGeom>
          </p:spPr>
        </p:pic>
        <p:grpSp>
          <p:nvGrpSpPr>
            <p:cNvPr id="34" name="Group 33">
              <a:extLst>
                <a:ext uri="{FF2B5EF4-FFF2-40B4-BE49-F238E27FC236}">
                  <a16:creationId xmlns:a16="http://schemas.microsoft.com/office/drawing/2014/main" id="{38DA90B3-A411-CD47-96D7-5114B151432A}"/>
                </a:ext>
              </a:extLst>
            </p:cNvPr>
            <p:cNvGrpSpPr/>
            <p:nvPr/>
          </p:nvGrpSpPr>
          <p:grpSpPr>
            <a:xfrm>
              <a:off x="5632429" y="1373005"/>
              <a:ext cx="1475739" cy="276225"/>
              <a:chOff x="0" y="0"/>
              <a:chExt cx="1476374" cy="276225"/>
            </a:xfrm>
          </p:grpSpPr>
          <p:sp>
            <p:nvSpPr>
              <p:cNvPr id="35" name="Rectangle 34">
                <a:extLst>
                  <a:ext uri="{FF2B5EF4-FFF2-40B4-BE49-F238E27FC236}">
                    <a16:creationId xmlns:a16="http://schemas.microsoft.com/office/drawing/2014/main" id="{48E42D51-DF97-7D06-3E8D-CEA6E6D2D795}"/>
                  </a:ext>
                </a:extLst>
              </p:cNvPr>
              <p:cNvSpPr/>
              <p:nvPr/>
            </p:nvSpPr>
            <p:spPr>
              <a:xfrm>
                <a:off x="0" y="0"/>
                <a:ext cx="800100"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1B0A6AEC-6672-29ED-6C6A-051B4F0FCCB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125">
                <a:extLst>
                  <a:ext uri="{FF2B5EF4-FFF2-40B4-BE49-F238E27FC236}">
                    <a16:creationId xmlns:a16="http://schemas.microsoft.com/office/drawing/2014/main" id="{F1168179-C43D-F889-2359-8573401CB5E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return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return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805110" y="1311838"/>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2" name="TextBox 1">
            <a:extLst>
              <a:ext uri="{FF2B5EF4-FFF2-40B4-BE49-F238E27FC236}">
                <a16:creationId xmlns:a16="http://schemas.microsoft.com/office/drawing/2014/main" id="{5DAD03DB-0913-93CA-7826-D8AFD5CA6C2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Box 3">
            <a:extLst>
              <a:ext uri="{FF2B5EF4-FFF2-40B4-BE49-F238E27FC236}">
                <a16:creationId xmlns:a16="http://schemas.microsoft.com/office/drawing/2014/main" id="{4D4C7657-22C0-A286-A875-2B25A2C391F3}"/>
              </a:ext>
            </a:extLst>
          </p:cNvPr>
          <p:cNvSpPr txBox="1"/>
          <p:nvPr/>
        </p:nvSpPr>
        <p:spPr>
          <a:xfrm>
            <a:off x="7284343" y="2918118"/>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50B9984-814C-2848-E7D8-2E78720D65A2}"/>
              </a:ext>
            </a:extLst>
          </p:cNvPr>
          <p:cNvSpPr txBox="1"/>
          <p:nvPr/>
        </p:nvSpPr>
        <p:spPr>
          <a:xfrm>
            <a:off x="7284343" y="601769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0" name="Picture 19">
            <a:extLst>
              <a:ext uri="{FF2B5EF4-FFF2-40B4-BE49-F238E27FC236}">
                <a16:creationId xmlns:a16="http://schemas.microsoft.com/office/drawing/2014/main" id="{3D425956-D1F7-7246-E66E-A4F7F8708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3032" y="4070684"/>
            <a:ext cx="6189345" cy="1626870"/>
          </a:xfrm>
          <a:prstGeom prst="rect">
            <a:avLst/>
          </a:prstGeom>
        </p:spPr>
      </p:pic>
      <p:grpSp>
        <p:nvGrpSpPr>
          <p:cNvPr id="19" name="Group 18">
            <a:extLst>
              <a:ext uri="{FF2B5EF4-FFF2-40B4-BE49-F238E27FC236}">
                <a16:creationId xmlns:a16="http://schemas.microsoft.com/office/drawing/2014/main" id="{A75184BB-F142-53F9-489A-23B9AB6E2A87}"/>
              </a:ext>
            </a:extLst>
          </p:cNvPr>
          <p:cNvGrpSpPr/>
          <p:nvPr/>
        </p:nvGrpSpPr>
        <p:grpSpPr>
          <a:xfrm>
            <a:off x="4685889" y="4486694"/>
            <a:ext cx="4711030" cy="1491615"/>
            <a:chOff x="2937192" y="2683193"/>
            <a:chExt cx="4711030" cy="1491615"/>
          </a:xfrm>
        </p:grpSpPr>
        <p:grpSp>
          <p:nvGrpSpPr>
            <p:cNvPr id="8" name="Group 7">
              <a:extLst>
                <a:ext uri="{FF2B5EF4-FFF2-40B4-BE49-F238E27FC236}">
                  <a16:creationId xmlns:a16="http://schemas.microsoft.com/office/drawing/2014/main" id="{0CECE706-67F7-34FB-F7CA-0EFCC6CCEED2}"/>
                </a:ext>
              </a:extLst>
            </p:cNvPr>
            <p:cNvGrpSpPr/>
            <p:nvPr/>
          </p:nvGrpSpPr>
          <p:grpSpPr>
            <a:xfrm>
              <a:off x="4727257" y="2942908"/>
              <a:ext cx="952500" cy="304800"/>
              <a:chOff x="523874" y="28575"/>
              <a:chExt cx="952500" cy="304800"/>
            </a:xfrm>
          </p:grpSpPr>
          <p:sp>
            <p:nvSpPr>
              <p:cNvPr id="16" name="Rectangle 15">
                <a:extLst>
                  <a:ext uri="{FF2B5EF4-FFF2-40B4-BE49-F238E27FC236}">
                    <a16:creationId xmlns:a16="http://schemas.microsoft.com/office/drawing/2014/main" id="{5D6CBC1E-A03C-B55F-89A9-A285E502B7AD}"/>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72ED4DCC-9C4A-0E9E-8D5F-EB301D8872F8}"/>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279">
                <a:extLst>
                  <a:ext uri="{FF2B5EF4-FFF2-40B4-BE49-F238E27FC236}">
                    <a16:creationId xmlns:a16="http://schemas.microsoft.com/office/drawing/2014/main" id="{368118D0-9916-607B-88E0-CD7013A1524C}"/>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9" name="Group 8">
              <a:extLst>
                <a:ext uri="{FF2B5EF4-FFF2-40B4-BE49-F238E27FC236}">
                  <a16:creationId xmlns:a16="http://schemas.microsoft.com/office/drawing/2014/main" id="{8BAA3A75-DCE9-C8DD-D3EC-20ED4F88FF65}"/>
                </a:ext>
              </a:extLst>
            </p:cNvPr>
            <p:cNvGrpSpPr/>
            <p:nvPr/>
          </p:nvGrpSpPr>
          <p:grpSpPr>
            <a:xfrm>
              <a:off x="6009195" y="2683193"/>
              <a:ext cx="981076" cy="304800"/>
              <a:chOff x="-1931163" y="28575"/>
              <a:chExt cx="981076" cy="304800"/>
            </a:xfrm>
          </p:grpSpPr>
          <p:sp>
            <p:nvSpPr>
              <p:cNvPr id="13" name="Rectangle 12">
                <a:extLst>
                  <a:ext uri="{FF2B5EF4-FFF2-40B4-BE49-F238E27FC236}">
                    <a16:creationId xmlns:a16="http://schemas.microsoft.com/office/drawing/2014/main" id="{59D6B0A5-6AC6-52E1-F746-E72B6BB6500C}"/>
                  </a:ext>
                </a:extLst>
              </p:cNvPr>
              <p:cNvSpPr/>
              <p:nvPr/>
            </p:nvSpPr>
            <p:spPr>
              <a:xfrm>
                <a:off x="-1931163"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133336C4-9401-6ADB-B502-BFCF01FBA98E}"/>
                  </a:ext>
                </a:extLst>
              </p:cNvPr>
              <p:cNvCxnSpPr/>
              <p:nvPr/>
            </p:nvCxnSpPr>
            <p:spPr>
              <a:xfrm>
                <a:off x="-1464437"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283">
                <a:extLst>
                  <a:ext uri="{FF2B5EF4-FFF2-40B4-BE49-F238E27FC236}">
                    <a16:creationId xmlns:a16="http://schemas.microsoft.com/office/drawing/2014/main" id="{1204BE0C-3798-39AB-524A-703A68DBEB99}"/>
                  </a:ext>
                </a:extLst>
              </p:cNvPr>
              <p:cNvSpPr txBox="1"/>
              <p:nvPr/>
            </p:nvSpPr>
            <p:spPr>
              <a:xfrm>
                <a:off x="-1254887"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10" name="Text Box 241">
              <a:extLst>
                <a:ext uri="{FF2B5EF4-FFF2-40B4-BE49-F238E27FC236}">
                  <a16:creationId xmlns:a16="http://schemas.microsoft.com/office/drawing/2014/main" id="{7F4E2178-42DF-1F69-881E-21EA8D6EDD3E}"/>
                </a:ext>
              </a:extLst>
            </p:cNvPr>
            <p:cNvSpPr txBox="1">
              <a:spLocks noChangeArrowheads="1"/>
            </p:cNvSpPr>
            <p:nvPr/>
          </p:nvSpPr>
          <p:spPr bwMode="auto">
            <a:xfrm>
              <a:off x="4587557" y="3295333"/>
              <a:ext cx="306066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PR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685800" marR="0" lvl="1" indent="-2286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685800" marR="0" lvl="1" indent="-2286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685800" marR="0" lvl="1" indent="-2286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285">
              <a:extLst>
                <a:ext uri="{FF2B5EF4-FFF2-40B4-BE49-F238E27FC236}">
                  <a16:creationId xmlns:a16="http://schemas.microsoft.com/office/drawing/2014/main" id="{D28CF874-9D50-B8E2-3D91-2EDFBA135CC2}"/>
                </a:ext>
              </a:extLst>
            </p:cNvPr>
            <p:cNvSpPr txBox="1"/>
            <p:nvPr/>
          </p:nvSpPr>
          <p:spPr>
            <a:xfrm>
              <a:off x="2937192" y="2727643"/>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2" name="Slide Number Placeholder 21">
            <a:extLst>
              <a:ext uri="{FF2B5EF4-FFF2-40B4-BE49-F238E27FC236}">
                <a16:creationId xmlns:a16="http://schemas.microsoft.com/office/drawing/2014/main" id="{CC7D1F9A-D593-AF25-5068-F5A26569B2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6134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parallel in the main form on the upper right, the purchase return – main form will be minimize and the other information will be displayed as shown in the photo below.</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457200" marR="227330" lvl="1" indent="0" algn="l" defTabSz="914400" rtl="0" eaLnBrk="1" fontAlgn="auto" latinLnBrk="0" hangingPunct="1">
              <a:lnSpc>
                <a:spcPct val="107000"/>
              </a:lnSpc>
              <a:spcBef>
                <a:spcPts val="190"/>
              </a:spcBef>
              <a:spcAft>
                <a:spcPts val="80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94021" y="1797799"/>
            <a:ext cx="6108721" cy="280440"/>
          </a:xfrm>
          <a:prstGeom prst="rect">
            <a:avLst/>
          </a:prstGeom>
        </p:spPr>
      </p:pic>
      <p:sp>
        <p:nvSpPr>
          <p:cNvPr id="4" name="TextBox 3">
            <a:extLst>
              <a:ext uri="{FF2B5EF4-FFF2-40B4-BE49-F238E27FC236}">
                <a16:creationId xmlns:a16="http://schemas.microsoft.com/office/drawing/2014/main" id="{52A5A192-F2FD-951A-662E-95C44B7D591E}"/>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6" name="Picture 5">
            <a:extLst>
              <a:ext uri="{FF2B5EF4-FFF2-40B4-BE49-F238E27FC236}">
                <a16:creationId xmlns:a16="http://schemas.microsoft.com/office/drawing/2014/main" id="{B5AE39EF-01C6-EF13-B846-58256D216C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3142" y="1053547"/>
            <a:ext cx="6023748" cy="784697"/>
          </a:xfrm>
          <a:prstGeom prst="rect">
            <a:avLst/>
          </a:prstGeom>
        </p:spPr>
      </p:pic>
      <p:pic>
        <p:nvPicPr>
          <p:cNvPr id="13" name="Picture 12">
            <a:extLst>
              <a:ext uri="{FF2B5EF4-FFF2-40B4-BE49-F238E27FC236}">
                <a16:creationId xmlns:a16="http://schemas.microsoft.com/office/drawing/2014/main" id="{471E0730-DF2F-3951-0B11-5E8C65BE3EB6}"/>
              </a:ext>
            </a:extLst>
          </p:cNvPr>
          <p:cNvPicPr>
            <a:picLocks noChangeAspect="1"/>
          </p:cNvPicPr>
          <p:nvPr/>
        </p:nvPicPr>
        <p:blipFill>
          <a:blip r:embed="rId5"/>
          <a:stretch>
            <a:fillRect/>
          </a:stretch>
        </p:blipFill>
        <p:spPr>
          <a:xfrm>
            <a:off x="5363142" y="2998740"/>
            <a:ext cx="6108721" cy="2740213"/>
          </a:xfrm>
          <a:prstGeom prst="rect">
            <a:avLst/>
          </a:prstGeom>
        </p:spPr>
      </p:pic>
      <p:sp>
        <p:nvSpPr>
          <p:cNvPr id="3" name="Slide Number Placeholder 2">
            <a:extLst>
              <a:ext uri="{FF2B5EF4-FFF2-40B4-BE49-F238E27FC236}">
                <a16:creationId xmlns:a16="http://schemas.microsoft.com/office/drawing/2014/main" id="{C48BED17-3204-3A50-A02E-76BFB63679C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043937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1089</Words>
  <Application>Microsoft Office PowerPoint</Application>
  <PresentationFormat>Widescreen</PresentationFormat>
  <Paragraphs>169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Animosa Extra Bold</vt:lpstr>
      <vt:lpstr>Arial</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2</cp:revision>
  <dcterms:created xsi:type="dcterms:W3CDTF">2023-01-03T08:42:18Z</dcterms:created>
  <dcterms:modified xsi:type="dcterms:W3CDTF">2023-01-03T08:42:44Z</dcterms:modified>
</cp:coreProperties>
</file>