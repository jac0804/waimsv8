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9" r:id="rId2"/>
    <p:sldId id="350" r:id="rId3"/>
    <p:sldId id="351" r:id="rId4"/>
    <p:sldId id="352" r:id="rId5"/>
    <p:sldId id="353" r:id="rId6"/>
    <p:sldId id="354" r:id="rId7"/>
    <p:sldId id="35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0B62D-C7D8-6047-F801-51B9C5B77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07881-D4E7-D951-7318-BD4B480F7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C17D7-AD68-F9C4-0CF0-6F6D0D2D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1B936-BEDA-B682-387A-C2E28347E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E32F0-A8AB-C276-792A-9BC2E7B60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7068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53DFF-6142-17ED-0FD6-5D0ED681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88FDE-CBEE-679B-6C28-FC5E36EBC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57131-AD23-96CB-79D5-C7856954B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3C720-905B-0DFF-F931-1BAA76D8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B2172-3CE8-8B1A-DD22-1C7147C3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615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65935-BEFB-EFDB-74A7-EE02A1CE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A76B2-3D9A-933C-6DD3-4E37EEB89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89307-6156-0127-1DA6-B55FC8960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45E61-E358-BA71-6586-56132813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1C576-3910-142B-B248-5539747B6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073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86580-EAC4-1772-153C-4D4252807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C36A4-D7E7-6914-DF78-2809781064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9DDE3-67D1-5B60-4E0D-885DA9E6A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B2583-8EB4-6822-8D29-D54F4E256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C38AB-9265-752C-A2A5-77C9AA34F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28BCDB-D2FB-B19D-5A51-355FFDAC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49207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34F77-E2D6-7ADC-91A0-F1DEE28F6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5C01E-AC59-5821-AB9F-17CA3BC64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09176-01C4-EA0B-93C4-EB726E45D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FCBEBD-27CA-BB15-624A-63F07AA8F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DD438-4F30-188B-1BF2-4AC5A7A49C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955682-CA71-42DB-B168-CA1EE62DF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3378DF-BCD2-107E-9D4F-227453DF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0A6AC9-DD6C-D43F-2E25-3F7F81D7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4897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16E74-E342-3705-710D-6BF8D2A07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B6177D-D514-2C89-EFA6-D05D0865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F5858-02E7-5F99-9830-EC1F1A789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FE046D-6649-C608-E524-E41E3885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3845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5093B1-1EDD-6C87-8764-858B01836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6A3CC6-3E41-0785-1225-4C89BA26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FB215-CA2B-0871-ECC4-F7369EE79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9350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972A-3153-25F7-242D-CF6492680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E414D-63DA-1946-5048-3AB2E3405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8849E-1CF9-676A-E169-9C3A4D8E6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F1CC9-56C6-D0B3-ACFE-A1699BDBC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9ED0D-CC09-E888-D47C-F64E48C43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A34F3-E191-214E-80FE-01BBFB389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5203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4C84E-EA8F-BF28-191F-8DE3B34A5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4B4F3-A1B1-CFD5-E0FA-24FB81FF31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A8C0B-7826-A420-DCEF-06110477E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E1BF7-D5B0-06CA-DF77-33669C6F0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D937F-2975-46C7-645C-0CD18A40A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1C109-E158-DDA5-8B5D-80477F80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8833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DE97D-7263-6A7B-5BE1-4AA9C696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423862-E9BE-5549-A8DD-0B5A1C0A8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940A9-05A8-FC8D-E7B8-62F64B2F3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73B2F-3794-CD69-2967-B7E1FE7A6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4B5B-8377-06BA-7D23-50953C616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64137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9F3114-627C-6770-620B-636389BE32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1564D6-4112-4C95-76E7-03FC2880E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3815F-E3FA-ED25-0E24-221AFE7E9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28F1E-E6F2-9AE3-AF36-4CFAC129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28B85-4C87-806F-12DC-66624571E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26067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7681C-A196-C18D-FCCF-FB29837E8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CEB0B-899B-C12B-9803-847B0FA42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F46D8-BCA1-8987-075D-C67C272EEA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91B7B-C9A2-58EA-DEF0-72522AF5E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DC34A-7613-DA97-9C97-026A15A85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299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2539407" y="2055283"/>
            <a:ext cx="7392244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00B050"/>
                </a:solidFill>
                <a:latin typeface="Bodoni MT Condensed" panose="02070606080606020203" pitchFamily="18" charset="0"/>
              </a:rPr>
              <a:t>Employee Ledger</a:t>
            </a:r>
            <a:endParaRPr lang="en-US" sz="9600" dirty="0">
              <a:solidFill>
                <a:srgbClr val="00B050"/>
              </a:solidFill>
              <a:latin typeface="Bodoni MT Condensed" panose="02070606080606020203" pitchFamily="18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98AB504-F121-820A-CAC3-1E72B851128C}"/>
              </a:ext>
            </a:extLst>
          </p:cNvPr>
          <p:cNvSpPr txBox="1"/>
          <p:nvPr/>
        </p:nvSpPr>
        <p:spPr>
          <a:xfrm>
            <a:off x="0" y="5769429"/>
            <a:ext cx="12191999" cy="1088572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</a:pPr>
            <a:endParaRPr lang="en-US" sz="14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</a:pPr>
            <a:r>
              <a:rPr lang="en-US" sz="1400" dirty="0">
                <a:solidFill>
                  <a:schemeClr val="bg1"/>
                </a:solidFill>
                <a:ea typeface="Open Sans" panose="020B0606030504020204" pitchFamily="34" charset="0"/>
                <a:cs typeface="Times New Roman" panose="02020603050405020304" pitchFamily="18" charset="0"/>
              </a:rPr>
              <a:t>Is a list of employees of the company.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</a:pPr>
            <a:r>
              <a:rPr lang="en-US" sz="1400" dirty="0">
                <a:solidFill>
                  <a:schemeClr val="bg1"/>
                </a:solidFill>
                <a:ea typeface="Open Sans" panose="020B0606030504020204" pitchFamily="34" charset="0"/>
                <a:cs typeface="Times New Roman" panose="02020603050405020304" pitchFamily="18" charset="0"/>
              </a:rPr>
              <a:t>It is where all </a:t>
            </a:r>
            <a:r>
              <a:rPr lang="en-US" sz="1400" dirty="0" err="1">
                <a:solidFill>
                  <a:schemeClr val="bg1"/>
                </a:solidFill>
                <a:ea typeface="Open Sans" panose="020B0606030504020204" pitchFamily="34" charset="0"/>
                <a:cs typeface="Times New Roman" panose="02020603050405020304" pitchFamily="18" charset="0"/>
              </a:rPr>
              <a:t>informations</a:t>
            </a:r>
            <a:r>
              <a:rPr lang="en-US" sz="1400" dirty="0">
                <a:solidFill>
                  <a:schemeClr val="bg1"/>
                </a:solidFill>
                <a:ea typeface="Open Sans" panose="020B0606030504020204" pitchFamily="34" charset="0"/>
                <a:cs typeface="Times New Roman" panose="02020603050405020304" pitchFamily="18" charset="0"/>
              </a:rPr>
              <a:t> of employee are recorded  and transaction history can be viewed.</a:t>
            </a: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507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095EBC-BE13-D975-694F-E034165F3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426" y="2080039"/>
            <a:ext cx="6735249" cy="2270942"/>
          </a:xfrm>
          <a:prstGeom prst="rect">
            <a:avLst/>
          </a:prstGeom>
        </p:spPr>
      </p:pic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09" y="123167"/>
            <a:ext cx="4156189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Employee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1940-C472-2128-749A-74F3CCB5F124}"/>
              </a:ext>
            </a:extLst>
          </p:cNvPr>
          <p:cNvSpPr txBox="1"/>
          <p:nvPr/>
        </p:nvSpPr>
        <p:spPr>
          <a:xfrm>
            <a:off x="805110" y="2106925"/>
            <a:ext cx="3887062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Main Window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0" name="Text Box 15">
            <a:extLst>
              <a:ext uri="{FF2B5EF4-FFF2-40B4-BE49-F238E27FC236}">
                <a16:creationId xmlns:a16="http://schemas.microsoft.com/office/drawing/2014/main" id="{E1DF78E5-41B8-4843-8426-68AD1D115D04}"/>
              </a:ext>
            </a:extLst>
          </p:cNvPr>
          <p:cNvSpPr txBox="1"/>
          <p:nvPr/>
        </p:nvSpPr>
        <p:spPr>
          <a:xfrm>
            <a:off x="832872" y="2579626"/>
            <a:ext cx="3887062" cy="127176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2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r>
              <a:rPr lang="en-PH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Employee module under Masterfile, employee list will display in the employee ledger main window. 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2">
              <a:lnSpc>
                <a:spcPct val="107000"/>
              </a:lnSpc>
            </a:pPr>
            <a:r>
              <a:rPr lang="en-PH" sz="10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2">
              <a:lnSpc>
                <a:spcPct val="107000"/>
              </a:lnSpc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2">
              <a:lnSpc>
                <a:spcPct val="107000"/>
              </a:lnSpc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989E4-F23C-F4AC-684B-2BE81114D33A}"/>
              </a:ext>
            </a:extLst>
          </p:cNvPr>
          <p:cNvSpPr txBox="1"/>
          <p:nvPr/>
        </p:nvSpPr>
        <p:spPr>
          <a:xfrm>
            <a:off x="7119936" y="4655180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02F56F-55BB-D78F-4743-C50790057550}"/>
              </a:ext>
            </a:extLst>
          </p:cNvPr>
          <p:cNvSpPr/>
          <p:nvPr/>
        </p:nvSpPr>
        <p:spPr>
          <a:xfrm>
            <a:off x="5149426" y="3129784"/>
            <a:ext cx="858782" cy="1837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E7AE43-3CE6-EDA1-1E37-7769D5D681AD}"/>
              </a:ext>
            </a:extLst>
          </p:cNvPr>
          <p:cNvSpPr/>
          <p:nvPr/>
        </p:nvSpPr>
        <p:spPr>
          <a:xfrm>
            <a:off x="6111137" y="2660610"/>
            <a:ext cx="5716796" cy="17031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9407A0B-52E6-D58F-0FD7-FBEE93E2C726}"/>
              </a:ext>
            </a:extLst>
          </p:cNvPr>
          <p:cNvCxnSpPr/>
          <p:nvPr/>
        </p:nvCxnSpPr>
        <p:spPr>
          <a:xfrm>
            <a:off x="5987888" y="3204647"/>
            <a:ext cx="257175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61EF400A-CB49-EAE6-7F13-71D3488075D7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60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Create New Employee?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805110" y="1817821"/>
            <a:ext cx="3914824" cy="434202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Employee Ledger – Main Window, you will notice a create button in the upper left of the window. Click the create button and you will be redirect in employee ledger – main form.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1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1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click the create button in the employee ledger – main window, you will be redirected in employee ledger – main form where you will encode the employee other information.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effectLst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photo, fill in all the necessary details in the provided field.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dirty="0">
              <a:solidFill>
                <a:srgbClr val="00863D"/>
              </a:solidFill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save button.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255738" y="5739182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355B4944-11EB-7397-2090-195F2412BBBA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62E37E-12BA-0A40-6642-87BF9604F9D2}"/>
              </a:ext>
            </a:extLst>
          </p:cNvPr>
          <p:cNvSpPr txBox="1"/>
          <p:nvPr/>
        </p:nvSpPr>
        <p:spPr>
          <a:xfrm>
            <a:off x="805109" y="123167"/>
            <a:ext cx="4156189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Employee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44A7D14-BD44-1815-DAA6-E89CA4004953}"/>
              </a:ext>
            </a:extLst>
          </p:cNvPr>
          <p:cNvGrpSpPr/>
          <p:nvPr/>
        </p:nvGrpSpPr>
        <p:grpSpPr>
          <a:xfrm>
            <a:off x="5119020" y="846499"/>
            <a:ext cx="6918665" cy="905009"/>
            <a:chOff x="5106289" y="885167"/>
            <a:chExt cx="6918665" cy="90500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D9F3DEC-138B-A0FB-DEC3-91BC9E19E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6289" y="885167"/>
              <a:ext cx="6918665" cy="905009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53CBF49-A613-26C1-AB6C-63725474DD93}"/>
                </a:ext>
              </a:extLst>
            </p:cNvPr>
            <p:cNvGrpSpPr/>
            <p:nvPr/>
          </p:nvGrpSpPr>
          <p:grpSpPr>
            <a:xfrm>
              <a:off x="5119020" y="896251"/>
              <a:ext cx="1244829" cy="280959"/>
              <a:chOff x="-41832" y="-1342088"/>
              <a:chExt cx="1244829" cy="33337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876147-C3E3-A3DA-9EE6-28B4093A79F4}"/>
                  </a:ext>
                </a:extLst>
              </p:cNvPr>
              <p:cNvSpPr/>
              <p:nvPr/>
            </p:nvSpPr>
            <p:spPr>
              <a:xfrm>
                <a:off x="-41832" y="-1342088"/>
                <a:ext cx="800100" cy="33337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5904C1A-F510-BBFA-2227-3539E4068D38}"/>
                  </a:ext>
                </a:extLst>
              </p:cNvPr>
              <p:cNvCxnSpPr/>
              <p:nvPr/>
            </p:nvCxnSpPr>
            <p:spPr>
              <a:xfrm>
                <a:off x="793422" y="-1180578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Text Box 355">
                <a:extLst>
                  <a:ext uri="{FF2B5EF4-FFF2-40B4-BE49-F238E27FC236}">
                    <a16:creationId xmlns:a16="http://schemas.microsoft.com/office/drawing/2014/main" id="{FFBB7070-CC0B-EF23-347F-4E42EAD89C94}"/>
                  </a:ext>
                </a:extLst>
              </p:cNvPr>
              <p:cNvSpPr txBox="1"/>
              <p:nvPr/>
            </p:nvSpPr>
            <p:spPr>
              <a:xfrm>
                <a:off x="1002972" y="-1285353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4C0249-1378-0390-0CFF-44172F8455E0}"/>
              </a:ext>
            </a:extLst>
          </p:cNvPr>
          <p:cNvGrpSpPr/>
          <p:nvPr/>
        </p:nvGrpSpPr>
        <p:grpSpPr>
          <a:xfrm>
            <a:off x="5180201" y="2308477"/>
            <a:ext cx="6796301" cy="2857072"/>
            <a:chOff x="5180201" y="2308477"/>
            <a:chExt cx="6796301" cy="285707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E52DC01-FC74-48F2-45CE-1221E29E8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80201" y="2308477"/>
              <a:ext cx="6796301" cy="261396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5336419-2718-5D85-E4EF-E11E2647B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43587" y="2691220"/>
              <a:ext cx="2473765" cy="189933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0E4BC6F-8D06-351A-78D5-0D65D0BBA18F}"/>
                </a:ext>
              </a:extLst>
            </p:cNvPr>
            <p:cNvGrpSpPr/>
            <p:nvPr/>
          </p:nvGrpSpPr>
          <p:grpSpPr>
            <a:xfrm>
              <a:off x="5205515" y="2595885"/>
              <a:ext cx="6406003" cy="2569664"/>
              <a:chOff x="57147" y="777727"/>
              <a:chExt cx="6406215" cy="2569888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D34011A-CB2F-0F7B-0FF2-04D64801080B}"/>
                  </a:ext>
                </a:extLst>
              </p:cNvPr>
              <p:cNvSpPr/>
              <p:nvPr/>
            </p:nvSpPr>
            <p:spPr>
              <a:xfrm>
                <a:off x="57147" y="1084996"/>
                <a:ext cx="5721446" cy="2262619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855F6AD-4941-0B4B-DC08-B9E09A657770}"/>
                  </a:ext>
                </a:extLst>
              </p:cNvPr>
              <p:cNvCxnSpPr/>
              <p:nvPr/>
            </p:nvCxnSpPr>
            <p:spPr>
              <a:xfrm>
                <a:off x="5803411" y="1361417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Text Box 126">
                <a:extLst>
                  <a:ext uri="{FF2B5EF4-FFF2-40B4-BE49-F238E27FC236}">
                    <a16:creationId xmlns:a16="http://schemas.microsoft.com/office/drawing/2014/main" id="{51484750-A205-2952-D928-DE6BF39C0A3B}"/>
                  </a:ext>
                </a:extLst>
              </p:cNvPr>
              <p:cNvSpPr txBox="1"/>
              <p:nvPr/>
            </p:nvSpPr>
            <p:spPr>
              <a:xfrm>
                <a:off x="6003437" y="1266167"/>
                <a:ext cx="200025" cy="272415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8A16E66-69A4-243B-0F94-DBCB2EB99BA6}"/>
                  </a:ext>
                </a:extLst>
              </p:cNvPr>
              <p:cNvGrpSpPr/>
              <p:nvPr/>
            </p:nvGrpSpPr>
            <p:grpSpPr>
              <a:xfrm>
                <a:off x="5459026" y="777727"/>
                <a:ext cx="1004336" cy="274557"/>
                <a:chOff x="839401" y="282427"/>
                <a:chExt cx="1004336" cy="274557"/>
              </a:xfrm>
            </p:grpSpPr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A560DB8D-17FB-17E7-1EAB-52716642AC6A}"/>
                    </a:ext>
                  </a:extLst>
                </p:cNvPr>
                <p:cNvCxnSpPr/>
                <p:nvPr/>
              </p:nvCxnSpPr>
              <p:spPr>
                <a:xfrm>
                  <a:off x="1434163" y="453877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Text Box 258">
                  <a:extLst>
                    <a:ext uri="{FF2B5EF4-FFF2-40B4-BE49-F238E27FC236}">
                      <a16:creationId xmlns:a16="http://schemas.microsoft.com/office/drawing/2014/main" id="{D6EA8A42-93AE-E96D-3444-1C1D8D8AFD7E}"/>
                    </a:ext>
                  </a:extLst>
                </p:cNvPr>
                <p:cNvSpPr txBox="1"/>
                <p:nvPr/>
              </p:nvSpPr>
              <p:spPr>
                <a:xfrm>
                  <a:off x="1643712" y="282427"/>
                  <a:ext cx="200025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100" dirty="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4</a:t>
                  </a: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86C00499-D6A5-F6AC-684E-5C86DE14771A}"/>
                    </a:ext>
                  </a:extLst>
                </p:cNvPr>
                <p:cNvSpPr/>
                <p:nvPr/>
              </p:nvSpPr>
              <p:spPr>
                <a:xfrm>
                  <a:off x="839401" y="347247"/>
                  <a:ext cx="565265" cy="20973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73969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4086F30-8E9A-0606-89A4-5C557FFA2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14" y="1394886"/>
            <a:ext cx="7031743" cy="1186955"/>
          </a:xfrm>
          <a:prstGeom prst="rect">
            <a:avLst/>
          </a:prstGeom>
        </p:spPr>
      </p:pic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Edit Employee Details?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1728438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15000"/>
              </a:lnSpc>
            </a:pP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employee ledger – main window, search the employee you wish to edit its information in the search bar. Or,</a:t>
            </a:r>
          </a:p>
          <a:p>
            <a:pPr algn="just">
              <a:lnSpc>
                <a:spcPct val="115000"/>
              </a:lnSpc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employee ledger – main form, click the lookup button and select the employee you wish to edit its information by typing its employee name in the search bar.</a:t>
            </a: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9A6076-C0F3-FE91-11D5-2DC5C6803B51}"/>
              </a:ext>
            </a:extLst>
          </p:cNvPr>
          <p:cNvSpPr txBox="1"/>
          <p:nvPr/>
        </p:nvSpPr>
        <p:spPr>
          <a:xfrm>
            <a:off x="805109" y="123167"/>
            <a:ext cx="4192403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Employee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A2C2A51-5CB3-3FB5-FA5F-C26AF4A6D904}"/>
              </a:ext>
            </a:extLst>
          </p:cNvPr>
          <p:cNvGrpSpPr/>
          <p:nvPr/>
        </p:nvGrpSpPr>
        <p:grpSpPr>
          <a:xfrm>
            <a:off x="4942559" y="1659529"/>
            <a:ext cx="1466219" cy="247651"/>
            <a:chOff x="0" y="0"/>
            <a:chExt cx="1466850" cy="2476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6EA4B7F-7D44-EF40-E3F4-CCFB75B018EB}"/>
                </a:ext>
              </a:extLst>
            </p:cNvPr>
            <p:cNvSpPr/>
            <p:nvPr/>
          </p:nvSpPr>
          <p:spPr>
            <a:xfrm>
              <a:off x="0" y="0"/>
              <a:ext cx="800100" cy="24765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0389530-8833-2023-F83C-C5108D0F69FC}"/>
                </a:ext>
              </a:extLst>
            </p:cNvPr>
            <p:cNvCxnSpPr/>
            <p:nvPr/>
          </p:nvCxnSpPr>
          <p:spPr>
            <a:xfrm>
              <a:off x="800100" y="133350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 Box 265">
              <a:extLst>
                <a:ext uri="{FF2B5EF4-FFF2-40B4-BE49-F238E27FC236}">
                  <a16:creationId xmlns:a16="http://schemas.microsoft.com/office/drawing/2014/main" id="{5D55487E-B5AE-450C-4A61-6AB493085F0E}"/>
                </a:ext>
              </a:extLst>
            </p:cNvPr>
            <p:cNvSpPr txBox="1"/>
            <p:nvPr/>
          </p:nvSpPr>
          <p:spPr>
            <a:xfrm>
              <a:off x="1000125" y="1"/>
              <a:ext cx="466725" cy="2476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1.1.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25552EF-4542-F7C6-FDD9-BF1C5F9954D4}"/>
              </a:ext>
            </a:extLst>
          </p:cNvPr>
          <p:cNvSpPr txBox="1"/>
          <p:nvPr/>
        </p:nvSpPr>
        <p:spPr>
          <a:xfrm>
            <a:off x="7119936" y="26528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751760" y="3741760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select the employee, click edit button in the upper right side of employee ledger – main form.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3129E33E-7BA1-7785-5DA8-770BDDAEFE09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39CAC5D-1C5D-3580-CE17-99C820390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402" y="3365720"/>
            <a:ext cx="2473765" cy="189933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EE6E6975-233F-AF53-8B27-D0FF8FBC31B3}"/>
              </a:ext>
            </a:extLst>
          </p:cNvPr>
          <p:cNvGrpSpPr/>
          <p:nvPr/>
        </p:nvGrpSpPr>
        <p:grpSpPr>
          <a:xfrm>
            <a:off x="4880413" y="2979834"/>
            <a:ext cx="7031743" cy="3117294"/>
            <a:chOff x="4880413" y="2979834"/>
            <a:chExt cx="7031743" cy="311729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350464B-AB0D-2CE2-A668-D962BE1A9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80413" y="2979834"/>
              <a:ext cx="7031743" cy="3117294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F318A0C-2DBA-1F4E-7778-F4E2D2CCF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26345" y="3355314"/>
              <a:ext cx="2902590" cy="183583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47EA82B-5E49-8646-125F-6AB2ADD93454}"/>
              </a:ext>
            </a:extLst>
          </p:cNvPr>
          <p:cNvGrpSpPr/>
          <p:nvPr/>
        </p:nvGrpSpPr>
        <p:grpSpPr>
          <a:xfrm>
            <a:off x="6324470" y="3305175"/>
            <a:ext cx="5422689" cy="1568790"/>
            <a:chOff x="3761740" y="2666660"/>
            <a:chExt cx="5422689" cy="156879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2689608C-3E74-0E27-3EFE-720C52831995}"/>
                </a:ext>
              </a:extLst>
            </p:cNvPr>
            <p:cNvGrpSpPr/>
            <p:nvPr/>
          </p:nvGrpSpPr>
          <p:grpSpPr>
            <a:xfrm>
              <a:off x="3820160" y="2988945"/>
              <a:ext cx="952500" cy="304800"/>
              <a:chOff x="523874" y="28575"/>
              <a:chExt cx="952500" cy="304800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CC37C7C-B025-AAB8-2AFA-3DFCCBC4185E}"/>
                  </a:ext>
                </a:extLst>
              </p:cNvPr>
              <p:cNvSpPr/>
              <p:nvPr/>
            </p:nvSpPr>
            <p:spPr>
              <a:xfrm>
                <a:off x="523874" y="28575"/>
                <a:ext cx="275881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D8CC685C-12ED-BDDC-18D5-DCC6ED123D04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7" name="Text Box 276">
                <a:extLst>
                  <a:ext uri="{FF2B5EF4-FFF2-40B4-BE49-F238E27FC236}">
                    <a16:creationId xmlns:a16="http://schemas.microsoft.com/office/drawing/2014/main" id="{9891C8B0-7153-FBCE-9ADA-6B79902806AA}"/>
                  </a:ext>
                </a:extLst>
              </p:cNvPr>
              <p:cNvSpPr txBox="1"/>
              <p:nvPr/>
            </p:nvSpPr>
            <p:spPr>
              <a:xfrm>
                <a:off x="1009649" y="28575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1.2.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0297773-007F-DA82-D198-EAB33EF5300A}"/>
                </a:ext>
              </a:extLst>
            </p:cNvPr>
            <p:cNvGrpSpPr/>
            <p:nvPr/>
          </p:nvGrpSpPr>
          <p:grpSpPr>
            <a:xfrm>
              <a:off x="8203353" y="2666660"/>
              <a:ext cx="981076" cy="304800"/>
              <a:chOff x="1088177" y="72685"/>
              <a:chExt cx="981076" cy="304800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5CFA48B7-3C92-7267-B30F-63BF37E9D414}"/>
                  </a:ext>
                </a:extLst>
              </p:cNvPr>
              <p:cNvSpPr/>
              <p:nvPr/>
            </p:nvSpPr>
            <p:spPr>
              <a:xfrm>
                <a:off x="1088177" y="72685"/>
                <a:ext cx="466381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CB8E6BAD-06D4-A8AE-62CE-1B79ECDA62F7}"/>
                  </a:ext>
                </a:extLst>
              </p:cNvPr>
              <p:cNvCxnSpPr/>
              <p:nvPr/>
            </p:nvCxnSpPr>
            <p:spPr>
              <a:xfrm>
                <a:off x="1554903" y="17746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Text Box 272">
                <a:extLst>
                  <a:ext uri="{FF2B5EF4-FFF2-40B4-BE49-F238E27FC236}">
                    <a16:creationId xmlns:a16="http://schemas.microsoft.com/office/drawing/2014/main" id="{C491AD24-135D-0067-906F-F3018D8475B0}"/>
                  </a:ext>
                </a:extLst>
              </p:cNvPr>
              <p:cNvSpPr txBox="1"/>
              <p:nvPr/>
            </p:nvSpPr>
            <p:spPr>
              <a:xfrm>
                <a:off x="1764453" y="72685"/>
                <a:ext cx="304800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endParaRPr lang="en-US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92CACA86-1A4F-62C4-E1B1-4BC87B84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1740" y="3355975"/>
              <a:ext cx="2301875" cy="879475"/>
              <a:chOff x="6116" y="177"/>
              <a:chExt cx="3625" cy="1385"/>
            </a:xfrm>
          </p:grpSpPr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F1E66854-5D62-787B-D08A-9CDB45750E5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16" y="177"/>
                <a:ext cx="3625" cy="13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1" name="Text Box 241">
                <a:extLst>
                  <a:ext uri="{FF2B5EF4-FFF2-40B4-BE49-F238E27FC236}">
                    <a16:creationId xmlns:a16="http://schemas.microsoft.com/office/drawing/2014/main" id="{0B3097DE-90B5-6D17-1A62-2A2A4383A4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6" y="177"/>
                <a:ext cx="3625" cy="138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101600" marR="0">
                  <a:lnSpc>
                    <a:spcPct val="107000"/>
                  </a:lnSpc>
                  <a:spcBef>
                    <a:spcPts val="440"/>
                  </a:spcBef>
                  <a:spcAft>
                    <a:spcPts val="800"/>
                  </a:spcAft>
                </a:pPr>
                <a:r>
                  <a:rPr lang="en-PH" sz="1000" i="1" dirty="0">
                    <a:solidFill>
                      <a:srgbClr val="4F6128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How to search employee?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indent="-22860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227330" algn="l"/>
                  </a:tabLst>
                </a:pPr>
                <a:r>
                  <a:rPr lang="en-US" sz="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Type the employee name in the search bar.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indent="-228600">
                  <a:lnSpc>
                    <a:spcPts val="975"/>
                  </a:lnSpc>
                  <a:spcBef>
                    <a:spcPts val="5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203200" algn="l"/>
                  </a:tabLst>
                </a:pPr>
                <a:r>
                  <a:rPr lang="en-US" sz="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Click ‘enter’ in the keyboard to</a:t>
                </a:r>
                <a:r>
                  <a:rPr lang="en-US" sz="800" spc="-4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search.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29565" marR="0" indent="-228600">
                  <a:lnSpc>
                    <a:spcPts val="975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203200" algn="l"/>
                  </a:tabLst>
                </a:pPr>
                <a:r>
                  <a:rPr lang="en-PH" sz="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Click the button before the employee code to select the employee.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02565" marR="0" indent="-101600">
                  <a:lnSpc>
                    <a:spcPts val="975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203200" algn="l"/>
                  </a:tabLst>
                </a:pPr>
                <a:r>
                  <a:rPr lang="en-PH" sz="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64666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1254088" y="642052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Edit Employee Details?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9A6076-C0F3-FE91-11D5-2DC5C6803B51}"/>
              </a:ext>
            </a:extLst>
          </p:cNvPr>
          <p:cNvSpPr txBox="1"/>
          <p:nvPr/>
        </p:nvSpPr>
        <p:spPr>
          <a:xfrm>
            <a:off x="805110" y="123167"/>
            <a:ext cx="4237670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Employee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210470" y="5454935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706161" y="2610895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Edit the information you want to edit.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save button.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EBEB5D83-1875-82F3-D368-96AA09FB76B2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F1A8C4-81E3-A818-F1C0-774E7C400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441" y="2745516"/>
            <a:ext cx="2473765" cy="18993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CBD127C-F54C-86C5-CCB8-366226FB5DFB}"/>
              </a:ext>
            </a:extLst>
          </p:cNvPr>
          <p:cNvGrpSpPr/>
          <p:nvPr/>
        </p:nvGrpSpPr>
        <p:grpSpPr>
          <a:xfrm>
            <a:off x="4812642" y="1807934"/>
            <a:ext cx="6796301" cy="3417593"/>
            <a:chOff x="4803588" y="2367893"/>
            <a:chExt cx="6796301" cy="341759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BD0BE9C-8238-B735-BE0C-249D1AF24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03588" y="2367893"/>
              <a:ext cx="6796301" cy="2613962"/>
            </a:xfrm>
            <a:prstGeom prst="rect">
              <a:avLst/>
            </a:prstGeom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4F7AFEB-9F40-1FA2-755B-040B7D1644D3}"/>
                </a:ext>
              </a:extLst>
            </p:cNvPr>
            <p:cNvGrpSpPr/>
            <p:nvPr/>
          </p:nvGrpSpPr>
          <p:grpSpPr>
            <a:xfrm>
              <a:off x="4803588" y="2593435"/>
              <a:ext cx="6385608" cy="3192051"/>
              <a:chOff x="65253" y="636676"/>
              <a:chExt cx="6664411" cy="385519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5D20FE0-0186-C89A-DFBA-F2D26622C520}"/>
                  </a:ext>
                </a:extLst>
              </p:cNvPr>
              <p:cNvSpPr/>
              <p:nvPr/>
            </p:nvSpPr>
            <p:spPr>
              <a:xfrm>
                <a:off x="65253" y="1049745"/>
                <a:ext cx="5981700" cy="344212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61889273-5D06-1AB6-16B3-CF668D3923B2}"/>
                  </a:ext>
                </a:extLst>
              </p:cNvPr>
              <p:cNvCxnSpPr/>
              <p:nvPr/>
            </p:nvCxnSpPr>
            <p:spPr>
              <a:xfrm>
                <a:off x="6046953" y="1212949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 Box 285">
                <a:extLst>
                  <a:ext uri="{FF2B5EF4-FFF2-40B4-BE49-F238E27FC236}">
                    <a16:creationId xmlns:a16="http://schemas.microsoft.com/office/drawing/2014/main" id="{11378A30-8DC1-5BD3-17CE-B97D4A3F91A5}"/>
                  </a:ext>
                </a:extLst>
              </p:cNvPr>
              <p:cNvSpPr txBox="1"/>
              <p:nvPr/>
            </p:nvSpPr>
            <p:spPr>
              <a:xfrm>
                <a:off x="6246978" y="1097227"/>
                <a:ext cx="200025" cy="272415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29358F7C-03F6-2AA3-0D0B-DE50FC0D8BDB}"/>
                  </a:ext>
                </a:extLst>
              </p:cNvPr>
              <p:cNvGrpSpPr/>
              <p:nvPr/>
            </p:nvGrpSpPr>
            <p:grpSpPr>
              <a:xfrm>
                <a:off x="5672389" y="636676"/>
                <a:ext cx="1057275" cy="436316"/>
                <a:chOff x="1052764" y="141376"/>
                <a:chExt cx="1057275" cy="436316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8C2BF7CD-9B52-C96E-11B0-148D00974EBF}"/>
                    </a:ext>
                  </a:extLst>
                </p:cNvPr>
                <p:cNvSpPr/>
                <p:nvPr/>
              </p:nvSpPr>
              <p:spPr>
                <a:xfrm>
                  <a:off x="1052764" y="291942"/>
                  <a:ext cx="647700" cy="28575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7A8BFD95-40AC-671A-034D-93365A5AB785}"/>
                    </a:ext>
                  </a:extLst>
                </p:cNvPr>
                <p:cNvCxnSpPr/>
                <p:nvPr/>
              </p:nvCxnSpPr>
              <p:spPr>
                <a:xfrm>
                  <a:off x="1700465" y="312826"/>
                  <a:ext cx="200025" cy="952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8" name="Text Box 289">
                  <a:extLst>
                    <a:ext uri="{FF2B5EF4-FFF2-40B4-BE49-F238E27FC236}">
                      <a16:creationId xmlns:a16="http://schemas.microsoft.com/office/drawing/2014/main" id="{7F66E00E-0785-2FE5-5A24-4C022672E67F}"/>
                    </a:ext>
                  </a:extLst>
                </p:cNvPr>
                <p:cNvSpPr txBox="1"/>
                <p:nvPr/>
              </p:nvSpPr>
              <p:spPr>
                <a:xfrm>
                  <a:off x="1910014" y="141376"/>
                  <a:ext cx="200025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4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163912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Delete a Employee Ledger?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1728439"/>
            <a:ext cx="3914824" cy="131432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employee ledger – main window, search the customer you want to delete.</a:t>
            </a:r>
          </a:p>
          <a:p>
            <a:pPr algn="just"/>
            <a:endParaRPr lang="en-US" sz="10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employee ledger – main form, click the lookup button and select the customer you want to delete.</a:t>
            </a:r>
            <a:endParaRPr lang="en-US" sz="10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552EF-4542-F7C6-FDD9-BF1C5F9954D4}"/>
              </a:ext>
            </a:extLst>
          </p:cNvPr>
          <p:cNvSpPr txBox="1"/>
          <p:nvPr/>
        </p:nvSpPr>
        <p:spPr>
          <a:xfrm>
            <a:off x="7119936" y="277043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751760" y="3746018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Click delete button.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D2FD2-D35B-25B8-7672-ADCA2176CBD1}"/>
              </a:ext>
            </a:extLst>
          </p:cNvPr>
          <p:cNvGrpSpPr/>
          <p:nvPr/>
        </p:nvGrpSpPr>
        <p:grpSpPr>
          <a:xfrm>
            <a:off x="4880414" y="1394886"/>
            <a:ext cx="7031743" cy="1186955"/>
            <a:chOff x="4880414" y="1394886"/>
            <a:chExt cx="7031743" cy="118695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B45DB3D-E140-BD4F-B96E-735B53003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80414" y="1394886"/>
              <a:ext cx="7031743" cy="118695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41F9DC9-B20E-0C53-0AE5-9803F1BE6717}"/>
                </a:ext>
              </a:extLst>
            </p:cNvPr>
            <p:cNvSpPr/>
            <p:nvPr/>
          </p:nvSpPr>
          <p:spPr>
            <a:xfrm>
              <a:off x="4880414" y="1652680"/>
              <a:ext cx="799465" cy="3333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822A5D2-CACB-6BC1-8999-3ACE61E269B1}"/>
                </a:ext>
              </a:extLst>
            </p:cNvPr>
            <p:cNvCxnSpPr/>
            <p:nvPr/>
          </p:nvCxnSpPr>
          <p:spPr>
            <a:xfrm>
              <a:off x="5679879" y="1786030"/>
              <a:ext cx="199390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 Box 367">
              <a:extLst>
                <a:ext uri="{FF2B5EF4-FFF2-40B4-BE49-F238E27FC236}">
                  <a16:creationId xmlns:a16="http://schemas.microsoft.com/office/drawing/2014/main" id="{F56C846C-6A29-44C1-3FCF-8C3B58432683}"/>
                </a:ext>
              </a:extLst>
            </p:cNvPr>
            <p:cNvSpPr txBox="1"/>
            <p:nvPr/>
          </p:nvSpPr>
          <p:spPr>
            <a:xfrm>
              <a:off x="5889429" y="1681255"/>
              <a:ext cx="466090" cy="2476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1.1.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A313B37-FA5B-8E7B-E9D8-93D943CDB099}"/>
              </a:ext>
            </a:extLst>
          </p:cNvPr>
          <p:cNvGrpSpPr/>
          <p:nvPr/>
        </p:nvGrpSpPr>
        <p:grpSpPr>
          <a:xfrm>
            <a:off x="4998134" y="3224936"/>
            <a:ext cx="6796301" cy="2613962"/>
            <a:chOff x="4998134" y="3224936"/>
            <a:chExt cx="6796301" cy="261396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7BEAA7D-84B3-6C40-8475-A23F53C25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98134" y="3224936"/>
              <a:ext cx="6796301" cy="2613962"/>
            </a:xfrm>
            <a:prstGeom prst="rect">
              <a:avLst/>
            </a:prstGeom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ADB0631-E625-8F5F-AF13-F236F0CACAA3}"/>
                </a:ext>
              </a:extLst>
            </p:cNvPr>
            <p:cNvGrpSpPr/>
            <p:nvPr/>
          </p:nvGrpSpPr>
          <p:grpSpPr>
            <a:xfrm>
              <a:off x="6464161" y="3525038"/>
              <a:ext cx="4144940" cy="617702"/>
              <a:chOff x="4612005" y="3168168"/>
              <a:chExt cx="4144940" cy="617702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55880B84-AF2E-B0EC-EF64-D6F44D07AA54}"/>
                  </a:ext>
                </a:extLst>
              </p:cNvPr>
              <p:cNvGrpSpPr/>
              <p:nvPr/>
            </p:nvGrpSpPr>
            <p:grpSpPr>
              <a:xfrm>
                <a:off x="4612005" y="3481070"/>
                <a:ext cx="952500" cy="304800"/>
                <a:chOff x="523874" y="28575"/>
                <a:chExt cx="952500" cy="304800"/>
              </a:xfrm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5FF93F7A-6093-B26F-D1AC-D4F50B88B27F}"/>
                    </a:ext>
                  </a:extLst>
                </p:cNvPr>
                <p:cNvSpPr/>
                <p:nvPr/>
              </p:nvSpPr>
              <p:spPr>
                <a:xfrm>
                  <a:off x="523874" y="28575"/>
                  <a:ext cx="275881" cy="30480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EB0675E4-1ADA-15E4-A0E3-2BF948FBF8FF}"/>
                    </a:ext>
                  </a:extLst>
                </p:cNvPr>
                <p:cNvCxnSpPr/>
                <p:nvPr/>
              </p:nvCxnSpPr>
              <p:spPr>
                <a:xfrm>
                  <a:off x="800100" y="133350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2" name="Text Box 310">
                  <a:extLst>
                    <a:ext uri="{FF2B5EF4-FFF2-40B4-BE49-F238E27FC236}">
                      <a16:creationId xmlns:a16="http://schemas.microsoft.com/office/drawing/2014/main" id="{500EB092-4843-CE10-FDF3-A8141B2B7B2C}"/>
                    </a:ext>
                  </a:extLst>
                </p:cNvPr>
                <p:cNvSpPr txBox="1"/>
                <p:nvPr/>
              </p:nvSpPr>
              <p:spPr>
                <a:xfrm>
                  <a:off x="1009649" y="28575"/>
                  <a:ext cx="466725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1.2.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140B9861-F4E1-471D-E9D0-2187EA29AE57}"/>
                  </a:ext>
                </a:extLst>
              </p:cNvPr>
              <p:cNvGrpSpPr/>
              <p:nvPr/>
            </p:nvGrpSpPr>
            <p:grpSpPr>
              <a:xfrm>
                <a:off x="7671095" y="3168168"/>
                <a:ext cx="1085850" cy="304800"/>
                <a:chOff x="1405550" y="124613"/>
                <a:chExt cx="1085850" cy="304800"/>
              </a:xfrm>
            </p:grpSpPr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44300EF-D8BB-CA38-B4B6-BD8EF7C2D4CB}"/>
                    </a:ext>
                  </a:extLst>
                </p:cNvPr>
                <p:cNvSpPr/>
                <p:nvPr/>
              </p:nvSpPr>
              <p:spPr>
                <a:xfrm>
                  <a:off x="1405550" y="124613"/>
                  <a:ext cx="571156" cy="30480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DC73845B-7225-887A-3A8D-85996B5200CB}"/>
                    </a:ext>
                  </a:extLst>
                </p:cNvPr>
                <p:cNvCxnSpPr/>
                <p:nvPr/>
              </p:nvCxnSpPr>
              <p:spPr>
                <a:xfrm>
                  <a:off x="1977050" y="229388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9" name="Text Box 306">
                  <a:extLst>
                    <a:ext uri="{FF2B5EF4-FFF2-40B4-BE49-F238E27FC236}">
                      <a16:creationId xmlns:a16="http://schemas.microsoft.com/office/drawing/2014/main" id="{D90DF803-36B4-AB88-F156-DE429DBF8423}"/>
                    </a:ext>
                  </a:extLst>
                </p:cNvPr>
                <p:cNvSpPr txBox="1"/>
                <p:nvPr/>
              </p:nvSpPr>
              <p:spPr>
                <a:xfrm>
                  <a:off x="2186600" y="124613"/>
                  <a:ext cx="304800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100" dirty="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</p:grpSp>
        </p:grpSp>
      </p:grp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4A6547B9-1D56-5C83-EF3A-6BDD2FBAF363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C7AA47-E130-5DF7-AF4A-ED0236F7FD77}"/>
              </a:ext>
            </a:extLst>
          </p:cNvPr>
          <p:cNvSpPr txBox="1"/>
          <p:nvPr/>
        </p:nvSpPr>
        <p:spPr>
          <a:xfrm>
            <a:off x="805110" y="123167"/>
            <a:ext cx="4237670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Employee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932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10" y="123167"/>
            <a:ext cx="4187020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Employee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E13CC3-0EBB-4997-FCE7-B09A824D1CEB}"/>
              </a:ext>
            </a:extLst>
          </p:cNvPr>
          <p:cNvSpPr txBox="1"/>
          <p:nvPr/>
        </p:nvSpPr>
        <p:spPr>
          <a:xfrm>
            <a:off x="805110" y="1053547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Other Information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7777D04-D73F-74AB-C30B-7D3C9397264F}"/>
              </a:ext>
            </a:extLst>
          </p:cNvPr>
          <p:cNvSpPr txBox="1"/>
          <p:nvPr/>
        </p:nvSpPr>
        <p:spPr>
          <a:xfrm>
            <a:off x="805109" y="4516141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Other Buttons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Text Box 102">
            <a:extLst>
              <a:ext uri="{FF2B5EF4-FFF2-40B4-BE49-F238E27FC236}">
                <a16:creationId xmlns:a16="http://schemas.microsoft.com/office/drawing/2014/main" id="{9C27B11D-33B2-DB7D-A894-E01425B3F550}"/>
              </a:ext>
            </a:extLst>
          </p:cNvPr>
          <p:cNvSpPr txBox="1"/>
          <p:nvPr/>
        </p:nvSpPr>
        <p:spPr>
          <a:xfrm>
            <a:off x="805109" y="1589414"/>
            <a:ext cx="3852820" cy="1913613"/>
          </a:xfrm>
          <a:prstGeom prst="rect">
            <a:avLst/>
          </a:prstGeom>
          <a:noFill/>
          <a:ln w="6350">
            <a:solidFill>
              <a:srgbClr val="E7E6E6">
                <a:lumMod val="90000"/>
              </a:srgbClr>
            </a:solidFill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r>
              <a:rPr lang="en-PH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arrow parallel to the main form on the upper right, the employee ledger – main form will minimize and the other information will be displayed as shown in the photo below.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PH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 the arrow parallel to what information you want to open and provide the necessary filter to generate the data you want to display.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227330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A6E795-A8E7-8B40-C067-8F8DE35F49ED}"/>
              </a:ext>
            </a:extLst>
          </p:cNvPr>
          <p:cNvSpPr txBox="1"/>
          <p:nvPr/>
        </p:nvSpPr>
        <p:spPr>
          <a:xfrm>
            <a:off x="7256349" y="2410060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Ledger 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5A6BD76C-8536-CAD4-2B74-9D7E4976BA0F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88A09F-309B-6C08-179C-472EE329B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015" y="1053547"/>
            <a:ext cx="6456918" cy="13648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C7A20D-41C3-6DC4-B7A7-0F8897F18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907" y="3148970"/>
            <a:ext cx="678180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202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539</Words>
  <Application>Microsoft Office PowerPoint</Application>
  <PresentationFormat>Widescreen</PresentationFormat>
  <Paragraphs>131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Animosa Extra Bold</vt:lpstr>
      <vt:lpstr>Arial</vt:lpstr>
      <vt:lpstr>Bahnschrift Condensed</vt:lpstr>
      <vt:lpstr>Bodoni MT Condensed</vt:lpstr>
      <vt:lpstr>Calibri</vt:lpstr>
      <vt:lpstr>Calibri Light</vt:lpstr>
      <vt:lpstr>Century Gothic</vt:lpstr>
      <vt:lpstr>Chivo Light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Janine Calawod</dc:creator>
  <cp:lastModifiedBy>Janine Calawod</cp:lastModifiedBy>
  <cp:revision>3</cp:revision>
  <dcterms:created xsi:type="dcterms:W3CDTF">2023-01-10T03:27:14Z</dcterms:created>
  <dcterms:modified xsi:type="dcterms:W3CDTF">2023-01-10T03:28:37Z</dcterms:modified>
</cp:coreProperties>
</file>