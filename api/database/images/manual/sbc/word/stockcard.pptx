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7" r:id="rId2"/>
    <p:sldId id="298" r:id="rId3"/>
    <p:sldId id="299" r:id="rId4"/>
    <p:sldId id="300" r:id="rId5"/>
    <p:sldId id="304" r:id="rId6"/>
    <p:sldId id="302" r:id="rId7"/>
    <p:sldId id="30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0B62D-C7D8-6047-F801-51B9C5B772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C07881-D4E7-D951-7318-BD4B480F79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C17D7-AD68-F9C4-0CF0-6F6D0D2DF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1B936-BEDA-B682-387A-C2E28347E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E32F0-A8AB-C276-792A-9BC2E7B60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17068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53DFF-6142-17ED-0FD6-5D0ED6815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88FDE-CBEE-679B-6C28-FC5E36EBC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57131-AD23-96CB-79D5-C7856954B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3C720-905B-0DFF-F931-1BAA76D8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B2172-3CE8-8B1A-DD22-1C7147C31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615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65935-BEFB-EFDB-74A7-EE02A1CE2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CA76B2-3D9A-933C-6DD3-4E37EEB89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89307-6156-0127-1DA6-B55FC8960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45E61-E358-BA71-6586-56132813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1C576-3910-142B-B248-5539747B6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0736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86580-EAC4-1772-153C-4D4252807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C36A4-D7E7-6914-DF78-2809781064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F9DDE3-67D1-5B60-4E0D-885DA9E6A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CB2583-8EB4-6822-8D29-D54F4E256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DC38AB-9265-752C-A2A5-77C9AA34F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28BCDB-D2FB-B19D-5A51-355FFDAC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49207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34F77-E2D6-7ADC-91A0-F1DEE28F6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5C01E-AC59-5821-AB9F-17CA3BC64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A09176-01C4-EA0B-93C4-EB726E45D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FCBEBD-27CA-BB15-624A-63F07AA8F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3DD438-4F30-188B-1BF2-4AC5A7A49C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955682-CA71-42DB-B168-CA1EE62DF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3378DF-BCD2-107E-9D4F-227453DFE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0A6AC9-DD6C-D43F-2E25-3F7F81D7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4897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16E74-E342-3705-710D-6BF8D2A07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B6177D-D514-2C89-EFA6-D05D0865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1F5858-02E7-5F99-9830-EC1F1A789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FE046D-6649-C608-E524-E41E38851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3845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5093B1-1EDD-6C87-8764-858B01836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6A3CC6-3E41-0785-1225-4C89BA26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FB215-CA2B-0871-ECC4-F7369EE79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93506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6972A-3153-25F7-242D-CF6492680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E414D-63DA-1946-5048-3AB2E3405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48849E-1CF9-676A-E169-9C3A4D8E6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4F1CC9-56C6-D0B3-ACFE-A1699BDBC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59ED0D-CC09-E888-D47C-F64E48C43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0A34F3-E191-214E-80FE-01BBFB389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52038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4C84E-EA8F-BF28-191F-8DE3B34A5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24B4F3-A1B1-CFD5-E0FA-24FB81FF31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7A8C0B-7826-A420-DCEF-06110477E2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CE1BF7-D5B0-06CA-DF77-33669C6F0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3D937F-2975-46C7-645C-0CD18A40A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41C109-E158-DDA5-8B5D-80477F80A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8833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DE97D-7263-6A7B-5BE1-4AA9C6968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423862-E9BE-5549-A8DD-0B5A1C0A8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940A9-05A8-FC8D-E7B8-62F64B2F3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73B2F-3794-CD69-2967-B7E1FE7A6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4B5B-8377-06BA-7D23-50953C616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64137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9F3114-627C-6770-620B-636389BE32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1564D6-4112-4C95-76E7-03FC2880EE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3815F-E3FA-ED25-0E24-221AFE7E9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28F1E-E6F2-9AE3-AF36-4CFAC1294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28B85-4C87-806F-12DC-66624571E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26067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27681C-A196-C18D-FCCF-FB29837E8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ACEB0B-899B-C12B-9803-847B0FA42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F46D8-BCA1-8987-075D-C67C272EEA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91B7B-C9A2-58EA-DEF0-72522AF5EF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DC34A-7613-DA97-9C97-026A15A85E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72993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2539407" y="2055283"/>
            <a:ext cx="7321285" cy="156966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 err="1">
                <a:solidFill>
                  <a:srgbClr val="00B050"/>
                </a:solidFill>
                <a:latin typeface="Bodoni MT Condensed" panose="02070606080606020203" pitchFamily="18" charset="0"/>
              </a:rPr>
              <a:t>Stockcard</a:t>
            </a:r>
            <a:r>
              <a:rPr lang="en-US" sz="9600" b="1" dirty="0">
                <a:solidFill>
                  <a:srgbClr val="00B050"/>
                </a:solidFill>
                <a:latin typeface="Bodoni MT Condensed" panose="02070606080606020203" pitchFamily="18" charset="0"/>
              </a:rPr>
              <a:t> Ledger</a:t>
            </a:r>
            <a:endParaRPr lang="en-US" sz="9600" dirty="0">
              <a:solidFill>
                <a:srgbClr val="00B050"/>
              </a:solidFill>
              <a:latin typeface="Bodoni MT Condensed" panose="02070606080606020203" pitchFamily="18" charset="0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F98AB504-F121-820A-CAC3-1E72B851128C}"/>
              </a:ext>
            </a:extLst>
          </p:cNvPr>
          <p:cNvSpPr txBox="1"/>
          <p:nvPr/>
        </p:nvSpPr>
        <p:spPr>
          <a:xfrm>
            <a:off x="0" y="5769429"/>
            <a:ext cx="12191999" cy="1088572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</a:pPr>
            <a:endParaRPr lang="en-US" sz="1400" dirty="0">
              <a:solidFill>
                <a:schemeClr val="bg1"/>
              </a:solidFill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</a:pPr>
            <a:r>
              <a:rPr lang="en-US" sz="1400" dirty="0">
                <a:solidFill>
                  <a:schemeClr val="bg1"/>
                </a:solidFill>
                <a:ea typeface="Open Sans" panose="020B0606030504020204" pitchFamily="34" charset="0"/>
                <a:cs typeface="Times New Roman" panose="02020603050405020304" pitchFamily="18" charset="0"/>
              </a:rPr>
              <a:t>Is the list of all items that a company offers in the market. </a:t>
            </a:r>
          </a:p>
          <a:p>
            <a:pPr marL="0" marR="0" algn="ctr">
              <a:lnSpc>
                <a:spcPct val="107000"/>
              </a:lnSpc>
              <a:spcBef>
                <a:spcPts val="0"/>
              </a:spcBef>
            </a:pPr>
            <a:r>
              <a:rPr lang="en-US" sz="1400" dirty="0">
                <a:solidFill>
                  <a:schemeClr val="bg1"/>
                </a:solidFill>
                <a:ea typeface="Open Sans" panose="020B0606030504020204" pitchFamily="34" charset="0"/>
                <a:cs typeface="Times New Roman" panose="02020603050405020304" pitchFamily="18" charset="0"/>
              </a:rPr>
              <a:t>The monitoring of stocks (in and out) is simplified in this module.</a:t>
            </a: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197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805110" y="123167"/>
            <a:ext cx="4139752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Masterfile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 </a:t>
            </a:r>
            <a:r>
              <a:rPr lang="en-US" sz="200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Stockcard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Ledger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801940-C472-2128-749A-74F3CCB5F124}"/>
              </a:ext>
            </a:extLst>
          </p:cNvPr>
          <p:cNvSpPr txBox="1"/>
          <p:nvPr/>
        </p:nvSpPr>
        <p:spPr>
          <a:xfrm>
            <a:off x="805110" y="2106925"/>
            <a:ext cx="3887062" cy="338554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Main Window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0" name="Text Box 15">
            <a:extLst>
              <a:ext uri="{FF2B5EF4-FFF2-40B4-BE49-F238E27FC236}">
                <a16:creationId xmlns:a16="http://schemas.microsoft.com/office/drawing/2014/main" id="{E1DF78E5-41B8-4843-8426-68AD1D115D04}"/>
              </a:ext>
            </a:extLst>
          </p:cNvPr>
          <p:cNvSpPr txBox="1"/>
          <p:nvPr/>
        </p:nvSpPr>
        <p:spPr>
          <a:xfrm>
            <a:off x="832872" y="2579626"/>
            <a:ext cx="3887062" cy="1271768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227330" lvl="2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</a:pPr>
            <a:r>
              <a:rPr lang="en-PH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you click the </a:t>
            </a:r>
            <a:r>
              <a:rPr lang="en-PH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Stockcard</a:t>
            </a:r>
            <a:r>
              <a:rPr lang="en-PH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module under Masterfile, item list will display in the </a:t>
            </a:r>
            <a:r>
              <a:rPr lang="en-PH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stockcard</a:t>
            </a:r>
            <a:r>
              <a:rPr lang="en-PH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ledger main window. 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2">
              <a:lnSpc>
                <a:spcPct val="107000"/>
              </a:lnSpc>
            </a:pPr>
            <a:r>
              <a:rPr lang="en-PH" sz="10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2">
              <a:lnSpc>
                <a:spcPct val="107000"/>
              </a:lnSpc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2">
              <a:lnSpc>
                <a:spcPct val="107000"/>
              </a:lnSpc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38989E4-F23C-F4AC-684B-2BE81114D33A}"/>
              </a:ext>
            </a:extLst>
          </p:cNvPr>
          <p:cNvSpPr txBox="1"/>
          <p:nvPr/>
        </p:nvSpPr>
        <p:spPr>
          <a:xfrm>
            <a:off x="7119936" y="4655180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Stockcard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02F56F-55BB-D78F-4743-C50790057550}"/>
              </a:ext>
            </a:extLst>
          </p:cNvPr>
          <p:cNvSpPr/>
          <p:nvPr/>
        </p:nvSpPr>
        <p:spPr>
          <a:xfrm>
            <a:off x="5476945" y="3089270"/>
            <a:ext cx="990600" cy="1714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E7AE43-3CE6-EDA1-1E37-7769D5D681AD}"/>
              </a:ext>
            </a:extLst>
          </p:cNvPr>
          <p:cNvSpPr/>
          <p:nvPr/>
        </p:nvSpPr>
        <p:spPr>
          <a:xfrm>
            <a:off x="6674555" y="2740655"/>
            <a:ext cx="4669790" cy="16903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9407A0B-52E6-D58F-0FD7-FBEE93E2C726}"/>
              </a:ext>
            </a:extLst>
          </p:cNvPr>
          <p:cNvCxnSpPr/>
          <p:nvPr/>
        </p:nvCxnSpPr>
        <p:spPr>
          <a:xfrm>
            <a:off x="6437700" y="3157850"/>
            <a:ext cx="257175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2CE21797-C3C5-BED0-2AD8-28BB810489C7}"/>
              </a:ext>
            </a:extLst>
          </p:cNvPr>
          <p:cNvGrpSpPr/>
          <p:nvPr/>
        </p:nvGrpSpPr>
        <p:grpSpPr>
          <a:xfrm>
            <a:off x="5318195" y="1898645"/>
            <a:ext cx="6068695" cy="2552700"/>
            <a:chOff x="190500" y="0"/>
            <a:chExt cx="6069130" cy="255387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E09D917-3966-E8EC-9915-201AE62827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0500" y="0"/>
              <a:ext cx="6069130" cy="2398647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51869B4-8EDE-9727-7FF2-6CD70559AC6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32" t="4250"/>
            <a:stretch/>
          </p:blipFill>
          <p:spPr>
            <a:xfrm>
              <a:off x="221499" y="2339242"/>
              <a:ext cx="5989320" cy="214630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5ECF4BF-293B-B30F-3C8C-9B3F6C820281}"/>
              </a:ext>
            </a:extLst>
          </p:cNvPr>
          <p:cNvGrpSpPr/>
          <p:nvPr/>
        </p:nvGrpSpPr>
        <p:grpSpPr>
          <a:xfrm>
            <a:off x="5345957" y="2680771"/>
            <a:ext cx="5816602" cy="1533525"/>
            <a:chOff x="0" y="0"/>
            <a:chExt cx="5817195" cy="153352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434539E-2159-9991-5BE5-2247A1178F29}"/>
                </a:ext>
              </a:extLst>
            </p:cNvPr>
            <p:cNvSpPr/>
            <p:nvPr/>
          </p:nvSpPr>
          <p:spPr>
            <a:xfrm>
              <a:off x="0" y="854529"/>
              <a:ext cx="990600" cy="1714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79CA78B-1FC1-99EC-3643-F50FE4F2CDCA}"/>
                </a:ext>
              </a:extLst>
            </p:cNvPr>
            <p:cNvSpPr/>
            <p:nvPr/>
          </p:nvSpPr>
          <p:spPr>
            <a:xfrm>
              <a:off x="1197428" y="0"/>
              <a:ext cx="4619767" cy="153352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FDA0EC45-2ADB-B4CA-6F4E-2A0AE693F13F}"/>
                </a:ext>
              </a:extLst>
            </p:cNvPr>
            <p:cNvCxnSpPr/>
            <p:nvPr/>
          </p:nvCxnSpPr>
          <p:spPr>
            <a:xfrm>
              <a:off x="963385" y="957943"/>
              <a:ext cx="245660" cy="4571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3644719B-BBFF-C753-20C8-9D8E5885EE9F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316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867115" y="1222309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How To Create New Item?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9" name="Text Box 18">
            <a:extLst>
              <a:ext uri="{FF2B5EF4-FFF2-40B4-BE49-F238E27FC236}">
                <a16:creationId xmlns:a16="http://schemas.microsoft.com/office/drawing/2014/main" id="{1DB220CB-D872-DAB2-E8E7-77055D4F00CA}"/>
              </a:ext>
            </a:extLst>
          </p:cNvPr>
          <p:cNvSpPr txBox="1"/>
          <p:nvPr/>
        </p:nvSpPr>
        <p:spPr>
          <a:xfrm>
            <a:off x="805110" y="1817821"/>
            <a:ext cx="3914824" cy="4342021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1200" dirty="0" err="1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Stockcard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Ledger – Main Window, you will notice a create button in the upper left of the window. Click the create button and you will be redirect in </a:t>
            </a:r>
            <a:r>
              <a:rPr lang="en-US" sz="1200" dirty="0" err="1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stockcard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ledger – main form.</a:t>
            </a: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sz="1200" b="1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After you click the create button in the </a:t>
            </a:r>
            <a:r>
              <a:rPr lang="en-US" sz="1200" dirty="0" err="1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stockcard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ledger – main window, you will be redirected in </a:t>
            </a:r>
            <a:r>
              <a:rPr lang="en-US" sz="1200" dirty="0" err="1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stockcard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ledger – main form where you will encode the item other information.</a:t>
            </a: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above photo, fill in all the necessary details in the provided field.</a:t>
            </a: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If done, click save button.</a:t>
            </a: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1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A9A617-B6AE-FF76-70FE-47A372450436}"/>
              </a:ext>
            </a:extLst>
          </p:cNvPr>
          <p:cNvSpPr txBox="1"/>
          <p:nvPr/>
        </p:nvSpPr>
        <p:spPr>
          <a:xfrm>
            <a:off x="7119936" y="6070459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Stockcard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5F8F3B-43FD-EBBF-5675-7E6B32CC3239}"/>
              </a:ext>
            </a:extLst>
          </p:cNvPr>
          <p:cNvSpPr txBox="1"/>
          <p:nvPr/>
        </p:nvSpPr>
        <p:spPr>
          <a:xfrm>
            <a:off x="805109" y="123167"/>
            <a:ext cx="412199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Masterfile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 </a:t>
            </a:r>
            <a:r>
              <a:rPr lang="en-US" sz="200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Stockcard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Ledger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C9C2B9E-7B28-26C0-166D-1B66096BA87D}"/>
              </a:ext>
            </a:extLst>
          </p:cNvPr>
          <p:cNvGrpSpPr/>
          <p:nvPr/>
        </p:nvGrpSpPr>
        <p:grpSpPr>
          <a:xfrm>
            <a:off x="5197545" y="712497"/>
            <a:ext cx="6189345" cy="1238885"/>
            <a:chOff x="0" y="0"/>
            <a:chExt cx="6189345" cy="123888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BB0B2D8-9FF7-1DC0-B651-5D585335A512}"/>
                </a:ext>
              </a:extLst>
            </p:cNvPr>
            <p:cNvGrpSpPr/>
            <p:nvPr/>
          </p:nvGrpSpPr>
          <p:grpSpPr>
            <a:xfrm>
              <a:off x="177421" y="286603"/>
              <a:ext cx="1209675" cy="333375"/>
              <a:chOff x="0" y="0"/>
              <a:chExt cx="1209675" cy="333375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58EA03B-8FF1-C8E6-DF3D-E8EE68F99788}"/>
                  </a:ext>
                </a:extLst>
              </p:cNvPr>
              <p:cNvSpPr/>
              <p:nvPr/>
            </p:nvSpPr>
            <p:spPr>
              <a:xfrm>
                <a:off x="0" y="0"/>
                <a:ext cx="800100" cy="333375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60D980CA-332E-3C14-EF67-59C5373DF697}"/>
                  </a:ext>
                </a:extLst>
              </p:cNvPr>
              <p:cNvCxnSpPr/>
              <p:nvPr/>
            </p:nvCxnSpPr>
            <p:spPr>
              <a:xfrm>
                <a:off x="800100" y="133350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" name="Text Box 385">
                <a:extLst>
                  <a:ext uri="{FF2B5EF4-FFF2-40B4-BE49-F238E27FC236}">
                    <a16:creationId xmlns:a16="http://schemas.microsoft.com/office/drawing/2014/main" id="{3F30202D-1C84-DD4C-9061-18B3D4747C01}"/>
                  </a:ext>
                </a:extLst>
              </p:cNvPr>
              <p:cNvSpPr txBox="1"/>
              <p:nvPr/>
            </p:nvSpPr>
            <p:spPr>
              <a:xfrm>
                <a:off x="1009650" y="28575"/>
                <a:ext cx="200025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01143E5-84E3-0744-A5DF-DE9B574AA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6189345" cy="1238885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B586DA7-0BEC-D43E-E6F3-0CDA24524A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4054" y="6824"/>
              <a:ext cx="1255395" cy="227330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37A3882-BA15-DBD8-7C01-F8814CF7F998}"/>
              </a:ext>
            </a:extLst>
          </p:cNvPr>
          <p:cNvGrpSpPr/>
          <p:nvPr/>
        </p:nvGrpSpPr>
        <p:grpSpPr>
          <a:xfrm>
            <a:off x="5135540" y="2585504"/>
            <a:ext cx="6440170" cy="4073525"/>
            <a:chOff x="27295" y="-49730"/>
            <a:chExt cx="6440180" cy="4073857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95F158BE-5B89-73C2-3F66-CF92B9BF67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295" y="-49730"/>
              <a:ext cx="6189345" cy="3114601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93B4615-FED1-2150-8856-3FA260F48C6D}"/>
                </a:ext>
              </a:extLst>
            </p:cNvPr>
            <p:cNvSpPr/>
            <p:nvPr/>
          </p:nvSpPr>
          <p:spPr>
            <a:xfrm>
              <a:off x="57150" y="885777"/>
              <a:ext cx="5981700" cy="313835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D8260A81-64BD-9073-61C0-56814F1F2ECE}"/>
                </a:ext>
              </a:extLst>
            </p:cNvPr>
            <p:cNvCxnSpPr/>
            <p:nvPr/>
          </p:nvCxnSpPr>
          <p:spPr>
            <a:xfrm>
              <a:off x="6067425" y="1028700"/>
              <a:ext cx="200025" cy="95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Text Box 393">
              <a:extLst>
                <a:ext uri="{FF2B5EF4-FFF2-40B4-BE49-F238E27FC236}">
                  <a16:creationId xmlns:a16="http://schemas.microsoft.com/office/drawing/2014/main" id="{862A43EF-16A1-39F0-47D3-90929070DF73}"/>
                </a:ext>
              </a:extLst>
            </p:cNvPr>
            <p:cNvSpPr txBox="1"/>
            <p:nvPr/>
          </p:nvSpPr>
          <p:spPr>
            <a:xfrm>
              <a:off x="6267450" y="933450"/>
              <a:ext cx="200025" cy="272415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3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45B6373-880B-91C2-76AD-7A249519EBAD}"/>
                </a:ext>
              </a:extLst>
            </p:cNvPr>
            <p:cNvGrpSpPr/>
            <p:nvPr/>
          </p:nvGrpSpPr>
          <p:grpSpPr>
            <a:xfrm>
              <a:off x="4772025" y="381000"/>
              <a:ext cx="1057275" cy="447675"/>
              <a:chOff x="152400" y="-114300"/>
              <a:chExt cx="1057275" cy="447675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2EFD42F7-E809-EE14-9EDB-EB0BF6AD4464}"/>
                  </a:ext>
                </a:extLst>
              </p:cNvPr>
              <p:cNvSpPr/>
              <p:nvPr/>
            </p:nvSpPr>
            <p:spPr>
              <a:xfrm>
                <a:off x="152400" y="47625"/>
                <a:ext cx="647700" cy="28575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6DA25DF5-E334-97F0-3C37-019C2DB5AADA}"/>
                  </a:ext>
                </a:extLst>
              </p:cNvPr>
              <p:cNvCxnSpPr/>
              <p:nvPr/>
            </p:nvCxnSpPr>
            <p:spPr>
              <a:xfrm>
                <a:off x="800100" y="57150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0" name="Text Box 397">
                <a:extLst>
                  <a:ext uri="{FF2B5EF4-FFF2-40B4-BE49-F238E27FC236}">
                    <a16:creationId xmlns:a16="http://schemas.microsoft.com/office/drawing/2014/main" id="{AF1102B2-01CC-EB6B-A6A8-E2501F2AF6E3}"/>
                  </a:ext>
                </a:extLst>
              </p:cNvPr>
              <p:cNvSpPr txBox="1"/>
              <p:nvPr/>
            </p:nvSpPr>
            <p:spPr>
              <a:xfrm>
                <a:off x="1009650" y="-114300"/>
                <a:ext cx="200025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F40D8E87-70FD-F2B8-FCFC-0353D069DB09}"/>
              </a:ext>
            </a:extLst>
          </p:cNvPr>
          <p:cNvSpPr txBox="1"/>
          <p:nvPr/>
        </p:nvSpPr>
        <p:spPr>
          <a:xfrm>
            <a:off x="7119936" y="1958206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Stockcard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Window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91FFF82-1202-2BDA-89D7-D4002EAA5861}"/>
              </a:ext>
            </a:extLst>
          </p:cNvPr>
          <p:cNvCxnSpPr/>
          <p:nvPr/>
        </p:nvCxnSpPr>
        <p:spPr>
          <a:xfrm>
            <a:off x="6018948" y="1131915"/>
            <a:ext cx="200025" cy="9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 Box 22">
            <a:extLst>
              <a:ext uri="{FF2B5EF4-FFF2-40B4-BE49-F238E27FC236}">
                <a16:creationId xmlns:a16="http://schemas.microsoft.com/office/drawing/2014/main" id="{8FA26F56-7ABF-B261-572D-90B136D4B4FE}"/>
              </a:ext>
            </a:extLst>
          </p:cNvPr>
          <p:cNvSpPr txBox="1"/>
          <p:nvPr/>
        </p:nvSpPr>
        <p:spPr>
          <a:xfrm>
            <a:off x="6222598" y="1016715"/>
            <a:ext cx="200025" cy="247650"/>
          </a:xfrm>
          <a:prstGeom prst="rect">
            <a:avLst/>
          </a:prstGeom>
          <a:solidFill>
            <a:srgbClr val="FFFF00"/>
          </a:solidFill>
          <a:ln w="6350">
            <a:solidFill>
              <a:prstClr val="black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E765F83-8044-D222-3411-977CBAA156F5}"/>
              </a:ext>
            </a:extLst>
          </p:cNvPr>
          <p:cNvSpPr/>
          <p:nvPr/>
        </p:nvSpPr>
        <p:spPr>
          <a:xfrm>
            <a:off x="5218848" y="998565"/>
            <a:ext cx="800100" cy="3333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32D80E78-5AED-EAC1-3DAD-4320E5CF900F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408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867115" y="1222309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How To Edit Item Details?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9" name="Text Box 18">
            <a:extLst>
              <a:ext uri="{FF2B5EF4-FFF2-40B4-BE49-F238E27FC236}">
                <a16:creationId xmlns:a16="http://schemas.microsoft.com/office/drawing/2014/main" id="{1DB220CB-D872-DAB2-E8E7-77055D4F00CA}"/>
              </a:ext>
            </a:extLst>
          </p:cNvPr>
          <p:cNvSpPr txBox="1"/>
          <p:nvPr/>
        </p:nvSpPr>
        <p:spPr>
          <a:xfrm>
            <a:off x="751760" y="1728438"/>
            <a:ext cx="3914824" cy="1848843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lnSpc>
                <a:spcPct val="115000"/>
              </a:lnSpc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1.1.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US" sz="1200" dirty="0" err="1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stockcard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ledger – main window, search the item you wish to edit its information in the search bar. Or,</a:t>
            </a:r>
          </a:p>
          <a:p>
            <a:pPr algn="just">
              <a:lnSpc>
                <a:spcPct val="115000"/>
              </a:lnSpc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1.2.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1200" dirty="0" err="1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stockcard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ledger – main form, click the lookup button and select the item you wish to edit its information by typing its item name in the search bar.</a:t>
            </a:r>
          </a:p>
          <a:p>
            <a:pPr algn="just">
              <a:lnSpc>
                <a:spcPct val="115000"/>
              </a:lnSpc>
            </a:pPr>
            <a:endParaRPr lang="en-US" sz="12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A9A617-B6AE-FF76-70FE-47A372450436}"/>
              </a:ext>
            </a:extLst>
          </p:cNvPr>
          <p:cNvSpPr txBox="1"/>
          <p:nvPr/>
        </p:nvSpPr>
        <p:spPr>
          <a:xfrm>
            <a:off x="7119936" y="6070459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Stockcard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5552EF-4542-F7C6-FDD9-BF1C5F9954D4}"/>
              </a:ext>
            </a:extLst>
          </p:cNvPr>
          <p:cNvSpPr txBox="1"/>
          <p:nvPr/>
        </p:nvSpPr>
        <p:spPr>
          <a:xfrm>
            <a:off x="7119936" y="2770439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Stockcard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Text Box 18">
            <a:extLst>
              <a:ext uri="{FF2B5EF4-FFF2-40B4-BE49-F238E27FC236}">
                <a16:creationId xmlns:a16="http://schemas.microsoft.com/office/drawing/2014/main" id="{52C01F39-4EB6-6BC7-0D16-9DD6DFAA5F6A}"/>
              </a:ext>
            </a:extLst>
          </p:cNvPr>
          <p:cNvSpPr txBox="1"/>
          <p:nvPr/>
        </p:nvSpPr>
        <p:spPr>
          <a:xfrm>
            <a:off x="773672" y="3623007"/>
            <a:ext cx="3914824" cy="1848843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After you select the item, click edit button in the upper right side of </a:t>
            </a:r>
            <a:r>
              <a:rPr lang="en-US" sz="1200" dirty="0" err="1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stockcard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ledger – main form.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2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01DF7E-600C-E44B-F0BE-B756C1493B53}"/>
              </a:ext>
            </a:extLst>
          </p:cNvPr>
          <p:cNvSpPr txBox="1"/>
          <p:nvPr/>
        </p:nvSpPr>
        <p:spPr>
          <a:xfrm>
            <a:off x="805109" y="123167"/>
            <a:ext cx="412199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Masterfile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 </a:t>
            </a:r>
            <a:r>
              <a:rPr lang="en-US" sz="200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Stockcard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Ledger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D471568-00C3-DE7B-3F0B-4DEB5A98CFC1}"/>
              </a:ext>
            </a:extLst>
          </p:cNvPr>
          <p:cNvGrpSpPr/>
          <p:nvPr/>
        </p:nvGrpSpPr>
        <p:grpSpPr>
          <a:xfrm>
            <a:off x="5250895" y="1199492"/>
            <a:ext cx="6189345" cy="1482090"/>
            <a:chOff x="4816665" y="849170"/>
            <a:chExt cx="6189345" cy="1482090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412D02C-512B-BE2D-FE41-FCCEE1C59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16665" y="849170"/>
              <a:ext cx="6189345" cy="1482090"/>
            </a:xfrm>
            <a:prstGeom prst="rect">
              <a:avLst/>
            </a:prstGeom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C28FF86-AB15-F4AC-43D9-EAECDCDDDC54}"/>
                </a:ext>
              </a:extLst>
            </p:cNvPr>
            <p:cNvGrpSpPr/>
            <p:nvPr/>
          </p:nvGrpSpPr>
          <p:grpSpPr>
            <a:xfrm>
              <a:off x="4861990" y="1423527"/>
              <a:ext cx="1475739" cy="333375"/>
              <a:chOff x="0" y="0"/>
              <a:chExt cx="1476374" cy="333375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45AC340-11E3-F250-BF82-856C7C65636E}"/>
                  </a:ext>
                </a:extLst>
              </p:cNvPr>
              <p:cNvSpPr/>
              <p:nvPr/>
            </p:nvSpPr>
            <p:spPr>
              <a:xfrm>
                <a:off x="0" y="0"/>
                <a:ext cx="800100" cy="333375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10E976E1-2304-E6BF-2E19-3F9EF3731019}"/>
                  </a:ext>
                </a:extLst>
              </p:cNvPr>
              <p:cNvCxnSpPr/>
              <p:nvPr/>
            </p:nvCxnSpPr>
            <p:spPr>
              <a:xfrm>
                <a:off x="800100" y="133350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" name="Text Box 404">
                <a:extLst>
                  <a:ext uri="{FF2B5EF4-FFF2-40B4-BE49-F238E27FC236}">
                    <a16:creationId xmlns:a16="http://schemas.microsoft.com/office/drawing/2014/main" id="{4F990DDF-3650-E270-C0CA-D55B433FD2CD}"/>
                  </a:ext>
                </a:extLst>
              </p:cNvPr>
              <p:cNvSpPr txBox="1"/>
              <p:nvPr/>
            </p:nvSpPr>
            <p:spPr>
              <a:xfrm>
                <a:off x="1009649" y="28575"/>
                <a:ext cx="466725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1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1.1.</a:t>
                </a:r>
              </a:p>
            </p:txBody>
          </p:sp>
        </p:grp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5BF0B55E-1EF9-C1C3-C237-27E2B87B14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965" y="3430284"/>
            <a:ext cx="6010275" cy="248031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48754DEA-9B4E-D32C-D815-F0CE9F2A5416}"/>
              </a:ext>
            </a:extLst>
          </p:cNvPr>
          <p:cNvGrpSpPr/>
          <p:nvPr/>
        </p:nvGrpSpPr>
        <p:grpSpPr>
          <a:xfrm>
            <a:off x="6572582" y="4014029"/>
            <a:ext cx="4694556" cy="1605915"/>
            <a:chOff x="3748722" y="2626043"/>
            <a:chExt cx="4694556" cy="1605915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23EBF21-85F8-AADC-C7D5-5A878E9E598F}"/>
                </a:ext>
              </a:extLst>
            </p:cNvPr>
            <p:cNvGrpSpPr/>
            <p:nvPr/>
          </p:nvGrpSpPr>
          <p:grpSpPr>
            <a:xfrm>
              <a:off x="3785552" y="3007043"/>
              <a:ext cx="952500" cy="304800"/>
              <a:chOff x="523874" y="28575"/>
              <a:chExt cx="952500" cy="304800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EAE96E6-0DC2-5C15-B0DD-5986F415FE88}"/>
                  </a:ext>
                </a:extLst>
              </p:cNvPr>
              <p:cNvSpPr/>
              <p:nvPr/>
            </p:nvSpPr>
            <p:spPr>
              <a:xfrm>
                <a:off x="523874" y="28575"/>
                <a:ext cx="275881" cy="30480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0BFC1809-C121-2B66-9ECB-7344D9CF9669}"/>
                  </a:ext>
                </a:extLst>
              </p:cNvPr>
              <p:cNvCxnSpPr/>
              <p:nvPr/>
            </p:nvCxnSpPr>
            <p:spPr>
              <a:xfrm>
                <a:off x="800100" y="133350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0" name="Text Box 415">
                <a:extLst>
                  <a:ext uri="{FF2B5EF4-FFF2-40B4-BE49-F238E27FC236}">
                    <a16:creationId xmlns:a16="http://schemas.microsoft.com/office/drawing/2014/main" id="{B7AD62E4-F382-E24A-C08C-35104187DDB9}"/>
                  </a:ext>
                </a:extLst>
              </p:cNvPr>
              <p:cNvSpPr txBox="1"/>
              <p:nvPr/>
            </p:nvSpPr>
            <p:spPr>
              <a:xfrm>
                <a:off x="1009649" y="28575"/>
                <a:ext cx="466725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1.2.</a:t>
                </a: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4302450-0AFB-950E-E303-881951446889}"/>
                </a:ext>
              </a:extLst>
            </p:cNvPr>
            <p:cNvGrpSpPr/>
            <p:nvPr/>
          </p:nvGrpSpPr>
          <p:grpSpPr>
            <a:xfrm>
              <a:off x="7462202" y="2626043"/>
              <a:ext cx="981076" cy="304800"/>
              <a:chOff x="333374" y="28575"/>
              <a:chExt cx="981076" cy="304800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5C5621C3-171B-4761-9DCF-393D1E8602C5}"/>
                  </a:ext>
                </a:extLst>
              </p:cNvPr>
              <p:cNvSpPr/>
              <p:nvPr/>
            </p:nvSpPr>
            <p:spPr>
              <a:xfrm>
                <a:off x="333374" y="28575"/>
                <a:ext cx="466381" cy="30480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405E95D0-1133-3EDF-5BC9-EB565785F4E9}"/>
                  </a:ext>
                </a:extLst>
              </p:cNvPr>
              <p:cNvCxnSpPr/>
              <p:nvPr/>
            </p:nvCxnSpPr>
            <p:spPr>
              <a:xfrm>
                <a:off x="800100" y="133350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6" name="Text Box 411">
                <a:extLst>
                  <a:ext uri="{FF2B5EF4-FFF2-40B4-BE49-F238E27FC236}">
                    <a16:creationId xmlns:a16="http://schemas.microsoft.com/office/drawing/2014/main" id="{86BC146B-B6F9-2FAE-2E05-BF24DE65BDA8}"/>
                  </a:ext>
                </a:extLst>
              </p:cNvPr>
              <p:cNvSpPr txBox="1"/>
              <p:nvPr/>
            </p:nvSpPr>
            <p:spPr>
              <a:xfrm>
                <a:off x="1009650" y="28575"/>
                <a:ext cx="304800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2.</a:t>
                </a:r>
              </a:p>
            </p:txBody>
          </p:sp>
        </p:grpSp>
        <p:sp>
          <p:nvSpPr>
            <p:cNvPr id="22" name="Text Box 241">
              <a:extLst>
                <a:ext uri="{FF2B5EF4-FFF2-40B4-BE49-F238E27FC236}">
                  <a16:creationId xmlns:a16="http://schemas.microsoft.com/office/drawing/2014/main" id="{31742547-23F9-5730-5BE8-2A3DDD01D7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8722" y="3352483"/>
              <a:ext cx="2429315" cy="87947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101600" marR="0">
                <a:lnSpc>
                  <a:spcPct val="107000"/>
                </a:lnSpc>
                <a:spcBef>
                  <a:spcPts val="440"/>
                </a:spcBef>
                <a:spcAft>
                  <a:spcPts val="800"/>
                </a:spcAft>
              </a:pPr>
              <a:r>
                <a:rPr lang="en-PH" sz="1000" i="1" dirty="0">
                  <a:solidFill>
                    <a:srgbClr val="4F6128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How to search item?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indent="-22860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Font typeface="+mj-lt"/>
                <a:buAutoNum type="arabicPeriod"/>
                <a:tabLst>
                  <a:tab pos="227330" algn="l"/>
                </a:tabLst>
              </a:pPr>
              <a:r>
                <a:rPr lang="en-US" sz="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Type the item name or code in the search bar.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indent="-228600">
                <a:lnSpc>
                  <a:spcPts val="975"/>
                </a:lnSpc>
                <a:spcBef>
                  <a:spcPts val="5"/>
                </a:spcBef>
                <a:spcAft>
                  <a:spcPts val="0"/>
                </a:spcAft>
                <a:buFont typeface="+mj-lt"/>
                <a:buAutoNum type="arabicPeriod"/>
                <a:tabLst>
                  <a:tab pos="203200" algn="l"/>
                </a:tabLst>
              </a:pPr>
              <a:r>
                <a:rPr lang="en-US" sz="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Click ‘enter’ in the keyboard to</a:t>
              </a:r>
              <a:r>
                <a:rPr lang="en-US" sz="800" spc="-4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search.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indent="-228600">
                <a:lnSpc>
                  <a:spcPts val="975"/>
                </a:lnSpc>
                <a:spcBef>
                  <a:spcPts val="0"/>
                </a:spcBef>
                <a:spcAft>
                  <a:spcPts val="0"/>
                </a:spcAft>
                <a:buFont typeface="+mj-lt"/>
                <a:buAutoNum type="arabicPeriod"/>
                <a:tabLst>
                  <a:tab pos="203200" algn="l"/>
                </a:tabLst>
              </a:pPr>
              <a:r>
                <a:rPr lang="en-US" sz="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Click the button before the item code to select the item. 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B2F91299-27CD-464B-E67C-23016F56A6D2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075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1254088" y="642052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How To Edit Item Details?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9" name="Text Box 18">
            <a:extLst>
              <a:ext uri="{FF2B5EF4-FFF2-40B4-BE49-F238E27FC236}">
                <a16:creationId xmlns:a16="http://schemas.microsoft.com/office/drawing/2014/main" id="{1DB220CB-D872-DAB2-E8E7-77055D4F00CA}"/>
              </a:ext>
            </a:extLst>
          </p:cNvPr>
          <p:cNvSpPr txBox="1"/>
          <p:nvPr/>
        </p:nvSpPr>
        <p:spPr>
          <a:xfrm>
            <a:off x="751760" y="2853139"/>
            <a:ext cx="3914824" cy="915908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lnSpc>
                <a:spcPct val="115000"/>
              </a:lnSpc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Edit the information you want to edit.</a:t>
            </a:r>
          </a:p>
          <a:p>
            <a:pPr algn="just">
              <a:lnSpc>
                <a:spcPct val="115000"/>
              </a:lnSpc>
            </a:pPr>
            <a:endParaRPr lang="en-US" sz="1200" b="1" dirty="0">
              <a:solidFill>
                <a:srgbClr val="00863D"/>
              </a:solidFill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done, click save button. </a:t>
            </a:r>
          </a:p>
          <a:p>
            <a:pPr algn="just">
              <a:lnSpc>
                <a:spcPct val="115000"/>
              </a:lnSpc>
            </a:pPr>
            <a:endParaRPr lang="en-US" sz="12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A9A617-B6AE-FF76-70FE-47A372450436}"/>
              </a:ext>
            </a:extLst>
          </p:cNvPr>
          <p:cNvSpPr txBox="1"/>
          <p:nvPr/>
        </p:nvSpPr>
        <p:spPr>
          <a:xfrm>
            <a:off x="7119936" y="5236147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Stockcard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C6BC63C-F9DF-88E7-A9F8-759E8A34D6DA}"/>
              </a:ext>
            </a:extLst>
          </p:cNvPr>
          <p:cNvGrpSpPr/>
          <p:nvPr/>
        </p:nvGrpSpPr>
        <p:grpSpPr>
          <a:xfrm>
            <a:off x="5018516" y="1222309"/>
            <a:ext cx="6467475" cy="3998596"/>
            <a:chOff x="0" y="-24051"/>
            <a:chExt cx="6467475" cy="399934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F868A36-E161-A81B-695D-FCD19EF6E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-24051"/>
              <a:ext cx="6189345" cy="313148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20C5BB8-EE3B-2002-B441-7CD0C9C0B1D3}"/>
                </a:ext>
              </a:extLst>
            </p:cNvPr>
            <p:cNvSpPr/>
            <p:nvPr/>
          </p:nvSpPr>
          <p:spPr>
            <a:xfrm>
              <a:off x="57150" y="885820"/>
              <a:ext cx="5981700" cy="308947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2459640D-58DE-22D1-B3ED-A2918C8955C0}"/>
                </a:ext>
              </a:extLst>
            </p:cNvPr>
            <p:cNvCxnSpPr/>
            <p:nvPr/>
          </p:nvCxnSpPr>
          <p:spPr>
            <a:xfrm>
              <a:off x="6067425" y="1028700"/>
              <a:ext cx="200025" cy="95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Text Box 424">
              <a:extLst>
                <a:ext uri="{FF2B5EF4-FFF2-40B4-BE49-F238E27FC236}">
                  <a16:creationId xmlns:a16="http://schemas.microsoft.com/office/drawing/2014/main" id="{4D1C57DA-64EE-62B4-4381-DEE2597FBE4E}"/>
                </a:ext>
              </a:extLst>
            </p:cNvPr>
            <p:cNvSpPr txBox="1"/>
            <p:nvPr/>
          </p:nvSpPr>
          <p:spPr>
            <a:xfrm>
              <a:off x="6267450" y="933450"/>
              <a:ext cx="200025" cy="272415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3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5973F57-0874-E286-60B7-A208E6A8D3F5}"/>
                </a:ext>
              </a:extLst>
            </p:cNvPr>
            <p:cNvGrpSpPr/>
            <p:nvPr/>
          </p:nvGrpSpPr>
          <p:grpSpPr>
            <a:xfrm>
              <a:off x="4772025" y="381000"/>
              <a:ext cx="1057275" cy="447675"/>
              <a:chOff x="152400" y="-114300"/>
              <a:chExt cx="1057275" cy="447675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D342045-399C-38B2-5E2E-CBD80D36C634}"/>
                  </a:ext>
                </a:extLst>
              </p:cNvPr>
              <p:cNvSpPr/>
              <p:nvPr/>
            </p:nvSpPr>
            <p:spPr>
              <a:xfrm>
                <a:off x="152400" y="47625"/>
                <a:ext cx="647700" cy="28575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579BABF2-50EC-2F1B-1961-A494937780C8}"/>
                  </a:ext>
                </a:extLst>
              </p:cNvPr>
              <p:cNvCxnSpPr/>
              <p:nvPr/>
            </p:nvCxnSpPr>
            <p:spPr>
              <a:xfrm>
                <a:off x="800100" y="57150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2" name="Text Box 428">
                <a:extLst>
                  <a:ext uri="{FF2B5EF4-FFF2-40B4-BE49-F238E27FC236}">
                    <a16:creationId xmlns:a16="http://schemas.microsoft.com/office/drawing/2014/main" id="{B70F5D2A-0FCF-EC41-D5C9-B209C6C467AA}"/>
                  </a:ext>
                </a:extLst>
              </p:cNvPr>
              <p:cNvSpPr txBox="1"/>
              <p:nvPr/>
            </p:nvSpPr>
            <p:spPr>
              <a:xfrm>
                <a:off x="1009650" y="-114300"/>
                <a:ext cx="200025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</p:grp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DD5A8D5-5179-C5A8-41BD-C473BF54F960}"/>
              </a:ext>
            </a:extLst>
          </p:cNvPr>
          <p:cNvSpPr txBox="1"/>
          <p:nvPr/>
        </p:nvSpPr>
        <p:spPr>
          <a:xfrm>
            <a:off x="805109" y="123167"/>
            <a:ext cx="412199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Masterfile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 </a:t>
            </a:r>
            <a:r>
              <a:rPr lang="en-US" sz="200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Stockcard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Ledger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C0A4CB81-CE97-7B99-B38A-F8E71098CAA0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159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D5FF9A1-34DC-41DE-C798-1441FAE9B4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815" y="1217719"/>
            <a:ext cx="6189345" cy="1482090"/>
          </a:xfrm>
          <a:prstGeom prst="rect">
            <a:avLst/>
          </a:prstGeom>
        </p:spPr>
      </p:pic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867115" y="1222309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How To Delete an Item?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9" name="Text Box 18">
            <a:extLst>
              <a:ext uri="{FF2B5EF4-FFF2-40B4-BE49-F238E27FC236}">
                <a16:creationId xmlns:a16="http://schemas.microsoft.com/office/drawing/2014/main" id="{1DB220CB-D872-DAB2-E8E7-77055D4F00CA}"/>
              </a:ext>
            </a:extLst>
          </p:cNvPr>
          <p:cNvSpPr txBox="1"/>
          <p:nvPr/>
        </p:nvSpPr>
        <p:spPr>
          <a:xfrm>
            <a:off x="751760" y="1728439"/>
            <a:ext cx="3914824" cy="1314320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1.1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the </a:t>
            </a:r>
            <a:r>
              <a:rPr lang="en-US" sz="1200" dirty="0" err="1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stockcard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ledger – main window, search the customer you want to delete.</a:t>
            </a:r>
          </a:p>
          <a:p>
            <a:pPr algn="just"/>
            <a:endParaRPr lang="en-US" sz="10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1200" dirty="0" err="1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stockcard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ledger – main form, click the lookup button and select the customer you want to delete.</a:t>
            </a:r>
            <a:endParaRPr lang="en-US" sz="10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2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A9A617-B6AE-FF76-70FE-47A372450436}"/>
              </a:ext>
            </a:extLst>
          </p:cNvPr>
          <p:cNvSpPr txBox="1"/>
          <p:nvPr/>
        </p:nvSpPr>
        <p:spPr>
          <a:xfrm>
            <a:off x="7119936" y="6070459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Stockcard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5552EF-4542-F7C6-FDD9-BF1C5F9954D4}"/>
              </a:ext>
            </a:extLst>
          </p:cNvPr>
          <p:cNvSpPr txBox="1"/>
          <p:nvPr/>
        </p:nvSpPr>
        <p:spPr>
          <a:xfrm>
            <a:off x="7119936" y="2770439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Stockcard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Text Box 18">
            <a:extLst>
              <a:ext uri="{FF2B5EF4-FFF2-40B4-BE49-F238E27FC236}">
                <a16:creationId xmlns:a16="http://schemas.microsoft.com/office/drawing/2014/main" id="{52C01F39-4EB6-6BC7-0D16-9DD6DFAA5F6A}"/>
              </a:ext>
            </a:extLst>
          </p:cNvPr>
          <p:cNvSpPr txBox="1"/>
          <p:nvPr/>
        </p:nvSpPr>
        <p:spPr>
          <a:xfrm>
            <a:off x="751760" y="3746018"/>
            <a:ext cx="3914824" cy="1848843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Click delete button.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2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1F9DC9-B20E-0C53-0AE5-9803F1BE6717}"/>
              </a:ext>
            </a:extLst>
          </p:cNvPr>
          <p:cNvSpPr/>
          <p:nvPr/>
        </p:nvSpPr>
        <p:spPr>
          <a:xfrm>
            <a:off x="5031929" y="1831387"/>
            <a:ext cx="799465" cy="3333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822A5D2-CACB-6BC1-8999-3ACE61E269B1}"/>
              </a:ext>
            </a:extLst>
          </p:cNvPr>
          <p:cNvCxnSpPr/>
          <p:nvPr/>
        </p:nvCxnSpPr>
        <p:spPr>
          <a:xfrm>
            <a:off x="5831394" y="1964737"/>
            <a:ext cx="199390" cy="9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Box 367">
            <a:extLst>
              <a:ext uri="{FF2B5EF4-FFF2-40B4-BE49-F238E27FC236}">
                <a16:creationId xmlns:a16="http://schemas.microsoft.com/office/drawing/2014/main" id="{F56C846C-6A29-44C1-3FCF-8C3B58432683}"/>
              </a:ext>
            </a:extLst>
          </p:cNvPr>
          <p:cNvSpPr txBox="1"/>
          <p:nvPr/>
        </p:nvSpPr>
        <p:spPr>
          <a:xfrm>
            <a:off x="6040944" y="1859962"/>
            <a:ext cx="466090" cy="247650"/>
          </a:xfrm>
          <a:prstGeom prst="rect">
            <a:avLst/>
          </a:prstGeom>
          <a:solidFill>
            <a:srgbClr val="FFFF00"/>
          </a:solidFill>
          <a:ln w="6350">
            <a:solidFill>
              <a:prstClr val="black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1.1.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E82F6C1-B228-7D0C-1447-8FC75878280B}"/>
              </a:ext>
            </a:extLst>
          </p:cNvPr>
          <p:cNvGrpSpPr/>
          <p:nvPr/>
        </p:nvGrpSpPr>
        <p:grpSpPr>
          <a:xfrm>
            <a:off x="5106907" y="3511018"/>
            <a:ext cx="6010275" cy="2480310"/>
            <a:chOff x="5106907" y="3511018"/>
            <a:chExt cx="6010275" cy="248031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8BDEF29-920E-8F04-FD42-AF55B4BBF5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06907" y="3511018"/>
              <a:ext cx="6010275" cy="2480310"/>
            </a:xfrm>
            <a:prstGeom prst="rect">
              <a:avLst/>
            </a:prstGeom>
          </p:spPr>
        </p:pic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594F6415-733D-E7EF-1129-45AB23699E9D}"/>
                </a:ext>
              </a:extLst>
            </p:cNvPr>
            <p:cNvGrpSpPr/>
            <p:nvPr/>
          </p:nvGrpSpPr>
          <p:grpSpPr>
            <a:xfrm>
              <a:off x="6273989" y="4082699"/>
              <a:ext cx="2987039" cy="1621155"/>
              <a:chOff x="4602480" y="2618423"/>
              <a:chExt cx="2987039" cy="1621155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CE74C3C-B153-E308-8065-450F738E42C2}"/>
                  </a:ext>
                </a:extLst>
              </p:cNvPr>
              <p:cNvGrpSpPr/>
              <p:nvPr/>
            </p:nvGrpSpPr>
            <p:grpSpPr>
              <a:xfrm>
                <a:off x="4639310" y="3014663"/>
                <a:ext cx="952500" cy="304800"/>
                <a:chOff x="523874" y="28575"/>
                <a:chExt cx="952500" cy="304800"/>
              </a:xfrm>
            </p:grpSpPr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2BFFF60E-10C3-34FF-C389-945C4F6454FD}"/>
                    </a:ext>
                  </a:extLst>
                </p:cNvPr>
                <p:cNvSpPr/>
                <p:nvPr/>
              </p:nvSpPr>
              <p:spPr>
                <a:xfrm>
                  <a:off x="523874" y="28575"/>
                  <a:ext cx="275881" cy="304800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cxnSp>
              <p:nvCxnSpPr>
                <p:cNvPr id="35" name="Straight Arrow Connector 34">
                  <a:extLst>
                    <a:ext uri="{FF2B5EF4-FFF2-40B4-BE49-F238E27FC236}">
                      <a16:creationId xmlns:a16="http://schemas.microsoft.com/office/drawing/2014/main" id="{40A6C9A2-F8C5-15FF-6BE7-77177D280FEF}"/>
                    </a:ext>
                  </a:extLst>
                </p:cNvPr>
                <p:cNvCxnSpPr/>
                <p:nvPr/>
              </p:nvCxnSpPr>
              <p:spPr>
                <a:xfrm>
                  <a:off x="800100" y="133350"/>
                  <a:ext cx="200025" cy="952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6" name="Text Box 481">
                  <a:extLst>
                    <a:ext uri="{FF2B5EF4-FFF2-40B4-BE49-F238E27FC236}">
                      <a16:creationId xmlns:a16="http://schemas.microsoft.com/office/drawing/2014/main" id="{D5ACE27E-2AF9-066A-ABA3-49D488969A0F}"/>
                    </a:ext>
                  </a:extLst>
                </p:cNvPr>
                <p:cNvSpPr txBox="1"/>
                <p:nvPr/>
              </p:nvSpPr>
              <p:spPr>
                <a:xfrm>
                  <a:off x="1009649" y="28575"/>
                  <a:ext cx="466725" cy="247650"/>
                </a:xfrm>
                <a:prstGeom prst="rect">
                  <a:avLst/>
                </a:prstGeom>
                <a:solidFill>
                  <a:srgbClr val="FFFF00"/>
                </a:solidFill>
                <a:ln w="6350">
                  <a:solidFill>
                    <a:prstClr val="black"/>
                  </a:solidFill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1100">
                      <a:effectLst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1.2.</a:t>
                  </a:r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A4426528-57E2-DF06-2AFE-0342A149323A}"/>
                  </a:ext>
                </a:extLst>
              </p:cNvPr>
              <p:cNvGrpSpPr/>
              <p:nvPr/>
            </p:nvGrpSpPr>
            <p:grpSpPr>
              <a:xfrm>
                <a:off x="6478905" y="2618423"/>
                <a:ext cx="1110614" cy="304800"/>
                <a:chOff x="203720" y="28575"/>
                <a:chExt cx="1110730" cy="304800"/>
              </a:xfrm>
            </p:grpSpPr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AE45F264-8FDF-59D2-5D01-5871B8B943DF}"/>
                    </a:ext>
                  </a:extLst>
                </p:cNvPr>
                <p:cNvSpPr/>
                <p:nvPr/>
              </p:nvSpPr>
              <p:spPr>
                <a:xfrm>
                  <a:off x="203720" y="28575"/>
                  <a:ext cx="596035" cy="304800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36E237F9-E8DB-F12D-B6E8-FC0EC140F5AA}"/>
                    </a:ext>
                  </a:extLst>
                </p:cNvPr>
                <p:cNvCxnSpPr/>
                <p:nvPr/>
              </p:nvCxnSpPr>
              <p:spPr>
                <a:xfrm>
                  <a:off x="800100" y="133350"/>
                  <a:ext cx="200025" cy="952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" name="Text Box 477">
                  <a:extLst>
                    <a:ext uri="{FF2B5EF4-FFF2-40B4-BE49-F238E27FC236}">
                      <a16:creationId xmlns:a16="http://schemas.microsoft.com/office/drawing/2014/main" id="{D3791435-6D68-AC77-D9C2-47E133202E4C}"/>
                    </a:ext>
                  </a:extLst>
                </p:cNvPr>
                <p:cNvSpPr txBox="1"/>
                <p:nvPr/>
              </p:nvSpPr>
              <p:spPr>
                <a:xfrm>
                  <a:off x="1009650" y="28575"/>
                  <a:ext cx="304800" cy="247650"/>
                </a:xfrm>
                <a:prstGeom prst="rect">
                  <a:avLst/>
                </a:prstGeom>
                <a:solidFill>
                  <a:srgbClr val="FFFF00"/>
                </a:solidFill>
                <a:ln w="6350">
                  <a:solidFill>
                    <a:prstClr val="black"/>
                  </a:solidFill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1100">
                      <a:effectLst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2.</a:t>
                  </a:r>
                </a:p>
              </p:txBody>
            </p:sp>
          </p:grpSp>
          <p:sp>
            <p:nvSpPr>
              <p:cNvPr id="12" name="Text Box 241">
                <a:extLst>
                  <a:ext uri="{FF2B5EF4-FFF2-40B4-BE49-F238E27FC236}">
                    <a16:creationId xmlns:a16="http://schemas.microsoft.com/office/drawing/2014/main" id="{DBA16BFC-21EF-693D-51C3-1C603F9C69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02480" y="3360103"/>
                <a:ext cx="2472398" cy="87947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101600" marR="0">
                  <a:lnSpc>
                    <a:spcPct val="107000"/>
                  </a:lnSpc>
                  <a:spcBef>
                    <a:spcPts val="440"/>
                  </a:spcBef>
                  <a:spcAft>
                    <a:spcPts val="800"/>
                  </a:spcAft>
                </a:pPr>
                <a:r>
                  <a:rPr lang="en-PH" sz="1000" i="1" dirty="0">
                    <a:solidFill>
                      <a:srgbClr val="4F6128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How to search item?</a:t>
                </a:r>
                <a:endPara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indent="-22860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  <a:tabLst>
                    <a:tab pos="227330" algn="l"/>
                  </a:tabLst>
                </a:pPr>
                <a:r>
                  <a:rPr lang="en-US" sz="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Type the item name or code in the search bar.</a:t>
                </a:r>
                <a:endPara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indent="-228600">
                  <a:lnSpc>
                    <a:spcPts val="975"/>
                  </a:lnSpc>
                  <a:spcBef>
                    <a:spcPts val="5"/>
                  </a:spcBef>
                  <a:spcAft>
                    <a:spcPts val="0"/>
                  </a:spcAft>
                  <a:buFont typeface="+mj-lt"/>
                  <a:buAutoNum type="arabicPeriod"/>
                  <a:tabLst>
                    <a:tab pos="203200" algn="l"/>
                  </a:tabLst>
                </a:pPr>
                <a:r>
                  <a:rPr lang="en-US" sz="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Click ‘enter’ in the keyboard to</a:t>
                </a:r>
                <a:r>
                  <a:rPr lang="en-US" sz="800" spc="-4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search.</a:t>
                </a:r>
                <a:endPara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indent="-228600">
                  <a:lnSpc>
                    <a:spcPts val="975"/>
                  </a:lnSpc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  <a:tabLst>
                    <a:tab pos="203200" algn="l"/>
                  </a:tabLst>
                </a:pPr>
                <a:r>
                  <a:rPr lang="en-US" sz="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Click the button before the item code to select the item. </a:t>
                </a:r>
                <a:endPara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E215695-737D-FA31-33B8-88BD0D3C7443}"/>
              </a:ext>
            </a:extLst>
          </p:cNvPr>
          <p:cNvSpPr txBox="1"/>
          <p:nvPr/>
        </p:nvSpPr>
        <p:spPr>
          <a:xfrm>
            <a:off x="805109" y="123167"/>
            <a:ext cx="412199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Masterfile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 </a:t>
            </a:r>
            <a:r>
              <a:rPr lang="en-US" sz="200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Stockcard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Ledger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9DBF1422-DD6F-463A-1F47-C8F7F5C96A91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717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E13CC3-0EBB-4997-FCE7-B09A824D1CEB}"/>
              </a:ext>
            </a:extLst>
          </p:cNvPr>
          <p:cNvSpPr txBox="1"/>
          <p:nvPr/>
        </p:nvSpPr>
        <p:spPr>
          <a:xfrm>
            <a:off x="805110" y="1053547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Other Information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7777D04-D73F-74AB-C30B-7D3C9397264F}"/>
              </a:ext>
            </a:extLst>
          </p:cNvPr>
          <p:cNvSpPr txBox="1"/>
          <p:nvPr/>
        </p:nvSpPr>
        <p:spPr>
          <a:xfrm>
            <a:off x="805109" y="4516141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Other Buttons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Text Box 102">
            <a:extLst>
              <a:ext uri="{FF2B5EF4-FFF2-40B4-BE49-F238E27FC236}">
                <a16:creationId xmlns:a16="http://schemas.microsoft.com/office/drawing/2014/main" id="{9C27B11D-33B2-DB7D-A894-E01425B3F550}"/>
              </a:ext>
            </a:extLst>
          </p:cNvPr>
          <p:cNvSpPr txBox="1"/>
          <p:nvPr/>
        </p:nvSpPr>
        <p:spPr>
          <a:xfrm>
            <a:off x="805109" y="1589414"/>
            <a:ext cx="3852820" cy="1913613"/>
          </a:xfrm>
          <a:prstGeom prst="rect">
            <a:avLst/>
          </a:prstGeom>
          <a:noFill/>
          <a:ln w="6350">
            <a:solidFill>
              <a:srgbClr val="E7E6E6">
                <a:lumMod val="90000"/>
              </a:srgbClr>
            </a:solidFill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227330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</a:pP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you click the arrow parallel to the main form on the upper right, the </a:t>
            </a:r>
            <a:r>
              <a:rPr lang="en-U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stockcard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ledger – main form will minimize and the other information will be displayed as shown in the photo below.</a:t>
            </a:r>
          </a:p>
          <a:p>
            <a:pPr marL="0" marR="227330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</a:pP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Click the arrow parallel to what information you want to open and provide the necessary filter to generate the data you want to display.</a:t>
            </a:r>
          </a:p>
          <a:p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227330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A6E795-A8E7-8B40-C067-8F8DE35F49ED}"/>
              </a:ext>
            </a:extLst>
          </p:cNvPr>
          <p:cNvSpPr txBox="1"/>
          <p:nvPr/>
        </p:nvSpPr>
        <p:spPr>
          <a:xfrm>
            <a:off x="7047964" y="3639902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Supplier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Ledger 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EB3838-B4AF-63CA-9D82-C428CB9611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6946" y="1053547"/>
            <a:ext cx="4632960" cy="2586355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A96BBE-3C58-8C6B-7F2E-C475883EE5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5426" y="4238683"/>
            <a:ext cx="4734586" cy="17909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5A7EF5-ED23-1264-0F5D-F66766522D05}"/>
              </a:ext>
            </a:extLst>
          </p:cNvPr>
          <p:cNvSpPr txBox="1"/>
          <p:nvPr/>
        </p:nvSpPr>
        <p:spPr>
          <a:xfrm>
            <a:off x="805109" y="123167"/>
            <a:ext cx="412199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Masterfile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 </a:t>
            </a:r>
            <a:r>
              <a:rPr lang="en-US" sz="200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Stockcard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Ledger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452BC419-AC5A-DAD8-1D28-95FD4C233950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387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595</Words>
  <Application>Microsoft Office PowerPoint</Application>
  <PresentationFormat>Widescreen</PresentationFormat>
  <Paragraphs>132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Animosa Extra Bold</vt:lpstr>
      <vt:lpstr>Arial</vt:lpstr>
      <vt:lpstr>Bahnschrift Condensed</vt:lpstr>
      <vt:lpstr>Bodoni MT Condensed</vt:lpstr>
      <vt:lpstr>Calibri</vt:lpstr>
      <vt:lpstr>Calibri Light</vt:lpstr>
      <vt:lpstr>Century Gothic</vt:lpstr>
      <vt:lpstr>Chivo Light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Janine Calawod</dc:creator>
  <cp:lastModifiedBy>Janine Calawod</cp:lastModifiedBy>
  <cp:revision>4</cp:revision>
  <dcterms:created xsi:type="dcterms:W3CDTF">2023-01-10T03:27:14Z</dcterms:created>
  <dcterms:modified xsi:type="dcterms:W3CDTF">2023-01-10T03:29:57Z</dcterms:modified>
</cp:coreProperties>
</file>