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404" r:id="rId3"/>
    <p:sldId id="405" r:id="rId4"/>
    <p:sldId id="406" r:id="rId5"/>
    <p:sldId id="415" r:id="rId6"/>
    <p:sldId id="416" r:id="rId7"/>
    <p:sldId id="417" r:id="rId8"/>
    <p:sldId id="418" r:id="rId9"/>
    <p:sldId id="411" r:id="rId10"/>
    <p:sldId id="419" r:id="rId11"/>
    <p:sldId id="413" r:id="rId12"/>
    <p:sldId id="41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13763-8166-5BEB-4F6C-B0DE6EBF32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ACE7E9C9-E7A8-A14D-BF5B-0F90D6618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C3339D60-41ED-0589-2C87-DFE46DE15A66}"/>
              </a:ext>
            </a:extLst>
          </p:cNvPr>
          <p:cNvSpPr>
            <a:spLocks noGrp="1"/>
          </p:cNvSpPr>
          <p:nvPr>
            <p:ph type="dt" sz="half" idx="10"/>
          </p:nvPr>
        </p:nvSpPr>
        <p:spPr/>
        <p:txBody>
          <a:bodyPr/>
          <a:lstStyle/>
          <a:p>
            <a:fld id="{A9EA0A97-15B2-4D9F-B13A-752F9BB97244}" type="datetimeFigureOut">
              <a:rPr lang="en-PH" smtClean="0"/>
              <a:t>01/03/2023</a:t>
            </a:fld>
            <a:endParaRPr lang="en-PH"/>
          </a:p>
        </p:txBody>
      </p:sp>
      <p:sp>
        <p:nvSpPr>
          <p:cNvPr id="5" name="Footer Placeholder 4">
            <a:extLst>
              <a:ext uri="{FF2B5EF4-FFF2-40B4-BE49-F238E27FC236}">
                <a16:creationId xmlns:a16="http://schemas.microsoft.com/office/drawing/2014/main" id="{326BB26F-3441-7881-1455-7A5867282F9E}"/>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5C6754D0-B585-98AC-C5B9-F13CEEAD3720}"/>
              </a:ext>
            </a:extLst>
          </p:cNvPr>
          <p:cNvSpPr>
            <a:spLocks noGrp="1"/>
          </p:cNvSpPr>
          <p:nvPr>
            <p:ph type="sldNum" sz="quarter" idx="12"/>
          </p:nvPr>
        </p:nvSpPr>
        <p:spPr/>
        <p:txBody>
          <a:bodyPr/>
          <a:lstStyle/>
          <a:p>
            <a:fld id="{165CCBA0-011A-4C95-B977-25C2DFD775D2}" type="slidenum">
              <a:rPr lang="en-PH" smtClean="0"/>
              <a:t>‹#›</a:t>
            </a:fld>
            <a:endParaRPr lang="en-PH"/>
          </a:p>
        </p:txBody>
      </p:sp>
    </p:spTree>
    <p:extLst>
      <p:ext uri="{BB962C8B-B14F-4D97-AF65-F5344CB8AC3E}">
        <p14:creationId xmlns:p14="http://schemas.microsoft.com/office/powerpoint/2010/main" val="2456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65B3E-1C53-A165-969E-951E3D940555}"/>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C1368EEC-9551-DEA8-EB54-1FA179BEAA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E526FE9-5678-3153-625B-F9343D935DB9}"/>
              </a:ext>
            </a:extLst>
          </p:cNvPr>
          <p:cNvSpPr>
            <a:spLocks noGrp="1"/>
          </p:cNvSpPr>
          <p:nvPr>
            <p:ph type="dt" sz="half" idx="10"/>
          </p:nvPr>
        </p:nvSpPr>
        <p:spPr/>
        <p:txBody>
          <a:bodyPr/>
          <a:lstStyle/>
          <a:p>
            <a:fld id="{A9EA0A97-15B2-4D9F-B13A-752F9BB97244}" type="datetimeFigureOut">
              <a:rPr lang="en-PH" smtClean="0"/>
              <a:t>01/03/2023</a:t>
            </a:fld>
            <a:endParaRPr lang="en-PH"/>
          </a:p>
        </p:txBody>
      </p:sp>
      <p:sp>
        <p:nvSpPr>
          <p:cNvPr id="5" name="Footer Placeholder 4">
            <a:extLst>
              <a:ext uri="{FF2B5EF4-FFF2-40B4-BE49-F238E27FC236}">
                <a16:creationId xmlns:a16="http://schemas.microsoft.com/office/drawing/2014/main" id="{9DFD6FBA-A589-A5F9-7D7A-86700982888C}"/>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9116BC71-C9C2-D4D9-6CF5-9D613252FCBC}"/>
              </a:ext>
            </a:extLst>
          </p:cNvPr>
          <p:cNvSpPr>
            <a:spLocks noGrp="1"/>
          </p:cNvSpPr>
          <p:nvPr>
            <p:ph type="sldNum" sz="quarter" idx="12"/>
          </p:nvPr>
        </p:nvSpPr>
        <p:spPr/>
        <p:txBody>
          <a:bodyPr/>
          <a:lstStyle/>
          <a:p>
            <a:fld id="{165CCBA0-011A-4C95-B977-25C2DFD775D2}" type="slidenum">
              <a:rPr lang="en-PH" smtClean="0"/>
              <a:t>‹#›</a:t>
            </a:fld>
            <a:endParaRPr lang="en-PH"/>
          </a:p>
        </p:txBody>
      </p:sp>
    </p:spTree>
    <p:extLst>
      <p:ext uri="{BB962C8B-B14F-4D97-AF65-F5344CB8AC3E}">
        <p14:creationId xmlns:p14="http://schemas.microsoft.com/office/powerpoint/2010/main" val="3434728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1A606-33C6-408C-894B-69C9FBF88F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4879FDB2-2EC3-79E6-339C-AC792F8EFE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7B2F41-2EBE-0E65-D2A0-04128AA937B3}"/>
              </a:ext>
            </a:extLst>
          </p:cNvPr>
          <p:cNvSpPr>
            <a:spLocks noGrp="1"/>
          </p:cNvSpPr>
          <p:nvPr>
            <p:ph type="dt" sz="half" idx="10"/>
          </p:nvPr>
        </p:nvSpPr>
        <p:spPr/>
        <p:txBody>
          <a:bodyPr/>
          <a:lstStyle/>
          <a:p>
            <a:fld id="{A9EA0A97-15B2-4D9F-B13A-752F9BB97244}" type="datetimeFigureOut">
              <a:rPr lang="en-PH" smtClean="0"/>
              <a:t>01/03/2023</a:t>
            </a:fld>
            <a:endParaRPr lang="en-PH"/>
          </a:p>
        </p:txBody>
      </p:sp>
      <p:sp>
        <p:nvSpPr>
          <p:cNvPr id="5" name="Footer Placeholder 4">
            <a:extLst>
              <a:ext uri="{FF2B5EF4-FFF2-40B4-BE49-F238E27FC236}">
                <a16:creationId xmlns:a16="http://schemas.microsoft.com/office/drawing/2014/main" id="{7F13F517-8999-A299-6828-DC5F5603798F}"/>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67AF43B5-23F1-4AF1-4F37-5A235A8114BD}"/>
              </a:ext>
            </a:extLst>
          </p:cNvPr>
          <p:cNvSpPr>
            <a:spLocks noGrp="1"/>
          </p:cNvSpPr>
          <p:nvPr>
            <p:ph type="sldNum" sz="quarter" idx="12"/>
          </p:nvPr>
        </p:nvSpPr>
        <p:spPr/>
        <p:txBody>
          <a:bodyPr/>
          <a:lstStyle/>
          <a:p>
            <a:fld id="{165CCBA0-011A-4C95-B977-25C2DFD775D2}" type="slidenum">
              <a:rPr lang="en-PH" smtClean="0"/>
              <a:t>‹#›</a:t>
            </a:fld>
            <a:endParaRPr lang="en-PH"/>
          </a:p>
        </p:txBody>
      </p:sp>
    </p:spTree>
    <p:extLst>
      <p:ext uri="{BB962C8B-B14F-4D97-AF65-F5344CB8AC3E}">
        <p14:creationId xmlns:p14="http://schemas.microsoft.com/office/powerpoint/2010/main" val="867481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E4E16-3F38-928A-66C1-BEDCC9DBC2E5}"/>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9E74E99F-D503-B993-D2E6-A6389283AA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B716D59F-8B66-D4B6-ADD9-D6515EDAF7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41E9783D-91B2-B196-D678-E8F9CA8A2086}"/>
              </a:ext>
            </a:extLst>
          </p:cNvPr>
          <p:cNvSpPr>
            <a:spLocks noGrp="1"/>
          </p:cNvSpPr>
          <p:nvPr>
            <p:ph type="dt" sz="half" idx="10"/>
          </p:nvPr>
        </p:nvSpPr>
        <p:spPr/>
        <p:txBody>
          <a:bodyPr/>
          <a:lstStyle/>
          <a:p>
            <a:fld id="{A9EA0A97-15B2-4D9F-B13A-752F9BB97244}" type="datetimeFigureOut">
              <a:rPr lang="en-PH" smtClean="0"/>
              <a:t>01/03/2023</a:t>
            </a:fld>
            <a:endParaRPr lang="en-PH"/>
          </a:p>
        </p:txBody>
      </p:sp>
      <p:sp>
        <p:nvSpPr>
          <p:cNvPr id="6" name="Footer Placeholder 5">
            <a:extLst>
              <a:ext uri="{FF2B5EF4-FFF2-40B4-BE49-F238E27FC236}">
                <a16:creationId xmlns:a16="http://schemas.microsoft.com/office/drawing/2014/main" id="{B8D62ACD-C117-A10F-A828-8D13B05BDBD1}"/>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C9EFA539-B59A-348F-D5E5-472FAFB13D9D}"/>
              </a:ext>
            </a:extLst>
          </p:cNvPr>
          <p:cNvSpPr>
            <a:spLocks noGrp="1"/>
          </p:cNvSpPr>
          <p:nvPr>
            <p:ph type="sldNum" sz="quarter" idx="12"/>
          </p:nvPr>
        </p:nvSpPr>
        <p:spPr/>
        <p:txBody>
          <a:bodyPr/>
          <a:lstStyle/>
          <a:p>
            <a:fld id="{165CCBA0-011A-4C95-B977-25C2DFD775D2}" type="slidenum">
              <a:rPr lang="en-PH" smtClean="0"/>
              <a:t>‹#›</a:t>
            </a:fld>
            <a:endParaRPr lang="en-PH"/>
          </a:p>
        </p:txBody>
      </p:sp>
    </p:spTree>
    <p:extLst>
      <p:ext uri="{BB962C8B-B14F-4D97-AF65-F5344CB8AC3E}">
        <p14:creationId xmlns:p14="http://schemas.microsoft.com/office/powerpoint/2010/main" val="1161427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38BA1-FFFF-7196-4FBE-07787BC58F39}"/>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D41FDE2C-5AAA-D87D-C6F0-BD11302EF0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F0556E-E48E-3502-735F-5BA6E663CB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1F3032FC-D6F2-0857-CA0C-5D3785C861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67D3C1-325E-4E53-0463-E25F80397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491BFC7F-3448-0007-B180-6808C2C2A292}"/>
              </a:ext>
            </a:extLst>
          </p:cNvPr>
          <p:cNvSpPr>
            <a:spLocks noGrp="1"/>
          </p:cNvSpPr>
          <p:nvPr>
            <p:ph type="dt" sz="half" idx="10"/>
          </p:nvPr>
        </p:nvSpPr>
        <p:spPr/>
        <p:txBody>
          <a:bodyPr/>
          <a:lstStyle/>
          <a:p>
            <a:fld id="{A9EA0A97-15B2-4D9F-B13A-752F9BB97244}" type="datetimeFigureOut">
              <a:rPr lang="en-PH" smtClean="0"/>
              <a:t>01/03/2023</a:t>
            </a:fld>
            <a:endParaRPr lang="en-PH"/>
          </a:p>
        </p:txBody>
      </p:sp>
      <p:sp>
        <p:nvSpPr>
          <p:cNvPr id="8" name="Footer Placeholder 7">
            <a:extLst>
              <a:ext uri="{FF2B5EF4-FFF2-40B4-BE49-F238E27FC236}">
                <a16:creationId xmlns:a16="http://schemas.microsoft.com/office/drawing/2014/main" id="{B601FDD3-B84D-FC83-C0FC-F8663AC16A2F}"/>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9EC71EEC-5553-0204-B8C2-8AE81F61D547}"/>
              </a:ext>
            </a:extLst>
          </p:cNvPr>
          <p:cNvSpPr>
            <a:spLocks noGrp="1"/>
          </p:cNvSpPr>
          <p:nvPr>
            <p:ph type="sldNum" sz="quarter" idx="12"/>
          </p:nvPr>
        </p:nvSpPr>
        <p:spPr/>
        <p:txBody>
          <a:bodyPr/>
          <a:lstStyle/>
          <a:p>
            <a:fld id="{165CCBA0-011A-4C95-B977-25C2DFD775D2}" type="slidenum">
              <a:rPr lang="en-PH" smtClean="0"/>
              <a:t>‹#›</a:t>
            </a:fld>
            <a:endParaRPr lang="en-PH"/>
          </a:p>
        </p:txBody>
      </p:sp>
    </p:spTree>
    <p:extLst>
      <p:ext uri="{BB962C8B-B14F-4D97-AF65-F5344CB8AC3E}">
        <p14:creationId xmlns:p14="http://schemas.microsoft.com/office/powerpoint/2010/main" val="334613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C7371-B383-004C-E89B-B6493C9AF99D}"/>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5A9C1ACF-A7C6-D05A-D966-CE70744AF62F}"/>
              </a:ext>
            </a:extLst>
          </p:cNvPr>
          <p:cNvSpPr>
            <a:spLocks noGrp="1"/>
          </p:cNvSpPr>
          <p:nvPr>
            <p:ph type="dt" sz="half" idx="10"/>
          </p:nvPr>
        </p:nvSpPr>
        <p:spPr/>
        <p:txBody>
          <a:bodyPr/>
          <a:lstStyle/>
          <a:p>
            <a:fld id="{A9EA0A97-15B2-4D9F-B13A-752F9BB97244}" type="datetimeFigureOut">
              <a:rPr lang="en-PH" smtClean="0"/>
              <a:t>01/03/2023</a:t>
            </a:fld>
            <a:endParaRPr lang="en-PH"/>
          </a:p>
        </p:txBody>
      </p:sp>
      <p:sp>
        <p:nvSpPr>
          <p:cNvPr id="4" name="Footer Placeholder 3">
            <a:extLst>
              <a:ext uri="{FF2B5EF4-FFF2-40B4-BE49-F238E27FC236}">
                <a16:creationId xmlns:a16="http://schemas.microsoft.com/office/drawing/2014/main" id="{9D3796F4-D026-8083-BE7C-C5B4F17FF3F1}"/>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BAF5448E-D6A4-F56B-D430-1221B38D44DA}"/>
              </a:ext>
            </a:extLst>
          </p:cNvPr>
          <p:cNvSpPr>
            <a:spLocks noGrp="1"/>
          </p:cNvSpPr>
          <p:nvPr>
            <p:ph type="sldNum" sz="quarter" idx="12"/>
          </p:nvPr>
        </p:nvSpPr>
        <p:spPr/>
        <p:txBody>
          <a:bodyPr/>
          <a:lstStyle/>
          <a:p>
            <a:fld id="{165CCBA0-011A-4C95-B977-25C2DFD775D2}" type="slidenum">
              <a:rPr lang="en-PH" smtClean="0"/>
              <a:t>‹#›</a:t>
            </a:fld>
            <a:endParaRPr lang="en-PH"/>
          </a:p>
        </p:txBody>
      </p:sp>
    </p:spTree>
    <p:extLst>
      <p:ext uri="{BB962C8B-B14F-4D97-AF65-F5344CB8AC3E}">
        <p14:creationId xmlns:p14="http://schemas.microsoft.com/office/powerpoint/2010/main" val="3596473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5C9991-1FE4-F71B-290E-B5CFBA828B3F}"/>
              </a:ext>
            </a:extLst>
          </p:cNvPr>
          <p:cNvSpPr>
            <a:spLocks noGrp="1"/>
          </p:cNvSpPr>
          <p:nvPr>
            <p:ph type="dt" sz="half" idx="10"/>
          </p:nvPr>
        </p:nvSpPr>
        <p:spPr/>
        <p:txBody>
          <a:bodyPr/>
          <a:lstStyle/>
          <a:p>
            <a:fld id="{A9EA0A97-15B2-4D9F-B13A-752F9BB97244}" type="datetimeFigureOut">
              <a:rPr lang="en-PH" smtClean="0"/>
              <a:t>01/03/2023</a:t>
            </a:fld>
            <a:endParaRPr lang="en-PH"/>
          </a:p>
        </p:txBody>
      </p:sp>
      <p:sp>
        <p:nvSpPr>
          <p:cNvPr id="3" name="Footer Placeholder 2">
            <a:extLst>
              <a:ext uri="{FF2B5EF4-FFF2-40B4-BE49-F238E27FC236}">
                <a16:creationId xmlns:a16="http://schemas.microsoft.com/office/drawing/2014/main" id="{E868F61B-C7A5-36FD-2961-E1ADA4A0848F}"/>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8409A18D-FA05-15FF-9656-237FE0895A42}"/>
              </a:ext>
            </a:extLst>
          </p:cNvPr>
          <p:cNvSpPr>
            <a:spLocks noGrp="1"/>
          </p:cNvSpPr>
          <p:nvPr>
            <p:ph type="sldNum" sz="quarter" idx="12"/>
          </p:nvPr>
        </p:nvSpPr>
        <p:spPr/>
        <p:txBody>
          <a:bodyPr/>
          <a:lstStyle/>
          <a:p>
            <a:fld id="{165CCBA0-011A-4C95-B977-25C2DFD775D2}" type="slidenum">
              <a:rPr lang="en-PH" smtClean="0"/>
              <a:t>‹#›</a:t>
            </a:fld>
            <a:endParaRPr lang="en-PH"/>
          </a:p>
        </p:txBody>
      </p:sp>
    </p:spTree>
    <p:extLst>
      <p:ext uri="{BB962C8B-B14F-4D97-AF65-F5344CB8AC3E}">
        <p14:creationId xmlns:p14="http://schemas.microsoft.com/office/powerpoint/2010/main" val="66648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F7BBF-518C-8292-14B6-D0F12AAFD3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E16D0EF1-418F-82A6-FCEB-9BDA8A6D97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CD9B6D80-B50A-2E38-4374-A57903F720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2718AB-651C-19DB-06F8-1D8DC056B3AD}"/>
              </a:ext>
            </a:extLst>
          </p:cNvPr>
          <p:cNvSpPr>
            <a:spLocks noGrp="1"/>
          </p:cNvSpPr>
          <p:nvPr>
            <p:ph type="dt" sz="half" idx="10"/>
          </p:nvPr>
        </p:nvSpPr>
        <p:spPr/>
        <p:txBody>
          <a:bodyPr/>
          <a:lstStyle/>
          <a:p>
            <a:fld id="{A9EA0A97-15B2-4D9F-B13A-752F9BB97244}" type="datetimeFigureOut">
              <a:rPr lang="en-PH" smtClean="0"/>
              <a:t>01/03/2023</a:t>
            </a:fld>
            <a:endParaRPr lang="en-PH"/>
          </a:p>
        </p:txBody>
      </p:sp>
      <p:sp>
        <p:nvSpPr>
          <p:cNvPr id="6" name="Footer Placeholder 5">
            <a:extLst>
              <a:ext uri="{FF2B5EF4-FFF2-40B4-BE49-F238E27FC236}">
                <a16:creationId xmlns:a16="http://schemas.microsoft.com/office/drawing/2014/main" id="{B7EFD585-CA2E-C60E-99C4-6D47A6CBFF92}"/>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5725CACA-1073-E901-DF00-E7920C023BA0}"/>
              </a:ext>
            </a:extLst>
          </p:cNvPr>
          <p:cNvSpPr>
            <a:spLocks noGrp="1"/>
          </p:cNvSpPr>
          <p:nvPr>
            <p:ph type="sldNum" sz="quarter" idx="12"/>
          </p:nvPr>
        </p:nvSpPr>
        <p:spPr/>
        <p:txBody>
          <a:bodyPr/>
          <a:lstStyle/>
          <a:p>
            <a:fld id="{165CCBA0-011A-4C95-B977-25C2DFD775D2}" type="slidenum">
              <a:rPr lang="en-PH" smtClean="0"/>
              <a:t>‹#›</a:t>
            </a:fld>
            <a:endParaRPr lang="en-PH"/>
          </a:p>
        </p:txBody>
      </p:sp>
    </p:spTree>
    <p:extLst>
      <p:ext uri="{BB962C8B-B14F-4D97-AF65-F5344CB8AC3E}">
        <p14:creationId xmlns:p14="http://schemas.microsoft.com/office/powerpoint/2010/main" val="1705815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03FD1-7606-633C-5323-DE08F862D4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FD7C4C57-A3E2-B2E2-39EB-52F2FA3C74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38051C5E-E998-FEA4-7B18-BA1AB4A32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EBAFA9-F814-E7FE-8DFC-2B7A8EB6C987}"/>
              </a:ext>
            </a:extLst>
          </p:cNvPr>
          <p:cNvSpPr>
            <a:spLocks noGrp="1"/>
          </p:cNvSpPr>
          <p:nvPr>
            <p:ph type="dt" sz="half" idx="10"/>
          </p:nvPr>
        </p:nvSpPr>
        <p:spPr/>
        <p:txBody>
          <a:bodyPr/>
          <a:lstStyle/>
          <a:p>
            <a:fld id="{A9EA0A97-15B2-4D9F-B13A-752F9BB97244}" type="datetimeFigureOut">
              <a:rPr lang="en-PH" smtClean="0"/>
              <a:t>01/03/2023</a:t>
            </a:fld>
            <a:endParaRPr lang="en-PH"/>
          </a:p>
        </p:txBody>
      </p:sp>
      <p:sp>
        <p:nvSpPr>
          <p:cNvPr id="6" name="Footer Placeholder 5">
            <a:extLst>
              <a:ext uri="{FF2B5EF4-FFF2-40B4-BE49-F238E27FC236}">
                <a16:creationId xmlns:a16="http://schemas.microsoft.com/office/drawing/2014/main" id="{A99013B0-7610-F6B3-E6DA-16721BDDCC27}"/>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7EA9040F-7461-9752-5ECF-88A8EA9854E1}"/>
              </a:ext>
            </a:extLst>
          </p:cNvPr>
          <p:cNvSpPr>
            <a:spLocks noGrp="1"/>
          </p:cNvSpPr>
          <p:nvPr>
            <p:ph type="sldNum" sz="quarter" idx="12"/>
          </p:nvPr>
        </p:nvSpPr>
        <p:spPr/>
        <p:txBody>
          <a:bodyPr/>
          <a:lstStyle/>
          <a:p>
            <a:fld id="{165CCBA0-011A-4C95-B977-25C2DFD775D2}" type="slidenum">
              <a:rPr lang="en-PH" smtClean="0"/>
              <a:t>‹#›</a:t>
            </a:fld>
            <a:endParaRPr lang="en-PH"/>
          </a:p>
        </p:txBody>
      </p:sp>
    </p:spTree>
    <p:extLst>
      <p:ext uri="{BB962C8B-B14F-4D97-AF65-F5344CB8AC3E}">
        <p14:creationId xmlns:p14="http://schemas.microsoft.com/office/powerpoint/2010/main" val="1844858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A9712-D3A6-E18C-DD3A-CB2C559881A0}"/>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19EF0B80-7C59-DB33-F2C8-7634936CAD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53BD071-EF17-9802-0F00-2CF2B46472B9}"/>
              </a:ext>
            </a:extLst>
          </p:cNvPr>
          <p:cNvSpPr>
            <a:spLocks noGrp="1"/>
          </p:cNvSpPr>
          <p:nvPr>
            <p:ph type="dt" sz="half" idx="10"/>
          </p:nvPr>
        </p:nvSpPr>
        <p:spPr/>
        <p:txBody>
          <a:bodyPr/>
          <a:lstStyle/>
          <a:p>
            <a:fld id="{A9EA0A97-15B2-4D9F-B13A-752F9BB97244}" type="datetimeFigureOut">
              <a:rPr lang="en-PH" smtClean="0"/>
              <a:t>01/03/2023</a:t>
            </a:fld>
            <a:endParaRPr lang="en-PH"/>
          </a:p>
        </p:txBody>
      </p:sp>
      <p:sp>
        <p:nvSpPr>
          <p:cNvPr id="5" name="Footer Placeholder 4">
            <a:extLst>
              <a:ext uri="{FF2B5EF4-FFF2-40B4-BE49-F238E27FC236}">
                <a16:creationId xmlns:a16="http://schemas.microsoft.com/office/drawing/2014/main" id="{018F9BA6-9785-353F-0C17-CE3040A8000C}"/>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0087F20-B7CA-BB88-8477-C21E631860A5}"/>
              </a:ext>
            </a:extLst>
          </p:cNvPr>
          <p:cNvSpPr>
            <a:spLocks noGrp="1"/>
          </p:cNvSpPr>
          <p:nvPr>
            <p:ph type="sldNum" sz="quarter" idx="12"/>
          </p:nvPr>
        </p:nvSpPr>
        <p:spPr/>
        <p:txBody>
          <a:bodyPr/>
          <a:lstStyle/>
          <a:p>
            <a:fld id="{165CCBA0-011A-4C95-B977-25C2DFD775D2}" type="slidenum">
              <a:rPr lang="en-PH" smtClean="0"/>
              <a:t>‹#›</a:t>
            </a:fld>
            <a:endParaRPr lang="en-PH"/>
          </a:p>
        </p:txBody>
      </p:sp>
    </p:spTree>
    <p:extLst>
      <p:ext uri="{BB962C8B-B14F-4D97-AF65-F5344CB8AC3E}">
        <p14:creationId xmlns:p14="http://schemas.microsoft.com/office/powerpoint/2010/main" val="3308262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9C5791-7C1B-787A-4C3E-CB3BE357F1F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33473AE5-CFFF-37C0-F584-544A3F6D67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51325BA8-D866-AD49-BB89-F6171F5E026F}"/>
              </a:ext>
            </a:extLst>
          </p:cNvPr>
          <p:cNvSpPr>
            <a:spLocks noGrp="1"/>
          </p:cNvSpPr>
          <p:nvPr>
            <p:ph type="dt" sz="half" idx="10"/>
          </p:nvPr>
        </p:nvSpPr>
        <p:spPr/>
        <p:txBody>
          <a:bodyPr/>
          <a:lstStyle/>
          <a:p>
            <a:fld id="{A9EA0A97-15B2-4D9F-B13A-752F9BB97244}" type="datetimeFigureOut">
              <a:rPr lang="en-PH" smtClean="0"/>
              <a:t>01/03/2023</a:t>
            </a:fld>
            <a:endParaRPr lang="en-PH"/>
          </a:p>
        </p:txBody>
      </p:sp>
      <p:sp>
        <p:nvSpPr>
          <p:cNvPr id="5" name="Footer Placeholder 4">
            <a:extLst>
              <a:ext uri="{FF2B5EF4-FFF2-40B4-BE49-F238E27FC236}">
                <a16:creationId xmlns:a16="http://schemas.microsoft.com/office/drawing/2014/main" id="{34354A91-01BF-17DD-E892-EBA2ED6D2A45}"/>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07DE586-4CD4-447A-692E-000E6EDD6D96}"/>
              </a:ext>
            </a:extLst>
          </p:cNvPr>
          <p:cNvSpPr>
            <a:spLocks noGrp="1"/>
          </p:cNvSpPr>
          <p:nvPr>
            <p:ph type="sldNum" sz="quarter" idx="12"/>
          </p:nvPr>
        </p:nvSpPr>
        <p:spPr/>
        <p:txBody>
          <a:bodyPr/>
          <a:lstStyle/>
          <a:p>
            <a:fld id="{165CCBA0-011A-4C95-B977-25C2DFD775D2}" type="slidenum">
              <a:rPr lang="en-PH" smtClean="0"/>
              <a:t>‹#›</a:t>
            </a:fld>
            <a:endParaRPr lang="en-PH"/>
          </a:p>
        </p:txBody>
      </p:sp>
    </p:spTree>
    <p:extLst>
      <p:ext uri="{BB962C8B-B14F-4D97-AF65-F5344CB8AC3E}">
        <p14:creationId xmlns:p14="http://schemas.microsoft.com/office/powerpoint/2010/main" val="10293104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F8F5D17A-142B-4705-ADE1-A3098ECE97EC}" type="datetime1">
              <a:rPr lang="en-US" smtClean="0"/>
              <a:t>1/3/2023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dirty="0"/>
          </a:p>
        </p:txBody>
      </p:sp>
    </p:spTree>
    <p:extLst>
      <p:ext uri="{BB962C8B-B14F-4D97-AF65-F5344CB8AC3E}">
        <p14:creationId xmlns:p14="http://schemas.microsoft.com/office/powerpoint/2010/main" val="24906045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F94770F1-593C-41E5-9DDC-A7DDE7DA3A0C}" type="datetime1">
              <a:rPr lang="en-US" smtClean="0"/>
              <a:t>1/3/2023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489545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8EBBA4C9-61EB-4E89-89EA-F649D387A885}" type="datetime1">
              <a:rPr lang="en-US" smtClean="0"/>
              <a:t>1/3/2023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957179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DA50626-E323-4146-837D-79DA438855EF}" type="datetime1">
              <a:rPr lang="en-US" smtClean="0"/>
              <a:t>1/3/2023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817563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AC2F3B27-06CD-4A16-84A3-AF5F748FC93B}" type="datetime1">
              <a:rPr lang="en-US" smtClean="0"/>
              <a:t>1/3/2023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90734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FB68157D-198D-4A55-A6AF-F9A96DD09084}" type="datetime1">
              <a:rPr lang="en-US" smtClean="0"/>
              <a:t>1/3/2023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3787" y="6361105"/>
            <a:ext cx="495813"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2472528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F1FA7D0-D9E5-4981-8E91-F86A007EC8E4}" type="datetime1">
              <a:rPr lang="en-US" smtClean="0"/>
              <a:t>1/3/2023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9697234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9A855C73-8B4C-45CE-9F74-EC399096C6A5}" type="datetime1">
              <a:rPr lang="en-US" smtClean="0"/>
              <a:t>1/3/2023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708116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58469AC3-3FEF-4BD8-8E00-675B95488D0A}" type="datetime1">
              <a:rPr lang="en-US" smtClean="0"/>
              <a:t>1/3/2023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467348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4712B63B-3CDB-4958-B2A2-640C52D819C0}" type="datetime1">
              <a:rPr lang="en-US" smtClean="0"/>
              <a:t>1/3/2023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330783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5397D481-5643-4F4C-B901-C5733B76A666}" type="datetime1">
              <a:rPr lang="en-US" smtClean="0"/>
              <a:t>1/3/2023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513290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6543DA-3F1B-FF61-B82B-023A5838DD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FEF1C281-BF04-6E50-0B56-A1A3FD7ACE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AAE4841-C5BB-6C45-D12B-FB01A2BF85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EA0A97-15B2-4D9F-B13A-752F9BB97244}" type="datetimeFigureOut">
              <a:rPr lang="en-PH" smtClean="0"/>
              <a:t>01/03/2023</a:t>
            </a:fld>
            <a:endParaRPr lang="en-PH"/>
          </a:p>
        </p:txBody>
      </p:sp>
      <p:sp>
        <p:nvSpPr>
          <p:cNvPr id="5" name="Footer Placeholder 4">
            <a:extLst>
              <a:ext uri="{FF2B5EF4-FFF2-40B4-BE49-F238E27FC236}">
                <a16:creationId xmlns:a16="http://schemas.microsoft.com/office/drawing/2014/main" id="{4526E3DD-D568-2977-AABF-8EA7A238D8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7696A221-77BD-27AC-D797-E90C323662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5CCBA0-011A-4C95-B977-25C2DFD775D2}" type="slidenum">
              <a:rPr lang="en-PH" smtClean="0"/>
              <a:t>‹#›</a:t>
            </a:fld>
            <a:endParaRPr lang="en-PH"/>
          </a:p>
        </p:txBody>
      </p:sp>
    </p:spTree>
    <p:extLst>
      <p:ext uri="{BB962C8B-B14F-4D97-AF65-F5344CB8AC3E}">
        <p14:creationId xmlns:p14="http://schemas.microsoft.com/office/powerpoint/2010/main" val="1167889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6D66-831C-4C42-918D-32B4B0271D98}" type="datetime1">
              <a:rPr lang="en-US" smtClean="0"/>
              <a:t>1/3/2023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37272671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7.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7.xml"/><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Sales Return</a:t>
            </a:r>
            <a:endParaRPr kumimoji="0" lang="en-US" sz="80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Sales Return is where item returned that has been previously purchased by the customer are recorded.</a:t>
            </a:r>
            <a:r>
              <a:rPr kumimoji="0" lang="en-PH" sz="12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 </a:t>
            </a:r>
            <a:endParaRPr kumimoji="0" lang="en-US" sz="12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063A7496-1034-196F-6300-3534FAADFD8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4993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Sales Return module under Sales, Sales Return transactions list will display based on filtered date and status in the sales return main window.</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3" y="4577453"/>
            <a:ext cx="2552700" cy="272319"/>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Bahnschrift Condensed" panose="020B0502040204020203" pitchFamily="34" charset="0"/>
                <a:ea typeface="Calibri" panose="020F0502020204030204" pitchFamily="34" charset="0"/>
                <a:cs typeface="Times New Roman" panose="02020603050405020304" pitchFamily="18" charset="0"/>
              </a:rPr>
              <a:t>Sales Return – Main Window</a:t>
            </a:r>
            <a:endParaRPr kumimoji="0" lang="en-US" sz="1200" b="0" i="0" u="none" strike="noStrike" kern="1200" cap="none" spc="0" normalizeH="0" baseline="0" noProof="0" dirty="0">
              <a:ln>
                <a:noFill/>
              </a:ln>
              <a:solidFill>
                <a:prstClr val="black"/>
              </a:solidFill>
              <a:effectLst/>
              <a:uLnTx/>
              <a:uFillTx/>
              <a:latin typeface="Bahnschrift Condensed" panose="020B0502040204020203"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7B3AF19C-814C-4975-A22C-FCF6AC461B65}"/>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2" name="Picture 1">
            <a:extLst>
              <a:ext uri="{FF2B5EF4-FFF2-40B4-BE49-F238E27FC236}">
                <a16:creationId xmlns:a16="http://schemas.microsoft.com/office/drawing/2014/main" id="{C72FCBCF-0F55-FEEC-7EA4-F4A4F9264E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9966" y="2280547"/>
            <a:ext cx="5984240" cy="1945005"/>
          </a:xfrm>
          <a:prstGeom prst="rect">
            <a:avLst/>
          </a:prstGeom>
        </p:spPr>
      </p:pic>
      <p:grpSp>
        <p:nvGrpSpPr>
          <p:cNvPr id="7" name="Group 6">
            <a:extLst>
              <a:ext uri="{FF2B5EF4-FFF2-40B4-BE49-F238E27FC236}">
                <a16:creationId xmlns:a16="http://schemas.microsoft.com/office/drawing/2014/main" id="{016A7AF6-B102-F292-C031-FABB4E7A70E3}"/>
              </a:ext>
            </a:extLst>
          </p:cNvPr>
          <p:cNvGrpSpPr/>
          <p:nvPr/>
        </p:nvGrpSpPr>
        <p:grpSpPr>
          <a:xfrm>
            <a:off x="5319966" y="2996911"/>
            <a:ext cx="5855970" cy="1223010"/>
            <a:chOff x="3168015" y="2817495"/>
            <a:chExt cx="5855970" cy="1223010"/>
          </a:xfrm>
        </p:grpSpPr>
        <p:sp>
          <p:nvSpPr>
            <p:cNvPr id="3" name="Rectangle 2">
              <a:extLst>
                <a:ext uri="{FF2B5EF4-FFF2-40B4-BE49-F238E27FC236}">
                  <a16:creationId xmlns:a16="http://schemas.microsoft.com/office/drawing/2014/main" id="{59516E8B-AB88-76DE-22D2-3389FF462045}"/>
                </a:ext>
              </a:extLst>
            </p:cNvPr>
            <p:cNvSpPr/>
            <p:nvPr/>
          </p:nvSpPr>
          <p:spPr>
            <a:xfrm>
              <a:off x="3168015" y="3840480"/>
              <a:ext cx="885825" cy="1619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BC607CD2-9407-F708-7C85-CBAFE69D26C7}"/>
                </a:ext>
              </a:extLst>
            </p:cNvPr>
            <p:cNvSpPr/>
            <p:nvPr/>
          </p:nvSpPr>
          <p:spPr>
            <a:xfrm>
              <a:off x="4215765" y="2817495"/>
              <a:ext cx="4808220" cy="12230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 name="Straight Arrow Connector 4">
              <a:extLst>
                <a:ext uri="{FF2B5EF4-FFF2-40B4-BE49-F238E27FC236}">
                  <a16:creationId xmlns:a16="http://schemas.microsoft.com/office/drawing/2014/main" id="{403925DD-2462-DADF-ADC1-5D51025DA9D2}"/>
                </a:ext>
              </a:extLst>
            </p:cNvPr>
            <p:cNvCxnSpPr/>
            <p:nvPr/>
          </p:nvCxnSpPr>
          <p:spPr>
            <a:xfrm>
              <a:off x="4082415" y="3931285"/>
              <a:ext cx="142875" cy="450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9" name="Slide Number Placeholder 8">
            <a:extLst>
              <a:ext uri="{FF2B5EF4-FFF2-40B4-BE49-F238E27FC236}">
                <a16:creationId xmlns:a16="http://schemas.microsoft.com/office/drawing/2014/main" id="{3D372DE2-59DB-B986-5463-F32324D2B9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3914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Sales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771321"/>
            <a:ext cx="4179346" cy="194225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Sales Return – Main Window, you will notice a create button in the upper left of the window. Click the create button and you will be redirect in sales return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customer. Search and select a customer.</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 Box 27">
            <a:extLst>
              <a:ext uri="{FF2B5EF4-FFF2-40B4-BE49-F238E27FC236}">
                <a16:creationId xmlns:a16="http://schemas.microsoft.com/office/drawing/2014/main" id="{C0041F90-1A0F-8769-2E1A-BA60672B2ED3}"/>
              </a:ext>
            </a:extLst>
          </p:cNvPr>
          <p:cNvSpPr txBox="1"/>
          <p:nvPr/>
        </p:nvSpPr>
        <p:spPr>
          <a:xfrm>
            <a:off x="678873" y="4067395"/>
            <a:ext cx="3902776" cy="117289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customer, you will be redirected in sales return – main form where you will encode the other necessary information of the transaction and record the items’ returned by the customer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09B8998E-F87B-8644-765B-F34F79480AA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13" name="Group 12">
            <a:extLst>
              <a:ext uri="{FF2B5EF4-FFF2-40B4-BE49-F238E27FC236}">
                <a16:creationId xmlns:a16="http://schemas.microsoft.com/office/drawing/2014/main" id="{8828B002-A689-9C4D-E3B6-769D5F3DF726}"/>
              </a:ext>
            </a:extLst>
          </p:cNvPr>
          <p:cNvGrpSpPr/>
          <p:nvPr/>
        </p:nvGrpSpPr>
        <p:grpSpPr>
          <a:xfrm>
            <a:off x="5403920" y="2742449"/>
            <a:ext cx="5982970" cy="2613025"/>
            <a:chOff x="0" y="0"/>
            <a:chExt cx="5983340" cy="2613546"/>
          </a:xfrm>
        </p:grpSpPr>
        <p:grpSp>
          <p:nvGrpSpPr>
            <p:cNvPr id="14" name="Group 13">
              <a:extLst>
                <a:ext uri="{FF2B5EF4-FFF2-40B4-BE49-F238E27FC236}">
                  <a16:creationId xmlns:a16="http://schemas.microsoft.com/office/drawing/2014/main" id="{09FDFBDC-5019-0554-D547-0A1ECFF212AC}"/>
                </a:ext>
              </a:extLst>
            </p:cNvPr>
            <p:cNvGrpSpPr/>
            <p:nvPr/>
          </p:nvGrpSpPr>
          <p:grpSpPr>
            <a:xfrm>
              <a:off x="0" y="0"/>
              <a:ext cx="5983340" cy="2613546"/>
              <a:chOff x="88710" y="8223"/>
              <a:chExt cx="6189345" cy="3053287"/>
            </a:xfrm>
          </p:grpSpPr>
          <p:pic>
            <p:nvPicPr>
              <p:cNvPr id="16" name="Picture 15">
                <a:extLst>
                  <a:ext uri="{FF2B5EF4-FFF2-40B4-BE49-F238E27FC236}">
                    <a16:creationId xmlns:a16="http://schemas.microsoft.com/office/drawing/2014/main" id="{75CB647C-D370-F1CD-F477-38F1F5DA54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10" y="8223"/>
                <a:ext cx="6189345" cy="3053287"/>
              </a:xfrm>
              <a:prstGeom prst="rect">
                <a:avLst/>
              </a:prstGeom>
            </p:spPr>
          </p:pic>
          <p:grpSp>
            <p:nvGrpSpPr>
              <p:cNvPr id="17" name="Group 16">
                <a:extLst>
                  <a:ext uri="{FF2B5EF4-FFF2-40B4-BE49-F238E27FC236}">
                    <a16:creationId xmlns:a16="http://schemas.microsoft.com/office/drawing/2014/main" id="{586D3327-95E0-E4A2-4F83-BF3626A26FAD}"/>
                  </a:ext>
                </a:extLst>
              </p:cNvPr>
              <p:cNvGrpSpPr/>
              <p:nvPr/>
            </p:nvGrpSpPr>
            <p:grpSpPr>
              <a:xfrm>
                <a:off x="609458" y="672573"/>
                <a:ext cx="5592194" cy="365643"/>
                <a:chOff x="-4010167" y="177273"/>
                <a:chExt cx="5592194" cy="365643"/>
              </a:xfrm>
            </p:grpSpPr>
            <p:sp>
              <p:nvSpPr>
                <p:cNvPr id="18" name="Rectangle 17">
                  <a:extLst>
                    <a:ext uri="{FF2B5EF4-FFF2-40B4-BE49-F238E27FC236}">
                      <a16:creationId xmlns:a16="http://schemas.microsoft.com/office/drawing/2014/main" id="{FBD80F96-A53E-EF66-4336-6A49F602CF38}"/>
                    </a:ext>
                  </a:extLst>
                </p:cNvPr>
                <p:cNvSpPr/>
                <p:nvPr/>
              </p:nvSpPr>
              <p:spPr>
                <a:xfrm>
                  <a:off x="-4010167" y="177273"/>
                  <a:ext cx="5145632"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B5755497-151B-D3AB-BC35-C2C5884D9535}"/>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104">
                  <a:extLst>
                    <a:ext uri="{FF2B5EF4-FFF2-40B4-BE49-F238E27FC236}">
                      <a16:creationId xmlns:a16="http://schemas.microsoft.com/office/drawing/2014/main" id="{A7422994-C35B-C870-38FD-52D8E79E3BD0}"/>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pic>
          <p:nvPicPr>
            <p:cNvPr id="15" name="Picture 14">
              <a:extLst>
                <a:ext uri="{FF2B5EF4-FFF2-40B4-BE49-F238E27FC236}">
                  <a16:creationId xmlns:a16="http://schemas.microsoft.com/office/drawing/2014/main" id="{B76FD168-18F5-8F9A-09A2-909DC72A1C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000" y="38100"/>
              <a:ext cx="1781175" cy="161925"/>
            </a:xfrm>
            <a:prstGeom prst="rect">
              <a:avLst/>
            </a:prstGeom>
          </p:spPr>
        </p:pic>
      </p:grpSp>
      <p:sp>
        <p:nvSpPr>
          <p:cNvPr id="6" name="Slide Number Placeholder 5">
            <a:extLst>
              <a:ext uri="{FF2B5EF4-FFF2-40B4-BE49-F238E27FC236}">
                <a16:creationId xmlns:a16="http://schemas.microsoft.com/office/drawing/2014/main" id="{F4F49DEC-339C-45EE-3FAD-E06A215F3E4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E44A876E-D4E3-E812-473C-206518101277}"/>
              </a:ext>
            </a:extLst>
          </p:cNvPr>
          <p:cNvGrpSpPr/>
          <p:nvPr/>
        </p:nvGrpSpPr>
        <p:grpSpPr>
          <a:xfrm>
            <a:off x="5148121" y="1127100"/>
            <a:ext cx="6918665" cy="905009"/>
            <a:chOff x="5148121" y="1127100"/>
            <a:chExt cx="6918665" cy="905009"/>
          </a:xfrm>
        </p:grpSpPr>
        <p:pic>
          <p:nvPicPr>
            <p:cNvPr id="21" name="Picture 20">
              <a:extLst>
                <a:ext uri="{FF2B5EF4-FFF2-40B4-BE49-F238E27FC236}">
                  <a16:creationId xmlns:a16="http://schemas.microsoft.com/office/drawing/2014/main" id="{C4C8CE5D-F853-ED03-31B7-B89D4702A440}"/>
                </a:ext>
              </a:extLst>
            </p:cNvPr>
            <p:cNvPicPr>
              <a:picLocks noChangeAspect="1"/>
            </p:cNvPicPr>
            <p:nvPr/>
          </p:nvPicPr>
          <p:blipFill>
            <a:blip r:embed="rId5"/>
            <a:stretch>
              <a:fillRect/>
            </a:stretch>
          </p:blipFill>
          <p:spPr>
            <a:xfrm>
              <a:off x="5148121" y="1127100"/>
              <a:ext cx="6918665" cy="905009"/>
            </a:xfrm>
            <a:prstGeom prst="rect">
              <a:avLst/>
            </a:prstGeom>
          </p:spPr>
        </p:pic>
        <p:grpSp>
          <p:nvGrpSpPr>
            <p:cNvPr id="22" name="Group 21">
              <a:extLst>
                <a:ext uri="{FF2B5EF4-FFF2-40B4-BE49-F238E27FC236}">
                  <a16:creationId xmlns:a16="http://schemas.microsoft.com/office/drawing/2014/main" id="{F9E8EA5D-0C46-49C3-BF11-66FF33F88F45}"/>
                </a:ext>
              </a:extLst>
            </p:cNvPr>
            <p:cNvGrpSpPr/>
            <p:nvPr/>
          </p:nvGrpSpPr>
          <p:grpSpPr>
            <a:xfrm>
              <a:off x="5160852" y="1138184"/>
              <a:ext cx="1209675" cy="280959"/>
              <a:chOff x="0" y="-1055020"/>
              <a:chExt cx="1209675" cy="333375"/>
            </a:xfrm>
          </p:grpSpPr>
          <p:sp>
            <p:nvSpPr>
              <p:cNvPr id="24" name="Rectangle 23">
                <a:extLst>
                  <a:ext uri="{FF2B5EF4-FFF2-40B4-BE49-F238E27FC236}">
                    <a16:creationId xmlns:a16="http://schemas.microsoft.com/office/drawing/2014/main" id="{76566236-05E3-16F3-0DAA-46FFCB85E9AF}"/>
                  </a:ext>
                </a:extLst>
              </p:cNvPr>
              <p:cNvSpPr/>
              <p:nvPr/>
            </p:nvSpPr>
            <p:spPr>
              <a:xfrm>
                <a:off x="0" y="-105502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Arrow Connector 24">
                <a:extLst>
                  <a:ext uri="{FF2B5EF4-FFF2-40B4-BE49-F238E27FC236}">
                    <a16:creationId xmlns:a16="http://schemas.microsoft.com/office/drawing/2014/main" id="{F04E96E7-A730-F252-3809-88CD55215B4B}"/>
                  </a:ext>
                </a:extLst>
              </p:cNvPr>
              <p:cNvCxnSpPr/>
              <p:nvPr/>
            </p:nvCxnSpPr>
            <p:spPr>
              <a:xfrm>
                <a:off x="800100" y="-92167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 Box 355">
                <a:extLst>
                  <a:ext uri="{FF2B5EF4-FFF2-40B4-BE49-F238E27FC236}">
                    <a16:creationId xmlns:a16="http://schemas.microsoft.com/office/drawing/2014/main" id="{11B929EE-7EB1-7B7B-72D2-BCD29A68227B}"/>
                  </a:ext>
                </a:extLst>
              </p:cNvPr>
              <p:cNvSpPr txBox="1"/>
              <p:nvPr/>
            </p:nvSpPr>
            <p:spPr>
              <a:xfrm>
                <a:off x="1009650" y="-102644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spTree>
    <p:extLst>
      <p:ext uri="{BB962C8B-B14F-4D97-AF65-F5344CB8AC3E}">
        <p14:creationId xmlns:p14="http://schemas.microsoft.com/office/powerpoint/2010/main" val="1786124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Sales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09B8998E-F87B-8644-765B-F34F79480AA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32" name="Group 31">
            <a:extLst>
              <a:ext uri="{FF2B5EF4-FFF2-40B4-BE49-F238E27FC236}">
                <a16:creationId xmlns:a16="http://schemas.microsoft.com/office/drawing/2014/main" id="{1EC5F702-F2CA-8C00-69DA-158CA0D1A622}"/>
              </a:ext>
            </a:extLst>
          </p:cNvPr>
          <p:cNvGrpSpPr/>
          <p:nvPr/>
        </p:nvGrpSpPr>
        <p:grpSpPr>
          <a:xfrm>
            <a:off x="4700340" y="1499464"/>
            <a:ext cx="6686550" cy="2977832"/>
            <a:chOff x="2752725" y="1681480"/>
            <a:chExt cx="6686550" cy="2977832"/>
          </a:xfrm>
        </p:grpSpPr>
        <p:pic>
          <p:nvPicPr>
            <p:cNvPr id="4" name="Picture 3">
              <a:extLst>
                <a:ext uri="{FF2B5EF4-FFF2-40B4-BE49-F238E27FC236}">
                  <a16:creationId xmlns:a16="http://schemas.microsoft.com/office/drawing/2014/main" id="{6ED0D095-A4A9-8EA2-7EB4-EF2F071FE9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8220" y="1681480"/>
              <a:ext cx="5901055" cy="2908935"/>
            </a:xfrm>
            <a:prstGeom prst="rect">
              <a:avLst/>
            </a:prstGeom>
          </p:spPr>
        </p:pic>
        <p:sp>
          <p:nvSpPr>
            <p:cNvPr id="6" name="Rectangle 5">
              <a:extLst>
                <a:ext uri="{FF2B5EF4-FFF2-40B4-BE49-F238E27FC236}">
                  <a16:creationId xmlns:a16="http://schemas.microsoft.com/office/drawing/2014/main" id="{F83A8102-EC46-9098-7F9D-C2A2E60A20D7}"/>
                </a:ext>
              </a:extLst>
            </p:cNvPr>
            <p:cNvSpPr/>
            <p:nvPr/>
          </p:nvSpPr>
          <p:spPr>
            <a:xfrm>
              <a:off x="3571875" y="2413000"/>
              <a:ext cx="5822950" cy="990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7745F05A-82CD-42D3-E225-04A9DDCFC323}"/>
                </a:ext>
              </a:extLst>
            </p:cNvPr>
            <p:cNvSpPr/>
            <p:nvPr/>
          </p:nvSpPr>
          <p:spPr>
            <a:xfrm>
              <a:off x="3616325" y="3668712"/>
              <a:ext cx="5822950" cy="990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 Box 714">
              <a:extLst>
                <a:ext uri="{FF2B5EF4-FFF2-40B4-BE49-F238E27FC236}">
                  <a16:creationId xmlns:a16="http://schemas.microsoft.com/office/drawing/2014/main" id="{CCBA9C4A-6B8B-7C0B-BA1E-3E3C293F30F9}"/>
                </a:ext>
              </a:extLst>
            </p:cNvPr>
            <p:cNvSpPr txBox="1"/>
            <p:nvPr/>
          </p:nvSpPr>
          <p:spPr>
            <a:xfrm>
              <a:off x="2778125" y="4189730"/>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sp>
          <p:nvSpPr>
            <p:cNvPr id="24" name="Text Box 708">
              <a:extLst>
                <a:ext uri="{FF2B5EF4-FFF2-40B4-BE49-F238E27FC236}">
                  <a16:creationId xmlns:a16="http://schemas.microsoft.com/office/drawing/2014/main" id="{D241E1CD-1BCD-0D34-07E0-4160C33AF711}"/>
                </a:ext>
              </a:extLst>
            </p:cNvPr>
            <p:cNvSpPr txBox="1"/>
            <p:nvPr/>
          </p:nvSpPr>
          <p:spPr>
            <a:xfrm>
              <a:off x="2752725" y="2419350"/>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25" name="Text Box 710">
              <a:extLst>
                <a:ext uri="{FF2B5EF4-FFF2-40B4-BE49-F238E27FC236}">
                  <a16:creationId xmlns:a16="http://schemas.microsoft.com/office/drawing/2014/main" id="{B762F258-0BC3-D3A2-573F-F24E1251031D}"/>
                </a:ext>
              </a:extLst>
            </p:cNvPr>
            <p:cNvSpPr txBox="1"/>
            <p:nvPr/>
          </p:nvSpPr>
          <p:spPr>
            <a:xfrm>
              <a:off x="8173720" y="2992755"/>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4.1 to 4.3</a:t>
              </a:r>
            </a:p>
          </p:txBody>
        </p:sp>
        <p:sp>
          <p:nvSpPr>
            <p:cNvPr id="26" name="Rectangle 25">
              <a:extLst>
                <a:ext uri="{FF2B5EF4-FFF2-40B4-BE49-F238E27FC236}">
                  <a16:creationId xmlns:a16="http://schemas.microsoft.com/office/drawing/2014/main" id="{CDCB5D60-F895-712F-C4C6-DDDCF9D00227}"/>
                </a:ext>
              </a:extLst>
            </p:cNvPr>
            <p:cNvSpPr/>
            <p:nvPr/>
          </p:nvSpPr>
          <p:spPr>
            <a:xfrm>
              <a:off x="7876540" y="2090420"/>
              <a:ext cx="675005" cy="2171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7" name="Straight Arrow Connector 26">
              <a:extLst>
                <a:ext uri="{FF2B5EF4-FFF2-40B4-BE49-F238E27FC236}">
                  <a16:creationId xmlns:a16="http://schemas.microsoft.com/office/drawing/2014/main" id="{34B2D17C-2A65-D108-AFB2-2C012912768A}"/>
                </a:ext>
              </a:extLst>
            </p:cNvPr>
            <p:cNvCxnSpPr/>
            <p:nvPr/>
          </p:nvCxnSpPr>
          <p:spPr>
            <a:xfrm>
              <a:off x="8528685" y="209994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 Box 704">
              <a:extLst>
                <a:ext uri="{FF2B5EF4-FFF2-40B4-BE49-F238E27FC236}">
                  <a16:creationId xmlns:a16="http://schemas.microsoft.com/office/drawing/2014/main" id="{80C1AB9C-F682-6FF6-A30C-9EE45781A879}"/>
                </a:ext>
              </a:extLst>
            </p:cNvPr>
            <p:cNvSpPr txBox="1"/>
            <p:nvPr/>
          </p:nvSpPr>
          <p:spPr>
            <a:xfrm>
              <a:off x="8731250" y="198310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4.4</a:t>
              </a:r>
            </a:p>
          </p:txBody>
        </p:sp>
        <p:sp>
          <p:nvSpPr>
            <p:cNvPr id="29" name="Rectangle 28">
              <a:extLst>
                <a:ext uri="{FF2B5EF4-FFF2-40B4-BE49-F238E27FC236}">
                  <a16:creationId xmlns:a16="http://schemas.microsoft.com/office/drawing/2014/main" id="{1AB82B0F-FBC2-7866-326E-ABB11C264D0C}"/>
                </a:ext>
              </a:extLst>
            </p:cNvPr>
            <p:cNvSpPr/>
            <p:nvPr/>
          </p:nvSpPr>
          <p:spPr>
            <a:xfrm>
              <a:off x="6409055" y="3374390"/>
              <a:ext cx="675005" cy="2171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0" name="Straight Arrow Connector 29">
              <a:extLst>
                <a:ext uri="{FF2B5EF4-FFF2-40B4-BE49-F238E27FC236}">
                  <a16:creationId xmlns:a16="http://schemas.microsoft.com/office/drawing/2014/main" id="{C8DEB4F1-8413-F325-42F3-00A0E0DD4092}"/>
                </a:ext>
              </a:extLst>
            </p:cNvPr>
            <p:cNvCxnSpPr/>
            <p:nvPr/>
          </p:nvCxnSpPr>
          <p:spPr>
            <a:xfrm>
              <a:off x="7061200" y="343789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Text Box 712">
              <a:extLst>
                <a:ext uri="{FF2B5EF4-FFF2-40B4-BE49-F238E27FC236}">
                  <a16:creationId xmlns:a16="http://schemas.microsoft.com/office/drawing/2014/main" id="{E4F57EF8-8AB1-B5DE-C74A-F6C94096F674}"/>
                </a:ext>
              </a:extLst>
            </p:cNvPr>
            <p:cNvSpPr txBox="1"/>
            <p:nvPr/>
          </p:nvSpPr>
          <p:spPr>
            <a:xfrm>
              <a:off x="7263765" y="326707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grpSp>
      <p:sp>
        <p:nvSpPr>
          <p:cNvPr id="33" name="Text Box 18">
            <a:extLst>
              <a:ext uri="{FF2B5EF4-FFF2-40B4-BE49-F238E27FC236}">
                <a16:creationId xmlns:a16="http://schemas.microsoft.com/office/drawing/2014/main" id="{E2EDBF23-A848-507E-DB3A-41520180B9FE}"/>
              </a:ext>
            </a:extLst>
          </p:cNvPr>
          <p:cNvSpPr txBox="1"/>
          <p:nvPr/>
        </p:nvSpPr>
        <p:spPr>
          <a:xfrm>
            <a:off x="383764" y="1688465"/>
            <a:ext cx="4179346" cy="398843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a:t>
            </a: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you select the customer, some details such as address, terms are automatically plotted in their respective field. If you wish to change the term, click the lookup button and select its respective term.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current date and default warehouse is also plotted automatically but if you wish to change the date – click the date picker and select its respective return date. And if you want to change the warehouse, click the lookup button and select its respective warehouse.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add the necessary information if necessary.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FCA4707E-F014-328E-3F1E-9AE560F1022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0091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Sales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9B8998E-F87B-8644-765B-F34F79480AA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3" name="Text Box 18">
            <a:extLst>
              <a:ext uri="{FF2B5EF4-FFF2-40B4-BE49-F238E27FC236}">
                <a16:creationId xmlns:a16="http://schemas.microsoft.com/office/drawing/2014/main" id="{E2EDBF23-A848-507E-DB3A-41520180B9FE}"/>
              </a:ext>
            </a:extLst>
          </p:cNvPr>
          <p:cNvSpPr txBox="1"/>
          <p:nvPr/>
        </p:nvSpPr>
        <p:spPr>
          <a:xfrm>
            <a:off x="383764" y="1688465"/>
            <a:ext cx="4179346" cy="398843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saving the header, you may now select the returned items of customer from Sales Journal and select the items returned by clicking SJ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5.2.1.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SJ button, a dialog box of all sales journal transactions of the customer will be displayed. Search the document number and select the delivered items, returned by customer by ticking the check box. You may select multiple sales journal transactions in one sales return transaction.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5.2.2.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show details button, to itemize the sales journal transaction.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5.2.2.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When you click the show detail button, SJ transactions will be detailed as shown below.</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66" name="Picture 65">
            <a:extLst>
              <a:ext uri="{FF2B5EF4-FFF2-40B4-BE49-F238E27FC236}">
                <a16:creationId xmlns:a16="http://schemas.microsoft.com/office/drawing/2014/main" id="{7E72D395-522A-4CCE-EC7E-9616D150F011}"/>
              </a:ext>
            </a:extLst>
          </p:cNvPr>
          <p:cNvPicPr>
            <a:picLocks noChangeAspect="1"/>
          </p:cNvPicPr>
          <p:nvPr/>
        </p:nvPicPr>
        <p:blipFill rotWithShape="1">
          <a:blip r:embed="rId2"/>
          <a:srcRect t="74025"/>
          <a:stretch/>
        </p:blipFill>
        <p:spPr>
          <a:xfrm>
            <a:off x="5625836" y="2555071"/>
            <a:ext cx="6322100" cy="1075251"/>
          </a:xfrm>
          <a:prstGeom prst="rect">
            <a:avLst/>
          </a:prstGeom>
        </p:spPr>
      </p:pic>
      <p:grpSp>
        <p:nvGrpSpPr>
          <p:cNvPr id="73" name="Group 72">
            <a:extLst>
              <a:ext uri="{FF2B5EF4-FFF2-40B4-BE49-F238E27FC236}">
                <a16:creationId xmlns:a16="http://schemas.microsoft.com/office/drawing/2014/main" id="{4AFB35EF-33AD-0A4C-C43A-070824DCF6AC}"/>
              </a:ext>
            </a:extLst>
          </p:cNvPr>
          <p:cNvGrpSpPr/>
          <p:nvPr/>
        </p:nvGrpSpPr>
        <p:grpSpPr>
          <a:xfrm>
            <a:off x="5410426" y="4758054"/>
            <a:ext cx="995045" cy="876300"/>
            <a:chOff x="5598477" y="2990850"/>
            <a:chExt cx="995045" cy="876300"/>
          </a:xfrm>
        </p:grpSpPr>
        <p:sp>
          <p:nvSpPr>
            <p:cNvPr id="70" name="Rectangle 69">
              <a:extLst>
                <a:ext uri="{FF2B5EF4-FFF2-40B4-BE49-F238E27FC236}">
                  <a16:creationId xmlns:a16="http://schemas.microsoft.com/office/drawing/2014/main" id="{2425F947-5371-A984-E8E5-84FA499BCB20}"/>
                </a:ext>
              </a:extLst>
            </p:cNvPr>
            <p:cNvSpPr/>
            <p:nvPr/>
          </p:nvSpPr>
          <p:spPr>
            <a:xfrm>
              <a:off x="5598477" y="3000375"/>
              <a:ext cx="367030" cy="8667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1" name="Straight Arrow Connector 70">
              <a:extLst>
                <a:ext uri="{FF2B5EF4-FFF2-40B4-BE49-F238E27FC236}">
                  <a16:creationId xmlns:a16="http://schemas.microsoft.com/office/drawing/2014/main" id="{C3A70629-1C7B-42C5-AC3F-BF1DBE464950}"/>
                </a:ext>
              </a:extLst>
            </p:cNvPr>
            <p:cNvCxnSpPr/>
            <p:nvPr/>
          </p:nvCxnSpPr>
          <p:spPr>
            <a:xfrm>
              <a:off x="5922962" y="334454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2" name="Text Box 771">
              <a:extLst>
                <a:ext uri="{FF2B5EF4-FFF2-40B4-BE49-F238E27FC236}">
                  <a16:creationId xmlns:a16="http://schemas.microsoft.com/office/drawing/2014/main" id="{B0E0C4E9-94B4-8F34-880E-373D91E6D48F}"/>
                </a:ext>
              </a:extLst>
            </p:cNvPr>
            <p:cNvSpPr txBox="1"/>
            <p:nvPr/>
          </p:nvSpPr>
          <p:spPr>
            <a:xfrm>
              <a:off x="6098222" y="2990850"/>
              <a:ext cx="495300" cy="428625"/>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5.2.1</a:t>
              </a:r>
            </a:p>
          </p:txBody>
        </p:sp>
      </p:grpSp>
      <p:sp>
        <p:nvSpPr>
          <p:cNvPr id="5" name="Slide Number Placeholder 4">
            <a:extLst>
              <a:ext uri="{FF2B5EF4-FFF2-40B4-BE49-F238E27FC236}">
                <a16:creationId xmlns:a16="http://schemas.microsoft.com/office/drawing/2014/main" id="{DED56F43-D408-8E75-3123-26D05C4BDBD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id="{C5DA8592-CCAE-1107-5E93-215C39F00A04}"/>
              </a:ext>
            </a:extLst>
          </p:cNvPr>
          <p:cNvGrpSpPr/>
          <p:nvPr/>
        </p:nvGrpSpPr>
        <p:grpSpPr>
          <a:xfrm>
            <a:off x="5625836" y="259256"/>
            <a:ext cx="6452656" cy="2295815"/>
            <a:chOff x="5625836" y="259256"/>
            <a:chExt cx="6452656" cy="2295815"/>
          </a:xfrm>
        </p:grpSpPr>
        <p:pic>
          <p:nvPicPr>
            <p:cNvPr id="67" name="Picture 66">
              <a:extLst>
                <a:ext uri="{FF2B5EF4-FFF2-40B4-BE49-F238E27FC236}">
                  <a16:creationId xmlns:a16="http://schemas.microsoft.com/office/drawing/2014/main" id="{A5672511-1C99-63C1-A727-138F83024DF9}"/>
                </a:ext>
              </a:extLst>
            </p:cNvPr>
            <p:cNvPicPr>
              <a:picLocks noChangeAspect="1"/>
            </p:cNvPicPr>
            <p:nvPr/>
          </p:nvPicPr>
          <p:blipFill rotWithShape="1">
            <a:blip r:embed="rId2"/>
            <a:srcRect b="45662"/>
            <a:stretch/>
          </p:blipFill>
          <p:spPr>
            <a:xfrm>
              <a:off x="5625836" y="259256"/>
              <a:ext cx="6452656" cy="2295815"/>
            </a:xfrm>
            <a:prstGeom prst="rect">
              <a:avLst/>
            </a:prstGeom>
          </p:spPr>
        </p:pic>
        <p:pic>
          <p:nvPicPr>
            <p:cNvPr id="13" name="Picture 12">
              <a:extLst>
                <a:ext uri="{FF2B5EF4-FFF2-40B4-BE49-F238E27FC236}">
                  <a16:creationId xmlns:a16="http://schemas.microsoft.com/office/drawing/2014/main" id="{B8A22CF4-6F74-33C4-97A0-98AA0E63D25B}"/>
                </a:ext>
              </a:extLst>
            </p:cNvPr>
            <p:cNvPicPr>
              <a:picLocks noChangeAspect="1"/>
            </p:cNvPicPr>
            <p:nvPr/>
          </p:nvPicPr>
          <p:blipFill>
            <a:blip r:embed="rId3"/>
            <a:stretch>
              <a:fillRect/>
            </a:stretch>
          </p:blipFill>
          <p:spPr>
            <a:xfrm>
              <a:off x="5644596" y="292812"/>
              <a:ext cx="5928730" cy="278701"/>
            </a:xfrm>
            <a:prstGeom prst="rect">
              <a:avLst/>
            </a:prstGeom>
          </p:spPr>
        </p:pic>
      </p:grpSp>
      <p:grpSp>
        <p:nvGrpSpPr>
          <p:cNvPr id="18" name="Group 17">
            <a:extLst>
              <a:ext uri="{FF2B5EF4-FFF2-40B4-BE49-F238E27FC236}">
                <a16:creationId xmlns:a16="http://schemas.microsoft.com/office/drawing/2014/main" id="{63A55595-AB43-41DB-3393-2D066B2BA499}"/>
              </a:ext>
            </a:extLst>
          </p:cNvPr>
          <p:cNvGrpSpPr/>
          <p:nvPr/>
        </p:nvGrpSpPr>
        <p:grpSpPr>
          <a:xfrm>
            <a:off x="5325427" y="3733482"/>
            <a:ext cx="6189345" cy="2925445"/>
            <a:chOff x="5325427" y="3733482"/>
            <a:chExt cx="6189345" cy="2925445"/>
          </a:xfrm>
        </p:grpSpPr>
        <p:pic>
          <p:nvPicPr>
            <p:cNvPr id="69" name="Picture 68">
              <a:extLst>
                <a:ext uri="{FF2B5EF4-FFF2-40B4-BE49-F238E27FC236}">
                  <a16:creationId xmlns:a16="http://schemas.microsoft.com/office/drawing/2014/main" id="{1F91C441-D11D-0B53-4011-7A455CDD80BC}"/>
                </a:ext>
              </a:extLst>
            </p:cNvPr>
            <p:cNvPicPr>
              <a:picLocks noChangeAspect="1"/>
            </p:cNvPicPr>
            <p:nvPr/>
          </p:nvPicPr>
          <p:blipFill>
            <a:blip r:embed="rId4"/>
            <a:stretch>
              <a:fillRect/>
            </a:stretch>
          </p:blipFill>
          <p:spPr>
            <a:xfrm>
              <a:off x="5325427" y="3733482"/>
              <a:ext cx="6189345" cy="2925445"/>
            </a:xfrm>
            <a:prstGeom prst="rect">
              <a:avLst/>
            </a:prstGeom>
          </p:spPr>
        </p:pic>
        <p:pic>
          <p:nvPicPr>
            <p:cNvPr id="17" name="Picture 16">
              <a:extLst>
                <a:ext uri="{FF2B5EF4-FFF2-40B4-BE49-F238E27FC236}">
                  <a16:creationId xmlns:a16="http://schemas.microsoft.com/office/drawing/2014/main" id="{83308811-B127-16C0-99C0-32E7C73F97C1}"/>
                </a:ext>
              </a:extLst>
            </p:cNvPr>
            <p:cNvPicPr>
              <a:picLocks noChangeAspect="1"/>
            </p:cNvPicPr>
            <p:nvPr/>
          </p:nvPicPr>
          <p:blipFill>
            <a:blip r:embed="rId5"/>
            <a:stretch>
              <a:fillRect/>
            </a:stretch>
          </p:blipFill>
          <p:spPr>
            <a:xfrm>
              <a:off x="5345392" y="3745382"/>
              <a:ext cx="2724818" cy="225814"/>
            </a:xfrm>
            <a:prstGeom prst="rect">
              <a:avLst/>
            </a:prstGeom>
          </p:spPr>
        </p:pic>
      </p:grpSp>
    </p:spTree>
    <p:extLst>
      <p:ext uri="{BB962C8B-B14F-4D97-AF65-F5344CB8AC3E}">
        <p14:creationId xmlns:p14="http://schemas.microsoft.com/office/powerpoint/2010/main" val="293975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Sales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9B8998E-F87B-8644-765B-F34F79480AA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3" name="Text Box 18">
            <a:extLst>
              <a:ext uri="{FF2B5EF4-FFF2-40B4-BE49-F238E27FC236}">
                <a16:creationId xmlns:a16="http://schemas.microsoft.com/office/drawing/2014/main" id="{E2EDBF23-A848-507E-DB3A-41520180B9FE}"/>
              </a:ext>
            </a:extLst>
          </p:cNvPr>
          <p:cNvSpPr txBox="1"/>
          <p:nvPr/>
        </p:nvSpPr>
        <p:spPr>
          <a:xfrm>
            <a:off x="383764" y="1688465"/>
            <a:ext cx="4179346" cy="398843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accept button, selected returned items will be displayed in sales return stock. You may edit the details of item by directly changing it.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wish to add another item that is not from sales journal, click add item button. If you know the item code, click quick add button for faster adding of item.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edit, click save item button.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73" name="Group 72">
            <a:extLst>
              <a:ext uri="{FF2B5EF4-FFF2-40B4-BE49-F238E27FC236}">
                <a16:creationId xmlns:a16="http://schemas.microsoft.com/office/drawing/2014/main" id="{4AFB35EF-33AD-0A4C-C43A-070824DCF6AC}"/>
              </a:ext>
            </a:extLst>
          </p:cNvPr>
          <p:cNvGrpSpPr/>
          <p:nvPr/>
        </p:nvGrpSpPr>
        <p:grpSpPr>
          <a:xfrm>
            <a:off x="5410426" y="4758054"/>
            <a:ext cx="995045" cy="876300"/>
            <a:chOff x="5598477" y="2990850"/>
            <a:chExt cx="995045" cy="876300"/>
          </a:xfrm>
        </p:grpSpPr>
        <p:sp>
          <p:nvSpPr>
            <p:cNvPr id="70" name="Rectangle 69">
              <a:extLst>
                <a:ext uri="{FF2B5EF4-FFF2-40B4-BE49-F238E27FC236}">
                  <a16:creationId xmlns:a16="http://schemas.microsoft.com/office/drawing/2014/main" id="{2425F947-5371-A984-E8E5-84FA499BCB20}"/>
                </a:ext>
              </a:extLst>
            </p:cNvPr>
            <p:cNvSpPr/>
            <p:nvPr/>
          </p:nvSpPr>
          <p:spPr>
            <a:xfrm>
              <a:off x="5598477" y="3000375"/>
              <a:ext cx="367030" cy="8667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1" name="Straight Arrow Connector 70">
              <a:extLst>
                <a:ext uri="{FF2B5EF4-FFF2-40B4-BE49-F238E27FC236}">
                  <a16:creationId xmlns:a16="http://schemas.microsoft.com/office/drawing/2014/main" id="{C3A70629-1C7B-42C5-AC3F-BF1DBE464950}"/>
                </a:ext>
              </a:extLst>
            </p:cNvPr>
            <p:cNvCxnSpPr/>
            <p:nvPr/>
          </p:nvCxnSpPr>
          <p:spPr>
            <a:xfrm>
              <a:off x="5922962" y="334454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2" name="Text Box 771">
              <a:extLst>
                <a:ext uri="{FF2B5EF4-FFF2-40B4-BE49-F238E27FC236}">
                  <a16:creationId xmlns:a16="http://schemas.microsoft.com/office/drawing/2014/main" id="{B0E0C4E9-94B4-8F34-880E-373D91E6D48F}"/>
                </a:ext>
              </a:extLst>
            </p:cNvPr>
            <p:cNvSpPr txBox="1"/>
            <p:nvPr/>
          </p:nvSpPr>
          <p:spPr>
            <a:xfrm>
              <a:off x="6098222" y="2990850"/>
              <a:ext cx="495300" cy="428625"/>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5.2.1</a:t>
              </a:r>
            </a:p>
          </p:txBody>
        </p:sp>
      </p:grpSp>
      <p:grpSp>
        <p:nvGrpSpPr>
          <p:cNvPr id="18" name="Group 17">
            <a:extLst>
              <a:ext uri="{FF2B5EF4-FFF2-40B4-BE49-F238E27FC236}">
                <a16:creationId xmlns:a16="http://schemas.microsoft.com/office/drawing/2014/main" id="{FB327AA2-A068-56C3-1F9E-B1EFD9855BCA}"/>
              </a:ext>
            </a:extLst>
          </p:cNvPr>
          <p:cNvGrpSpPr/>
          <p:nvPr/>
        </p:nvGrpSpPr>
        <p:grpSpPr>
          <a:xfrm>
            <a:off x="5325426" y="1316036"/>
            <a:ext cx="6189345" cy="1911985"/>
            <a:chOff x="5325426" y="1316036"/>
            <a:chExt cx="6189345" cy="1911985"/>
          </a:xfrm>
        </p:grpSpPr>
        <p:pic>
          <p:nvPicPr>
            <p:cNvPr id="4" name="Picture 3">
              <a:extLst>
                <a:ext uri="{FF2B5EF4-FFF2-40B4-BE49-F238E27FC236}">
                  <a16:creationId xmlns:a16="http://schemas.microsoft.com/office/drawing/2014/main" id="{BB8732BF-D54F-FC18-D914-BD2E57D5ED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5426" y="1353913"/>
              <a:ext cx="6189345" cy="1748790"/>
            </a:xfrm>
            <a:prstGeom prst="rect">
              <a:avLst/>
            </a:prstGeom>
          </p:spPr>
        </p:pic>
        <p:grpSp>
          <p:nvGrpSpPr>
            <p:cNvPr id="17" name="Group 16">
              <a:extLst>
                <a:ext uri="{FF2B5EF4-FFF2-40B4-BE49-F238E27FC236}">
                  <a16:creationId xmlns:a16="http://schemas.microsoft.com/office/drawing/2014/main" id="{4BFC0FA5-9D8C-7344-848C-19AB31F6E9A7}"/>
                </a:ext>
              </a:extLst>
            </p:cNvPr>
            <p:cNvGrpSpPr/>
            <p:nvPr/>
          </p:nvGrpSpPr>
          <p:grpSpPr>
            <a:xfrm>
              <a:off x="5831431" y="1316036"/>
              <a:ext cx="5169535" cy="1911985"/>
              <a:chOff x="3511232" y="2473008"/>
              <a:chExt cx="5169535" cy="1911985"/>
            </a:xfrm>
          </p:grpSpPr>
          <p:sp>
            <p:nvSpPr>
              <p:cNvPr id="5" name="Rectangle 4">
                <a:extLst>
                  <a:ext uri="{FF2B5EF4-FFF2-40B4-BE49-F238E27FC236}">
                    <a16:creationId xmlns:a16="http://schemas.microsoft.com/office/drawing/2014/main" id="{FA5DD1DA-48D8-812F-42B1-61DDF80DDE16}"/>
                  </a:ext>
                </a:extLst>
              </p:cNvPr>
              <p:cNvSpPr/>
              <p:nvPr/>
            </p:nvSpPr>
            <p:spPr>
              <a:xfrm>
                <a:off x="3511232" y="3391218"/>
                <a:ext cx="2030095" cy="8902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 name="Straight Arrow Connector 5">
                <a:extLst>
                  <a:ext uri="{FF2B5EF4-FFF2-40B4-BE49-F238E27FC236}">
                    <a16:creationId xmlns:a16="http://schemas.microsoft.com/office/drawing/2014/main" id="{39D613BE-A3AE-F698-2134-68D48C398581}"/>
                  </a:ext>
                </a:extLst>
              </p:cNvPr>
              <p:cNvCxnSpPr/>
              <p:nvPr/>
            </p:nvCxnSpPr>
            <p:spPr>
              <a:xfrm>
                <a:off x="5577522" y="4186873"/>
                <a:ext cx="121285" cy="1143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Text Box 807">
                <a:extLst>
                  <a:ext uri="{FF2B5EF4-FFF2-40B4-BE49-F238E27FC236}">
                    <a16:creationId xmlns:a16="http://schemas.microsoft.com/office/drawing/2014/main" id="{A34A2563-AC2E-183B-CF4D-6F9ACBDA7874}"/>
                  </a:ext>
                </a:extLst>
              </p:cNvPr>
              <p:cNvSpPr txBox="1"/>
              <p:nvPr/>
            </p:nvSpPr>
            <p:spPr>
              <a:xfrm>
                <a:off x="5670232" y="409924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6.1</a:t>
                </a:r>
              </a:p>
            </p:txBody>
          </p:sp>
          <p:cxnSp>
            <p:nvCxnSpPr>
              <p:cNvPr id="8" name="Straight Arrow Connector 7">
                <a:extLst>
                  <a:ext uri="{FF2B5EF4-FFF2-40B4-BE49-F238E27FC236}">
                    <a16:creationId xmlns:a16="http://schemas.microsoft.com/office/drawing/2014/main" id="{4846F139-125C-9298-44CB-182F6D31C66D}"/>
                  </a:ext>
                </a:extLst>
              </p:cNvPr>
              <p:cNvCxnSpPr/>
              <p:nvPr/>
            </p:nvCxnSpPr>
            <p:spPr>
              <a:xfrm>
                <a:off x="7117397" y="2634933"/>
                <a:ext cx="121285" cy="1143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787">
                <a:extLst>
                  <a:ext uri="{FF2B5EF4-FFF2-40B4-BE49-F238E27FC236}">
                    <a16:creationId xmlns:a16="http://schemas.microsoft.com/office/drawing/2014/main" id="{771EFAEB-8707-8FCD-321F-8064A8427445}"/>
                  </a:ext>
                </a:extLst>
              </p:cNvPr>
              <p:cNvSpPr txBox="1"/>
              <p:nvPr/>
            </p:nvSpPr>
            <p:spPr>
              <a:xfrm>
                <a:off x="6978332" y="2753678"/>
                <a:ext cx="498475"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6.2.</a:t>
                </a:r>
              </a:p>
            </p:txBody>
          </p:sp>
          <p:sp>
            <p:nvSpPr>
              <p:cNvPr id="10" name="Rectangle 9">
                <a:extLst>
                  <a:ext uri="{FF2B5EF4-FFF2-40B4-BE49-F238E27FC236}">
                    <a16:creationId xmlns:a16="http://schemas.microsoft.com/office/drawing/2014/main" id="{0C86C95C-EA71-E709-8E4D-8991ECE48768}"/>
                  </a:ext>
                </a:extLst>
              </p:cNvPr>
              <p:cNvSpPr/>
              <p:nvPr/>
            </p:nvSpPr>
            <p:spPr>
              <a:xfrm>
                <a:off x="6895782" y="2473008"/>
                <a:ext cx="367030" cy="20129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B7F3EE3F-0CAE-7B64-5E06-4B050E02082F}"/>
                  </a:ext>
                </a:extLst>
              </p:cNvPr>
              <p:cNvCxnSpPr/>
              <p:nvPr/>
            </p:nvCxnSpPr>
            <p:spPr>
              <a:xfrm>
                <a:off x="7810182" y="2684463"/>
                <a:ext cx="9398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 Box 793">
                <a:extLst>
                  <a:ext uri="{FF2B5EF4-FFF2-40B4-BE49-F238E27FC236}">
                    <a16:creationId xmlns:a16="http://schemas.microsoft.com/office/drawing/2014/main" id="{795EFF88-A906-CA41-2B92-2E25190E300E}"/>
                  </a:ext>
                </a:extLst>
              </p:cNvPr>
              <p:cNvSpPr txBox="1"/>
              <p:nvPr/>
            </p:nvSpPr>
            <p:spPr>
              <a:xfrm>
                <a:off x="7591107" y="275685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6.2.</a:t>
                </a:r>
              </a:p>
            </p:txBody>
          </p:sp>
          <p:sp>
            <p:nvSpPr>
              <p:cNvPr id="13" name="Rectangle 12">
                <a:extLst>
                  <a:ext uri="{FF2B5EF4-FFF2-40B4-BE49-F238E27FC236}">
                    <a16:creationId xmlns:a16="http://schemas.microsoft.com/office/drawing/2014/main" id="{D1F969FD-372D-92B9-52CD-9B9CF814BD1D}"/>
                  </a:ext>
                </a:extLst>
              </p:cNvPr>
              <p:cNvSpPr/>
              <p:nvPr/>
            </p:nvSpPr>
            <p:spPr>
              <a:xfrm>
                <a:off x="7334567" y="2473008"/>
                <a:ext cx="568325" cy="20129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205B1CE8-BB9E-3E54-7FCB-17AF66F97176}"/>
                  </a:ext>
                </a:extLst>
              </p:cNvPr>
              <p:cNvCxnSpPr/>
              <p:nvPr/>
            </p:nvCxnSpPr>
            <p:spPr>
              <a:xfrm>
                <a:off x="8424862" y="2684463"/>
                <a:ext cx="9398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 Box 786">
                <a:extLst>
                  <a:ext uri="{FF2B5EF4-FFF2-40B4-BE49-F238E27FC236}">
                    <a16:creationId xmlns:a16="http://schemas.microsoft.com/office/drawing/2014/main" id="{C963C5AE-9E29-7DDA-1E9C-95B5CE5ED3E1}"/>
                  </a:ext>
                </a:extLst>
              </p:cNvPr>
              <p:cNvSpPr txBox="1"/>
              <p:nvPr/>
            </p:nvSpPr>
            <p:spPr>
              <a:xfrm>
                <a:off x="8205787" y="275685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6.3.</a:t>
                </a:r>
              </a:p>
            </p:txBody>
          </p:sp>
          <p:sp>
            <p:nvSpPr>
              <p:cNvPr id="16" name="Rectangle 15">
                <a:extLst>
                  <a:ext uri="{FF2B5EF4-FFF2-40B4-BE49-F238E27FC236}">
                    <a16:creationId xmlns:a16="http://schemas.microsoft.com/office/drawing/2014/main" id="{835C4B82-B6AA-3585-E86C-C036EF3FF828}"/>
                  </a:ext>
                </a:extLst>
              </p:cNvPr>
              <p:cNvSpPr/>
              <p:nvPr/>
            </p:nvSpPr>
            <p:spPr>
              <a:xfrm>
                <a:off x="7949247" y="2473008"/>
                <a:ext cx="568325" cy="20129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0" name="Slide Number Placeholder 19">
            <a:extLst>
              <a:ext uri="{FF2B5EF4-FFF2-40B4-BE49-F238E27FC236}">
                <a16:creationId xmlns:a16="http://schemas.microsoft.com/office/drawing/2014/main" id="{983B9E1D-C6FF-0A55-28AC-B64D842F128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22" name="Group 21">
            <a:extLst>
              <a:ext uri="{FF2B5EF4-FFF2-40B4-BE49-F238E27FC236}">
                <a16:creationId xmlns:a16="http://schemas.microsoft.com/office/drawing/2014/main" id="{32B6F800-B594-C3CF-ED38-E63EA3F5C732}"/>
              </a:ext>
            </a:extLst>
          </p:cNvPr>
          <p:cNvGrpSpPr/>
          <p:nvPr/>
        </p:nvGrpSpPr>
        <p:grpSpPr>
          <a:xfrm>
            <a:off x="5325426" y="3733482"/>
            <a:ext cx="6189346" cy="2925445"/>
            <a:chOff x="5325426" y="3733482"/>
            <a:chExt cx="6189346" cy="2925445"/>
          </a:xfrm>
        </p:grpSpPr>
        <p:pic>
          <p:nvPicPr>
            <p:cNvPr id="69" name="Picture 68">
              <a:extLst>
                <a:ext uri="{FF2B5EF4-FFF2-40B4-BE49-F238E27FC236}">
                  <a16:creationId xmlns:a16="http://schemas.microsoft.com/office/drawing/2014/main" id="{1F91C441-D11D-0B53-4011-7A455CDD80BC}"/>
                </a:ext>
              </a:extLst>
            </p:cNvPr>
            <p:cNvPicPr>
              <a:picLocks noChangeAspect="1"/>
            </p:cNvPicPr>
            <p:nvPr/>
          </p:nvPicPr>
          <p:blipFill>
            <a:blip r:embed="rId3"/>
            <a:stretch>
              <a:fillRect/>
            </a:stretch>
          </p:blipFill>
          <p:spPr>
            <a:xfrm>
              <a:off x="5325427" y="3733482"/>
              <a:ext cx="6189345" cy="2925445"/>
            </a:xfrm>
            <a:prstGeom prst="rect">
              <a:avLst/>
            </a:prstGeom>
          </p:spPr>
        </p:pic>
        <p:pic>
          <p:nvPicPr>
            <p:cNvPr id="21" name="Picture 20">
              <a:extLst>
                <a:ext uri="{FF2B5EF4-FFF2-40B4-BE49-F238E27FC236}">
                  <a16:creationId xmlns:a16="http://schemas.microsoft.com/office/drawing/2014/main" id="{6F8FC228-14D9-8D02-F72D-F2BCFAD16775}"/>
                </a:ext>
              </a:extLst>
            </p:cNvPr>
            <p:cNvPicPr>
              <a:picLocks noChangeAspect="1"/>
            </p:cNvPicPr>
            <p:nvPr/>
          </p:nvPicPr>
          <p:blipFill>
            <a:blip r:embed="rId4"/>
            <a:stretch>
              <a:fillRect/>
            </a:stretch>
          </p:blipFill>
          <p:spPr>
            <a:xfrm>
              <a:off x="5325426" y="3755295"/>
              <a:ext cx="2339218" cy="193858"/>
            </a:xfrm>
            <a:prstGeom prst="rect">
              <a:avLst/>
            </a:prstGeom>
          </p:spPr>
        </p:pic>
      </p:grpSp>
    </p:spTree>
    <p:extLst>
      <p:ext uri="{BB962C8B-B14F-4D97-AF65-F5344CB8AC3E}">
        <p14:creationId xmlns:p14="http://schemas.microsoft.com/office/powerpoint/2010/main" val="1329601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Sales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9B8998E-F87B-8644-765B-F34F79480AA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3" name="Text Box 18">
            <a:extLst>
              <a:ext uri="{FF2B5EF4-FFF2-40B4-BE49-F238E27FC236}">
                <a16:creationId xmlns:a16="http://schemas.microsoft.com/office/drawing/2014/main" id="{E2EDBF23-A848-507E-DB3A-41520180B9FE}"/>
              </a:ext>
            </a:extLst>
          </p:cNvPr>
          <p:cNvSpPr txBox="1"/>
          <p:nvPr/>
        </p:nvSpPr>
        <p:spPr>
          <a:xfrm>
            <a:off x="301214" y="2412365"/>
            <a:ext cx="4179346" cy="139128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the maximize arrow to enable the post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finalize, the transaction, click post button located in the header.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20D37455-6306-C54B-4596-D6D1D667E2A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B98FB071-FAED-099A-6A94-3E5E52F3E7DD}"/>
              </a:ext>
            </a:extLst>
          </p:cNvPr>
          <p:cNvGrpSpPr/>
          <p:nvPr/>
        </p:nvGrpSpPr>
        <p:grpSpPr>
          <a:xfrm>
            <a:off x="5173027" y="2092888"/>
            <a:ext cx="6248083" cy="2649292"/>
            <a:chOff x="5173027" y="2092888"/>
            <a:chExt cx="6248083" cy="2649292"/>
          </a:xfrm>
        </p:grpSpPr>
        <p:grpSp>
          <p:nvGrpSpPr>
            <p:cNvPr id="30" name="Group 29">
              <a:extLst>
                <a:ext uri="{FF2B5EF4-FFF2-40B4-BE49-F238E27FC236}">
                  <a16:creationId xmlns:a16="http://schemas.microsoft.com/office/drawing/2014/main" id="{13360F98-7F04-57D4-3FC4-BFDED91973B3}"/>
                </a:ext>
              </a:extLst>
            </p:cNvPr>
            <p:cNvGrpSpPr/>
            <p:nvPr/>
          </p:nvGrpSpPr>
          <p:grpSpPr>
            <a:xfrm>
              <a:off x="5173027" y="2092888"/>
              <a:ext cx="6248083" cy="2649292"/>
              <a:chOff x="5173027" y="1349938"/>
              <a:chExt cx="6248083" cy="2649292"/>
            </a:xfrm>
          </p:grpSpPr>
          <p:pic>
            <p:nvPicPr>
              <p:cNvPr id="19" name="Picture 18">
                <a:extLst>
                  <a:ext uri="{FF2B5EF4-FFF2-40B4-BE49-F238E27FC236}">
                    <a16:creationId xmlns:a16="http://schemas.microsoft.com/office/drawing/2014/main" id="{EE5BD7AE-5768-F03C-7983-B0F1BC5A4F59}"/>
                  </a:ext>
                </a:extLst>
              </p:cNvPr>
              <p:cNvPicPr>
                <a:picLocks noChangeAspect="1"/>
              </p:cNvPicPr>
              <p:nvPr/>
            </p:nvPicPr>
            <p:blipFill>
              <a:blip r:embed="rId2"/>
              <a:stretch>
                <a:fillRect/>
              </a:stretch>
            </p:blipFill>
            <p:spPr>
              <a:xfrm>
                <a:off x="5173027" y="1349938"/>
                <a:ext cx="6189345" cy="2518410"/>
              </a:xfrm>
              <a:prstGeom prst="rect">
                <a:avLst/>
              </a:prstGeom>
            </p:spPr>
          </p:pic>
          <p:grpSp>
            <p:nvGrpSpPr>
              <p:cNvPr id="29" name="Group 28">
                <a:extLst>
                  <a:ext uri="{FF2B5EF4-FFF2-40B4-BE49-F238E27FC236}">
                    <a16:creationId xmlns:a16="http://schemas.microsoft.com/office/drawing/2014/main" id="{C1ADD065-8D49-45CD-10B6-E3AA1580490E}"/>
                  </a:ext>
                </a:extLst>
              </p:cNvPr>
              <p:cNvGrpSpPr/>
              <p:nvPr/>
            </p:nvGrpSpPr>
            <p:grpSpPr>
              <a:xfrm>
                <a:off x="5317490" y="1868170"/>
                <a:ext cx="6103620" cy="2131060"/>
                <a:chOff x="3044190" y="2363470"/>
                <a:chExt cx="6103620" cy="2131060"/>
              </a:xfrm>
            </p:grpSpPr>
            <p:sp>
              <p:nvSpPr>
                <p:cNvPr id="20" name="Rectangle 19">
                  <a:extLst>
                    <a:ext uri="{FF2B5EF4-FFF2-40B4-BE49-F238E27FC236}">
                      <a16:creationId xmlns:a16="http://schemas.microsoft.com/office/drawing/2014/main" id="{C4C85989-BAD3-7CFD-3150-EA0EE4891946}"/>
                    </a:ext>
                  </a:extLst>
                </p:cNvPr>
                <p:cNvSpPr/>
                <p:nvPr/>
              </p:nvSpPr>
              <p:spPr>
                <a:xfrm>
                  <a:off x="8072120" y="2454910"/>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1" name="Straight Arrow Connector 20">
                  <a:extLst>
                    <a:ext uri="{FF2B5EF4-FFF2-40B4-BE49-F238E27FC236}">
                      <a16:creationId xmlns:a16="http://schemas.microsoft.com/office/drawing/2014/main" id="{29F44432-89D8-6F43-C05A-E1C50C60F2F8}"/>
                    </a:ext>
                  </a:extLst>
                </p:cNvPr>
                <p:cNvCxnSpPr/>
                <p:nvPr/>
              </p:nvCxnSpPr>
              <p:spPr>
                <a:xfrm flipV="1">
                  <a:off x="8418195" y="2638425"/>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858">
                  <a:extLst>
                    <a:ext uri="{FF2B5EF4-FFF2-40B4-BE49-F238E27FC236}">
                      <a16:creationId xmlns:a16="http://schemas.microsoft.com/office/drawing/2014/main" id="{2FD2714F-5844-70F5-50A8-4EBFC4A88AC6}"/>
                    </a:ext>
                  </a:extLst>
                </p:cNvPr>
                <p:cNvSpPr txBox="1"/>
                <p:nvPr/>
              </p:nvSpPr>
              <p:spPr>
                <a:xfrm>
                  <a:off x="8591550" y="236347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7.1.</a:t>
                  </a:r>
                </a:p>
              </p:txBody>
            </p:sp>
            <p:pic>
              <p:nvPicPr>
                <p:cNvPr id="24" name="Picture 23">
                  <a:extLst>
                    <a:ext uri="{FF2B5EF4-FFF2-40B4-BE49-F238E27FC236}">
                      <a16:creationId xmlns:a16="http://schemas.microsoft.com/office/drawing/2014/main" id="{A4E7D88B-F7D8-036F-DEA6-3FF07B9884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4190" y="2760980"/>
                  <a:ext cx="6103620" cy="1733550"/>
                </a:xfrm>
                <a:prstGeom prst="rect">
                  <a:avLst/>
                </a:prstGeom>
                <a:ln>
                  <a:noFill/>
                </a:ln>
                <a:effectLst>
                  <a:outerShdw blurRad="292100" dist="139700" dir="2700000" algn="tl" rotWithShape="0">
                    <a:srgbClr val="333333">
                      <a:alpha val="65000"/>
                    </a:srgbClr>
                  </a:outerShdw>
                </a:effectLst>
              </p:spPr>
            </p:pic>
            <p:sp>
              <p:nvSpPr>
                <p:cNvPr id="25" name="Curved Right Arrow 855">
                  <a:extLst>
                    <a:ext uri="{FF2B5EF4-FFF2-40B4-BE49-F238E27FC236}">
                      <a16:creationId xmlns:a16="http://schemas.microsoft.com/office/drawing/2014/main" id="{238A04A9-D067-20F5-E2FF-3C4ABB516695}"/>
                    </a:ext>
                  </a:extLst>
                </p:cNvPr>
                <p:cNvSpPr/>
                <p:nvPr/>
              </p:nvSpPr>
              <p:spPr>
                <a:xfrm>
                  <a:off x="7597140" y="2501900"/>
                  <a:ext cx="438785" cy="450850"/>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E18D9C7D-66BE-B442-981A-4C971526617F}"/>
                    </a:ext>
                  </a:extLst>
                </p:cNvPr>
                <p:cNvSpPr/>
                <p:nvPr/>
              </p:nvSpPr>
              <p:spPr>
                <a:xfrm>
                  <a:off x="6504305" y="3159125"/>
                  <a:ext cx="446405"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7" name="Straight Arrow Connector 26">
                  <a:extLst>
                    <a:ext uri="{FF2B5EF4-FFF2-40B4-BE49-F238E27FC236}">
                      <a16:creationId xmlns:a16="http://schemas.microsoft.com/office/drawing/2014/main" id="{A9FA0CC3-F518-01E1-A546-7DB4EC12BDC1}"/>
                    </a:ext>
                  </a:extLst>
                </p:cNvPr>
                <p:cNvCxnSpPr/>
                <p:nvPr/>
              </p:nvCxnSpPr>
              <p:spPr>
                <a:xfrm flipV="1">
                  <a:off x="6976110" y="3119755"/>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 Box 817">
                  <a:extLst>
                    <a:ext uri="{FF2B5EF4-FFF2-40B4-BE49-F238E27FC236}">
                      <a16:creationId xmlns:a16="http://schemas.microsoft.com/office/drawing/2014/main" id="{5FBEB286-18BE-A06E-54E8-716F001BA2B8}"/>
                    </a:ext>
                  </a:extLst>
                </p:cNvPr>
                <p:cNvSpPr txBox="1"/>
                <p:nvPr/>
              </p:nvSpPr>
              <p:spPr>
                <a:xfrm>
                  <a:off x="7139305" y="292544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7.2</a:t>
                  </a:r>
                </a:p>
              </p:txBody>
            </p:sp>
          </p:grpSp>
        </p:grpSp>
        <p:pic>
          <p:nvPicPr>
            <p:cNvPr id="6" name="Picture 5">
              <a:extLst>
                <a:ext uri="{FF2B5EF4-FFF2-40B4-BE49-F238E27FC236}">
                  <a16:creationId xmlns:a16="http://schemas.microsoft.com/office/drawing/2014/main" id="{1D43B50E-2B9D-F1BF-347A-9B59DC8E5DDF}"/>
                </a:ext>
              </a:extLst>
            </p:cNvPr>
            <p:cNvPicPr>
              <a:picLocks noChangeAspect="1"/>
            </p:cNvPicPr>
            <p:nvPr/>
          </p:nvPicPr>
          <p:blipFill>
            <a:blip r:embed="rId4"/>
            <a:stretch>
              <a:fillRect/>
            </a:stretch>
          </p:blipFill>
          <p:spPr>
            <a:xfrm>
              <a:off x="6204838" y="2132622"/>
              <a:ext cx="1068417" cy="167481"/>
            </a:xfrm>
            <a:prstGeom prst="rect">
              <a:avLst/>
            </a:prstGeom>
          </p:spPr>
        </p:pic>
      </p:grpSp>
    </p:spTree>
    <p:extLst>
      <p:ext uri="{BB962C8B-B14F-4D97-AF65-F5344CB8AC3E}">
        <p14:creationId xmlns:p14="http://schemas.microsoft.com/office/powerpoint/2010/main" val="917601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Sales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sales return – main window, search the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sales return – main form, click the lookup button and select the transaction you wish to edit its information by typing its transaction number in the search bar.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the sales return transaction, if you wish to edit the header of the transaction click edit button.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are done editing the header, click save button in the upper side of the header.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3970DB8-934F-E30F-0602-D150FFB10E03}"/>
              </a:ext>
            </a:extLst>
          </p:cNvPr>
          <p:cNvSpPr txBox="1"/>
          <p:nvPr/>
        </p:nvSpPr>
        <p:spPr>
          <a:xfrm>
            <a:off x="7296700" y="2660171"/>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Sales Return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B71D43FF-7764-D088-83B4-EE19BA2A9179}"/>
              </a:ext>
            </a:extLst>
          </p:cNvPr>
          <p:cNvSpPr txBox="1"/>
          <p:nvPr/>
        </p:nvSpPr>
        <p:spPr>
          <a:xfrm>
            <a:off x="7296700" y="5764427"/>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Sales Return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A310AECA-FBD8-D866-0D5A-A2A55DD40DF5}"/>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4" name="Picture 3">
            <a:extLst>
              <a:ext uri="{FF2B5EF4-FFF2-40B4-BE49-F238E27FC236}">
                <a16:creationId xmlns:a16="http://schemas.microsoft.com/office/drawing/2014/main" id="{CF925A02-261B-A465-8FD9-EE8E2BD658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3621" y="965527"/>
            <a:ext cx="6078855" cy="1637665"/>
          </a:xfrm>
          <a:prstGeom prst="rect">
            <a:avLst/>
          </a:prstGeom>
        </p:spPr>
      </p:pic>
      <p:grpSp>
        <p:nvGrpSpPr>
          <p:cNvPr id="8" name="Group 7">
            <a:extLst>
              <a:ext uri="{FF2B5EF4-FFF2-40B4-BE49-F238E27FC236}">
                <a16:creationId xmlns:a16="http://schemas.microsoft.com/office/drawing/2014/main" id="{75480722-146B-DCDA-3673-782BA10FB73F}"/>
              </a:ext>
            </a:extLst>
          </p:cNvPr>
          <p:cNvGrpSpPr/>
          <p:nvPr/>
        </p:nvGrpSpPr>
        <p:grpSpPr>
          <a:xfrm>
            <a:off x="5749078" y="1784359"/>
            <a:ext cx="1475739" cy="275590"/>
            <a:chOff x="0" y="1"/>
            <a:chExt cx="1476374" cy="276224"/>
          </a:xfrm>
        </p:grpSpPr>
        <p:sp>
          <p:nvSpPr>
            <p:cNvPr id="9" name="Rectangle 8">
              <a:extLst>
                <a:ext uri="{FF2B5EF4-FFF2-40B4-BE49-F238E27FC236}">
                  <a16:creationId xmlns:a16="http://schemas.microsoft.com/office/drawing/2014/main" id="{C8B76F8C-962E-F9AE-B5E3-9CA261B23804}"/>
                </a:ext>
              </a:extLst>
            </p:cNvPr>
            <p:cNvSpPr/>
            <p:nvPr/>
          </p:nvSpPr>
          <p:spPr>
            <a:xfrm>
              <a:off x="0" y="1"/>
              <a:ext cx="800100" cy="2667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DEC1EC6A-1E11-5DA3-54AA-67351A00D710}"/>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 Box 864">
              <a:extLst>
                <a:ext uri="{FF2B5EF4-FFF2-40B4-BE49-F238E27FC236}">
                  <a16:creationId xmlns:a16="http://schemas.microsoft.com/office/drawing/2014/main" id="{BFD05D10-8D4B-1871-2241-EF7B8A113F41}"/>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nvGrpSpPr>
          <p:cNvPr id="72" name="Group 71">
            <a:extLst>
              <a:ext uri="{FF2B5EF4-FFF2-40B4-BE49-F238E27FC236}">
                <a16:creationId xmlns:a16="http://schemas.microsoft.com/office/drawing/2014/main" id="{63E2F765-9806-8D76-FE9C-42C564A2290D}"/>
              </a:ext>
            </a:extLst>
          </p:cNvPr>
          <p:cNvGrpSpPr/>
          <p:nvPr/>
        </p:nvGrpSpPr>
        <p:grpSpPr>
          <a:xfrm>
            <a:off x="4918392" y="3697568"/>
            <a:ext cx="6749330" cy="1908644"/>
            <a:chOff x="4918392" y="3440914"/>
            <a:chExt cx="6749330" cy="1908644"/>
          </a:xfrm>
        </p:grpSpPr>
        <p:pic>
          <p:nvPicPr>
            <p:cNvPr id="13" name="Picture 12">
              <a:extLst>
                <a:ext uri="{FF2B5EF4-FFF2-40B4-BE49-F238E27FC236}">
                  <a16:creationId xmlns:a16="http://schemas.microsoft.com/office/drawing/2014/main" id="{784B7096-BFB3-9303-9A8D-12DC8E64E7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8377" y="3440914"/>
              <a:ext cx="6189345" cy="1792605"/>
            </a:xfrm>
            <a:prstGeom prst="rect">
              <a:avLst/>
            </a:prstGeom>
          </p:spPr>
        </p:pic>
        <p:grpSp>
          <p:nvGrpSpPr>
            <p:cNvPr id="70" name="Group 69">
              <a:extLst>
                <a:ext uri="{FF2B5EF4-FFF2-40B4-BE49-F238E27FC236}">
                  <a16:creationId xmlns:a16="http://schemas.microsoft.com/office/drawing/2014/main" id="{F52F3258-90DB-56B1-7A32-3B7E7D7E4EEE}"/>
                </a:ext>
              </a:extLst>
            </p:cNvPr>
            <p:cNvGrpSpPr/>
            <p:nvPr/>
          </p:nvGrpSpPr>
          <p:grpSpPr>
            <a:xfrm>
              <a:off x="4918392" y="3857943"/>
              <a:ext cx="6317616" cy="1491615"/>
              <a:chOff x="2937192" y="2683193"/>
              <a:chExt cx="6317616" cy="1491615"/>
            </a:xfrm>
          </p:grpSpPr>
          <p:grpSp>
            <p:nvGrpSpPr>
              <p:cNvPr id="60" name="Group 59">
                <a:extLst>
                  <a:ext uri="{FF2B5EF4-FFF2-40B4-BE49-F238E27FC236}">
                    <a16:creationId xmlns:a16="http://schemas.microsoft.com/office/drawing/2014/main" id="{E9E53C27-F79A-EAFA-BBCF-D5BFA0BE23E8}"/>
                  </a:ext>
                </a:extLst>
              </p:cNvPr>
              <p:cNvGrpSpPr/>
              <p:nvPr/>
            </p:nvGrpSpPr>
            <p:grpSpPr>
              <a:xfrm>
                <a:off x="4727257" y="2942908"/>
                <a:ext cx="952500" cy="304800"/>
                <a:chOff x="523874" y="28575"/>
                <a:chExt cx="952500" cy="304800"/>
              </a:xfrm>
            </p:grpSpPr>
            <p:sp>
              <p:nvSpPr>
                <p:cNvPr id="67" name="Rectangle 66">
                  <a:extLst>
                    <a:ext uri="{FF2B5EF4-FFF2-40B4-BE49-F238E27FC236}">
                      <a16:creationId xmlns:a16="http://schemas.microsoft.com/office/drawing/2014/main" id="{6137756C-3C0E-F435-9E1F-3924B03D8A28}"/>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8" name="Straight Arrow Connector 67">
                  <a:extLst>
                    <a:ext uri="{FF2B5EF4-FFF2-40B4-BE49-F238E27FC236}">
                      <a16:creationId xmlns:a16="http://schemas.microsoft.com/office/drawing/2014/main" id="{41F8AC79-A4A1-13B4-312D-40AF3C612B3E}"/>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9" name="Text Box 873">
                  <a:extLst>
                    <a:ext uri="{FF2B5EF4-FFF2-40B4-BE49-F238E27FC236}">
                      <a16:creationId xmlns:a16="http://schemas.microsoft.com/office/drawing/2014/main" id="{55B84B41-1B41-1AB2-C97B-D2FF920F23CC}"/>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61" name="Group 60">
                <a:extLst>
                  <a:ext uri="{FF2B5EF4-FFF2-40B4-BE49-F238E27FC236}">
                    <a16:creationId xmlns:a16="http://schemas.microsoft.com/office/drawing/2014/main" id="{C13D73A3-3E04-B5E9-89F2-1F527C8BBD8D}"/>
                  </a:ext>
                </a:extLst>
              </p:cNvPr>
              <p:cNvGrpSpPr/>
              <p:nvPr/>
            </p:nvGrpSpPr>
            <p:grpSpPr>
              <a:xfrm>
                <a:off x="8273732" y="2683193"/>
                <a:ext cx="981076" cy="304800"/>
                <a:chOff x="333374" y="28575"/>
                <a:chExt cx="981076" cy="304800"/>
              </a:xfrm>
            </p:grpSpPr>
            <p:sp>
              <p:nvSpPr>
                <p:cNvPr id="64" name="Rectangle 63">
                  <a:extLst>
                    <a:ext uri="{FF2B5EF4-FFF2-40B4-BE49-F238E27FC236}">
                      <a16:creationId xmlns:a16="http://schemas.microsoft.com/office/drawing/2014/main" id="{7B92B730-4209-7783-0A37-2565E7AA2D48}"/>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5" name="Straight Arrow Connector 64">
                  <a:extLst>
                    <a:ext uri="{FF2B5EF4-FFF2-40B4-BE49-F238E27FC236}">
                      <a16:creationId xmlns:a16="http://schemas.microsoft.com/office/drawing/2014/main" id="{F2E5EF60-5DD0-1A5C-EFC7-AC65AD9F9712}"/>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6" name="Text Box 868">
                  <a:extLst>
                    <a:ext uri="{FF2B5EF4-FFF2-40B4-BE49-F238E27FC236}">
                      <a16:creationId xmlns:a16="http://schemas.microsoft.com/office/drawing/2014/main" id="{28991118-A32C-B72C-B439-C65DF3561FF0}"/>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62" name="Text Box 241">
                <a:extLst>
                  <a:ext uri="{FF2B5EF4-FFF2-40B4-BE49-F238E27FC236}">
                    <a16:creationId xmlns:a16="http://schemas.microsoft.com/office/drawing/2014/main" id="{9303A98F-2D72-A07D-D201-78670F7111C1}"/>
                  </a:ext>
                </a:extLst>
              </p:cNvPr>
              <p:cNvSpPr txBox="1">
                <a:spLocks noChangeArrowheads="1"/>
              </p:cNvSpPr>
              <p:nvPr/>
            </p:nvSpPr>
            <p:spPr bwMode="auto">
              <a:xfrm>
                <a:off x="4587557" y="3295333"/>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SR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0"/>
                  </a:spcAft>
                  <a:buClrTx/>
                  <a:buSzPts val="800"/>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ts val="975"/>
                  </a:lnSpc>
                  <a:spcBef>
                    <a:spcPts val="5"/>
                  </a:spcBef>
                  <a:spcAft>
                    <a:spcPts val="0"/>
                  </a:spcAft>
                  <a:buClrTx/>
                  <a:buSzPts val="800"/>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ts val="975"/>
                  </a:lnSpc>
                  <a:spcBef>
                    <a:spcPts val="0"/>
                  </a:spcBef>
                  <a:spcAft>
                    <a:spcPts val="0"/>
                  </a:spcAft>
                  <a:buClrTx/>
                  <a:buSzPts val="800"/>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63" name="Text Box 874">
                <a:extLst>
                  <a:ext uri="{FF2B5EF4-FFF2-40B4-BE49-F238E27FC236}">
                    <a16:creationId xmlns:a16="http://schemas.microsoft.com/office/drawing/2014/main" id="{2C7AA631-D3CD-F5E3-FAD4-F8E935B3F8FC}"/>
                  </a:ext>
                </a:extLst>
              </p:cNvPr>
              <p:cNvSpPr txBox="1"/>
              <p:nvPr/>
            </p:nvSpPr>
            <p:spPr>
              <a:xfrm>
                <a:off x="2937192" y="2727643"/>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grpSp>
      <p:sp>
        <p:nvSpPr>
          <p:cNvPr id="6" name="Slide Number Placeholder 5">
            <a:extLst>
              <a:ext uri="{FF2B5EF4-FFF2-40B4-BE49-F238E27FC236}">
                <a16:creationId xmlns:a16="http://schemas.microsoft.com/office/drawing/2014/main" id="{3A5C6E5F-AC21-18AB-F11F-142C0E93AE6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267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Sales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80508" y="1619996"/>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items in sales return stock, edit right away the details you want to change and you will notice that after you change the details, the item you edited will be highlighted into blue.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you’re done editing, click save item button to save the changes you made in the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3970DB8-934F-E30F-0602-D150FFB10E03}"/>
              </a:ext>
            </a:extLst>
          </p:cNvPr>
          <p:cNvSpPr txBox="1"/>
          <p:nvPr/>
        </p:nvSpPr>
        <p:spPr>
          <a:xfrm>
            <a:off x="7150650" y="4593653"/>
            <a:ext cx="2552700" cy="272319"/>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Bahnschrift Condensed" panose="020B0502040204020203" pitchFamily="34" charset="0"/>
                <a:ea typeface="Calibri" panose="020F0502020204030204" pitchFamily="34" charset="0"/>
                <a:cs typeface="Times New Roman" panose="02020603050405020304" pitchFamily="18" charset="0"/>
              </a:rPr>
              <a:t>Sales Return – Main Window</a:t>
            </a:r>
            <a:endParaRPr kumimoji="0" lang="en-US" sz="1200" b="0" i="0" u="none" strike="noStrike" kern="1200" cap="none" spc="0" normalizeH="0" baseline="0" noProof="0" dirty="0">
              <a:ln>
                <a:noFill/>
              </a:ln>
              <a:solidFill>
                <a:prstClr val="black"/>
              </a:solidFill>
              <a:effectLst/>
              <a:uLnTx/>
              <a:uFillTx/>
              <a:latin typeface="Bahnschrift Condensed" panose="020B0502040204020203" pitchFamily="34" charset="0"/>
              <a:ea typeface="Calibri" panose="020F0502020204030204" pitchFamily="34" charset="0"/>
              <a:cs typeface="Times New Roman" panose="02020603050405020304" pitchFamily="18" charset="0"/>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A310AECA-FBD8-D866-0D5A-A2A55DD40DF5}"/>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83" name="Group 82">
            <a:extLst>
              <a:ext uri="{FF2B5EF4-FFF2-40B4-BE49-F238E27FC236}">
                <a16:creationId xmlns:a16="http://schemas.microsoft.com/office/drawing/2014/main" id="{F3511578-BDA2-FFA4-A225-77A01CD3B51B}"/>
              </a:ext>
            </a:extLst>
          </p:cNvPr>
          <p:cNvGrpSpPr/>
          <p:nvPr/>
        </p:nvGrpSpPr>
        <p:grpSpPr>
          <a:xfrm>
            <a:off x="4940370" y="1918601"/>
            <a:ext cx="6446520" cy="2530375"/>
            <a:chOff x="4940370" y="747438"/>
            <a:chExt cx="6446520" cy="2530375"/>
          </a:xfrm>
        </p:grpSpPr>
        <p:pic>
          <p:nvPicPr>
            <p:cNvPr id="78" name="Picture 77">
              <a:extLst>
                <a:ext uri="{FF2B5EF4-FFF2-40B4-BE49-F238E27FC236}">
                  <a16:creationId xmlns:a16="http://schemas.microsoft.com/office/drawing/2014/main" id="{75BC93F8-AA40-06E0-D0CA-A9E874ABD6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0395" y="2659323"/>
              <a:ext cx="2893060" cy="618490"/>
            </a:xfrm>
            <a:prstGeom prst="rect">
              <a:avLst/>
            </a:prstGeom>
            <a:ln>
              <a:noFill/>
            </a:ln>
            <a:effectLst>
              <a:outerShdw blurRad="292100" dist="139700" dir="2700000" algn="tl" rotWithShape="0">
                <a:srgbClr val="333333">
                  <a:alpha val="65000"/>
                </a:srgbClr>
              </a:outerShdw>
            </a:effectLst>
          </p:spPr>
        </p:pic>
        <p:grpSp>
          <p:nvGrpSpPr>
            <p:cNvPr id="82" name="Group 81">
              <a:extLst>
                <a:ext uri="{FF2B5EF4-FFF2-40B4-BE49-F238E27FC236}">
                  <a16:creationId xmlns:a16="http://schemas.microsoft.com/office/drawing/2014/main" id="{560B2BB6-5CA3-08A8-3A16-1C00BB7537F4}"/>
                </a:ext>
              </a:extLst>
            </p:cNvPr>
            <p:cNvGrpSpPr/>
            <p:nvPr/>
          </p:nvGrpSpPr>
          <p:grpSpPr>
            <a:xfrm>
              <a:off x="4940370" y="747438"/>
              <a:ext cx="3151187" cy="2209595"/>
              <a:chOff x="4940370" y="747438"/>
              <a:chExt cx="3151187" cy="2209595"/>
            </a:xfrm>
          </p:grpSpPr>
          <p:sp>
            <p:nvSpPr>
              <p:cNvPr id="80" name="Text Box 885">
                <a:extLst>
                  <a:ext uri="{FF2B5EF4-FFF2-40B4-BE49-F238E27FC236}">
                    <a16:creationId xmlns:a16="http://schemas.microsoft.com/office/drawing/2014/main" id="{3F6BB59D-5C44-C5FC-A071-D4CE2316A86B}"/>
                  </a:ext>
                </a:extLst>
              </p:cNvPr>
              <p:cNvSpPr txBox="1"/>
              <p:nvPr/>
            </p:nvSpPr>
            <p:spPr>
              <a:xfrm>
                <a:off x="4940370" y="2563740"/>
                <a:ext cx="200025" cy="247015"/>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sp>
            <p:nvSpPr>
              <p:cNvPr id="81" name="Curved Left Arrow 886">
                <a:extLst>
                  <a:ext uri="{FF2B5EF4-FFF2-40B4-BE49-F238E27FC236}">
                    <a16:creationId xmlns:a16="http://schemas.microsoft.com/office/drawing/2014/main" id="{31A82298-7F79-F690-65EB-0ACB31E5EC42}"/>
                  </a:ext>
                </a:extLst>
              </p:cNvPr>
              <p:cNvSpPr/>
              <p:nvPr/>
            </p:nvSpPr>
            <p:spPr>
              <a:xfrm>
                <a:off x="7747387" y="2363308"/>
                <a:ext cx="344170" cy="593725"/>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Text Box 884">
                <a:extLst>
                  <a:ext uri="{FF2B5EF4-FFF2-40B4-BE49-F238E27FC236}">
                    <a16:creationId xmlns:a16="http://schemas.microsoft.com/office/drawing/2014/main" id="{90AB0A86-D267-8345-812B-CF28C57E6B8F}"/>
                  </a:ext>
                </a:extLst>
              </p:cNvPr>
              <p:cNvSpPr txBox="1"/>
              <p:nvPr/>
            </p:nvSpPr>
            <p:spPr>
              <a:xfrm>
                <a:off x="5161897" y="747438"/>
                <a:ext cx="914400" cy="28448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grpSp>
        <p:grpSp>
          <p:nvGrpSpPr>
            <p:cNvPr id="51" name="Group 50">
              <a:extLst>
                <a:ext uri="{FF2B5EF4-FFF2-40B4-BE49-F238E27FC236}">
                  <a16:creationId xmlns:a16="http://schemas.microsoft.com/office/drawing/2014/main" id="{0D236FD1-1AEA-345E-FD14-CB68B3E776DA}"/>
                </a:ext>
              </a:extLst>
            </p:cNvPr>
            <p:cNvGrpSpPr/>
            <p:nvPr/>
          </p:nvGrpSpPr>
          <p:grpSpPr>
            <a:xfrm>
              <a:off x="5140395" y="948955"/>
              <a:ext cx="6246495" cy="1636132"/>
              <a:chOff x="0" y="22492"/>
              <a:chExt cx="6246495" cy="1636395"/>
            </a:xfrm>
          </p:grpSpPr>
          <p:grpSp>
            <p:nvGrpSpPr>
              <p:cNvPr id="52" name="Group 51">
                <a:extLst>
                  <a:ext uri="{FF2B5EF4-FFF2-40B4-BE49-F238E27FC236}">
                    <a16:creationId xmlns:a16="http://schemas.microsoft.com/office/drawing/2014/main" id="{835583E2-3D47-33EA-A63E-4F8E6CC248C2}"/>
                  </a:ext>
                </a:extLst>
              </p:cNvPr>
              <p:cNvGrpSpPr/>
              <p:nvPr/>
            </p:nvGrpSpPr>
            <p:grpSpPr>
              <a:xfrm>
                <a:off x="0" y="22492"/>
                <a:ext cx="6246495" cy="1636395"/>
                <a:chOff x="31914" y="226272"/>
                <a:chExt cx="6246768" cy="1636749"/>
              </a:xfrm>
            </p:grpSpPr>
            <p:pic>
              <p:nvPicPr>
                <p:cNvPr id="56" name="Picture 55">
                  <a:extLst>
                    <a:ext uri="{FF2B5EF4-FFF2-40B4-BE49-F238E27FC236}">
                      <a16:creationId xmlns:a16="http://schemas.microsoft.com/office/drawing/2014/main" id="{259C1349-5971-5E99-667C-36389053AE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14" y="226272"/>
                  <a:ext cx="6246768" cy="1636749"/>
                </a:xfrm>
                <a:prstGeom prst="rect">
                  <a:avLst/>
                </a:prstGeom>
              </p:spPr>
            </p:pic>
            <p:sp>
              <p:nvSpPr>
                <p:cNvPr id="57" name="Rectangle 56">
                  <a:extLst>
                    <a:ext uri="{FF2B5EF4-FFF2-40B4-BE49-F238E27FC236}">
                      <a16:creationId xmlns:a16="http://schemas.microsoft.com/office/drawing/2014/main" id="{DB0BBA97-33DB-B903-CC3D-F7F08FB22450}"/>
                    </a:ext>
                  </a:extLst>
                </p:cNvPr>
                <p:cNvSpPr/>
                <p:nvPr/>
              </p:nvSpPr>
              <p:spPr>
                <a:xfrm>
                  <a:off x="510637" y="1116963"/>
                  <a:ext cx="2157714" cy="7247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8" name="Group 57">
                  <a:extLst>
                    <a:ext uri="{FF2B5EF4-FFF2-40B4-BE49-F238E27FC236}">
                      <a16:creationId xmlns:a16="http://schemas.microsoft.com/office/drawing/2014/main" id="{EFA1F6EF-38F9-3324-AF9C-BAA4400AED63}"/>
                    </a:ext>
                  </a:extLst>
                </p:cNvPr>
                <p:cNvGrpSpPr/>
                <p:nvPr/>
              </p:nvGrpSpPr>
              <p:grpSpPr>
                <a:xfrm>
                  <a:off x="4956553" y="228954"/>
                  <a:ext cx="617558" cy="625251"/>
                  <a:chOff x="336928" y="-266346"/>
                  <a:chExt cx="617558" cy="625251"/>
                </a:xfrm>
              </p:grpSpPr>
              <p:sp>
                <p:nvSpPr>
                  <p:cNvPr id="59" name="Rectangle 58">
                    <a:extLst>
                      <a:ext uri="{FF2B5EF4-FFF2-40B4-BE49-F238E27FC236}">
                        <a16:creationId xmlns:a16="http://schemas.microsoft.com/office/drawing/2014/main" id="{76DFDCBF-F136-28B9-BA6E-991813AAF3F0}"/>
                      </a:ext>
                    </a:extLst>
                  </p:cNvPr>
                  <p:cNvSpPr/>
                  <p:nvPr/>
                </p:nvSpPr>
                <p:spPr>
                  <a:xfrm>
                    <a:off x="336928" y="-266346"/>
                    <a:ext cx="617558" cy="1979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1" name="Straight Arrow Connector 70">
                    <a:extLst>
                      <a:ext uri="{FF2B5EF4-FFF2-40B4-BE49-F238E27FC236}">
                        <a16:creationId xmlns:a16="http://schemas.microsoft.com/office/drawing/2014/main" id="{2ED66457-E011-A7C7-5267-3D14111A78F7}"/>
                      </a:ext>
                    </a:extLst>
                  </p:cNvPr>
                  <p:cNvCxnSpPr>
                    <a:cxnSpLocks/>
                  </p:cNvCxnSpPr>
                  <p:nvPr/>
                </p:nvCxnSpPr>
                <p:spPr>
                  <a:xfrm>
                    <a:off x="545694" y="-58537"/>
                    <a:ext cx="0" cy="171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3" name="Text Box 883">
                    <a:extLst>
                      <a:ext uri="{FF2B5EF4-FFF2-40B4-BE49-F238E27FC236}">
                        <a16:creationId xmlns:a16="http://schemas.microsoft.com/office/drawing/2014/main" id="{64639BDB-C95A-5548-EA07-9B2819571F0C}"/>
                      </a:ext>
                    </a:extLst>
                  </p:cNvPr>
                  <p:cNvSpPr txBox="1"/>
                  <p:nvPr/>
                </p:nvSpPr>
                <p:spPr>
                  <a:xfrm>
                    <a:off x="445682" y="11125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pic>
            <p:nvPicPr>
              <p:cNvPr id="53" name="Picture 52">
                <a:extLst>
                  <a:ext uri="{FF2B5EF4-FFF2-40B4-BE49-F238E27FC236}">
                    <a16:creationId xmlns:a16="http://schemas.microsoft.com/office/drawing/2014/main" id="{C709B4CD-8738-DC06-A9C8-D12B91CDE6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81500" y="981075"/>
                <a:ext cx="533400" cy="106680"/>
              </a:xfrm>
              <a:prstGeom prst="rect">
                <a:avLst/>
              </a:prstGeom>
            </p:spPr>
          </p:pic>
          <p:pic>
            <p:nvPicPr>
              <p:cNvPr id="54" name="Picture 53">
                <a:extLst>
                  <a:ext uri="{FF2B5EF4-FFF2-40B4-BE49-F238E27FC236}">
                    <a16:creationId xmlns:a16="http://schemas.microsoft.com/office/drawing/2014/main" id="{0B966174-F960-8942-56C2-F05CE3113B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91025" y="1428750"/>
                <a:ext cx="533400" cy="106680"/>
              </a:xfrm>
              <a:prstGeom prst="rect">
                <a:avLst/>
              </a:prstGeom>
            </p:spPr>
          </p:pic>
          <p:pic>
            <p:nvPicPr>
              <p:cNvPr id="55" name="Picture 54">
                <a:extLst>
                  <a:ext uri="{FF2B5EF4-FFF2-40B4-BE49-F238E27FC236}">
                    <a16:creationId xmlns:a16="http://schemas.microsoft.com/office/drawing/2014/main" id="{E3A3E70C-2E1C-8A43-DB6D-40669F627B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52800" y="44221"/>
                <a:ext cx="352425" cy="153670"/>
              </a:xfrm>
              <a:prstGeom prst="rect">
                <a:avLst/>
              </a:prstGeom>
            </p:spPr>
          </p:pic>
        </p:grpSp>
      </p:grpSp>
      <p:sp>
        <p:nvSpPr>
          <p:cNvPr id="5" name="Slide Number Placeholder 4">
            <a:extLst>
              <a:ext uri="{FF2B5EF4-FFF2-40B4-BE49-F238E27FC236}">
                <a16:creationId xmlns:a16="http://schemas.microsoft.com/office/drawing/2014/main" id="{CE830B82-353A-FC8E-39B8-7B1B0CB5F1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EEADC427-CABD-D37E-079E-441CCFAC7D1F}"/>
              </a:ext>
            </a:extLst>
          </p:cNvPr>
          <p:cNvSpPr/>
          <p:nvPr/>
        </p:nvSpPr>
        <p:spPr>
          <a:xfrm>
            <a:off x="10707517" y="2122799"/>
            <a:ext cx="617531" cy="19785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882FB20D-0A02-6DDC-BF3F-C8A1D488F21F}"/>
              </a:ext>
            </a:extLst>
          </p:cNvPr>
          <p:cNvCxnSpPr>
            <a:cxnSpLocks/>
          </p:cNvCxnSpPr>
          <p:nvPr/>
        </p:nvCxnSpPr>
        <p:spPr>
          <a:xfrm>
            <a:off x="10916274" y="2330530"/>
            <a:ext cx="0" cy="1713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883">
            <a:extLst>
              <a:ext uri="{FF2B5EF4-FFF2-40B4-BE49-F238E27FC236}">
                <a16:creationId xmlns:a16="http://schemas.microsoft.com/office/drawing/2014/main" id="{AC7E6A5A-C477-4238-7547-5C57028F3914}"/>
              </a:ext>
            </a:extLst>
          </p:cNvPr>
          <p:cNvSpPr txBox="1"/>
          <p:nvPr/>
        </p:nvSpPr>
        <p:spPr>
          <a:xfrm>
            <a:off x="10816266" y="2500257"/>
            <a:ext cx="200016" cy="24755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10" name="Rectangle 9">
            <a:extLst>
              <a:ext uri="{FF2B5EF4-FFF2-40B4-BE49-F238E27FC236}">
                <a16:creationId xmlns:a16="http://schemas.microsoft.com/office/drawing/2014/main" id="{0F6FF674-B15F-F9E0-9C62-2C1876CE0545}"/>
              </a:ext>
            </a:extLst>
          </p:cNvPr>
          <p:cNvSpPr/>
          <p:nvPr/>
        </p:nvSpPr>
        <p:spPr>
          <a:xfrm>
            <a:off x="5362542" y="3421733"/>
            <a:ext cx="165804" cy="21108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9B15046E-385E-92C8-E47D-BD32ABA7C895}"/>
              </a:ext>
            </a:extLst>
          </p:cNvPr>
          <p:cNvCxnSpPr>
            <a:cxnSpLocks/>
          </p:cNvCxnSpPr>
          <p:nvPr/>
        </p:nvCxnSpPr>
        <p:spPr>
          <a:xfrm>
            <a:off x="5442877" y="3565176"/>
            <a:ext cx="0" cy="1713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883">
            <a:extLst>
              <a:ext uri="{FF2B5EF4-FFF2-40B4-BE49-F238E27FC236}">
                <a16:creationId xmlns:a16="http://schemas.microsoft.com/office/drawing/2014/main" id="{1BAEF010-69C0-4AF0-08A7-926EF103A341}"/>
              </a:ext>
            </a:extLst>
          </p:cNvPr>
          <p:cNvSpPr txBox="1"/>
          <p:nvPr/>
        </p:nvSpPr>
        <p:spPr>
          <a:xfrm>
            <a:off x="5342869" y="3734903"/>
            <a:ext cx="200016" cy="24755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spTree>
    <p:extLst>
      <p:ext uri="{BB962C8B-B14F-4D97-AF65-F5344CB8AC3E}">
        <p14:creationId xmlns:p14="http://schemas.microsoft.com/office/powerpoint/2010/main" val="104052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2513341"/>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sales return – main window, search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sales return – main form, click the lookup button and select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delete button.</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206411CD-D453-3C70-B863-B05DFE4DD718}"/>
              </a:ext>
            </a:extLst>
          </p:cNvPr>
          <p:cNvSpPr txBox="1"/>
          <p:nvPr/>
        </p:nvSpPr>
        <p:spPr>
          <a:xfrm>
            <a:off x="805110" y="1311838"/>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Delete Sales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1" name="TextBox 40">
            <a:extLst>
              <a:ext uri="{FF2B5EF4-FFF2-40B4-BE49-F238E27FC236}">
                <a16:creationId xmlns:a16="http://schemas.microsoft.com/office/drawing/2014/main" id="{5F215506-CA7E-755F-74BA-DBA6C0290AC7}"/>
              </a:ext>
            </a:extLst>
          </p:cNvPr>
          <p:cNvSpPr txBox="1"/>
          <p:nvPr/>
        </p:nvSpPr>
        <p:spPr>
          <a:xfrm>
            <a:off x="7104360" y="296381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Sales Return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8" name="TextBox 57">
            <a:extLst>
              <a:ext uri="{FF2B5EF4-FFF2-40B4-BE49-F238E27FC236}">
                <a16:creationId xmlns:a16="http://schemas.microsoft.com/office/drawing/2014/main" id="{75E90F7D-99C6-4EAE-0C31-58FAE035D67B}"/>
              </a:ext>
            </a:extLst>
          </p:cNvPr>
          <p:cNvSpPr txBox="1"/>
          <p:nvPr/>
        </p:nvSpPr>
        <p:spPr>
          <a:xfrm>
            <a:off x="7180581" y="579945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Sales Return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835C8433-3855-1AEC-6E17-8337C5342F81}"/>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4" name="Picture 3">
            <a:extLst>
              <a:ext uri="{FF2B5EF4-FFF2-40B4-BE49-F238E27FC236}">
                <a16:creationId xmlns:a16="http://schemas.microsoft.com/office/drawing/2014/main" id="{678C0B94-E0EE-1E9F-5A2E-5DC4E3EEC8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4888" y="1311838"/>
            <a:ext cx="6078855" cy="1637665"/>
          </a:xfrm>
          <a:prstGeom prst="rect">
            <a:avLst/>
          </a:prstGeom>
        </p:spPr>
      </p:pic>
      <p:grpSp>
        <p:nvGrpSpPr>
          <p:cNvPr id="18" name="Group 17">
            <a:extLst>
              <a:ext uri="{FF2B5EF4-FFF2-40B4-BE49-F238E27FC236}">
                <a16:creationId xmlns:a16="http://schemas.microsoft.com/office/drawing/2014/main" id="{E118B5AB-E9A4-B11C-3D65-09C03F924FC1}"/>
              </a:ext>
            </a:extLst>
          </p:cNvPr>
          <p:cNvGrpSpPr/>
          <p:nvPr/>
        </p:nvGrpSpPr>
        <p:grpSpPr>
          <a:xfrm>
            <a:off x="4818380" y="3795075"/>
            <a:ext cx="6671581" cy="1962470"/>
            <a:chOff x="4818380" y="3795075"/>
            <a:chExt cx="6671581" cy="1962470"/>
          </a:xfrm>
        </p:grpSpPr>
        <p:pic>
          <p:nvPicPr>
            <p:cNvPr id="5" name="Picture 4">
              <a:extLst>
                <a:ext uri="{FF2B5EF4-FFF2-40B4-BE49-F238E27FC236}">
                  <a16:creationId xmlns:a16="http://schemas.microsoft.com/office/drawing/2014/main" id="{3ECC8433-BB7B-AB3F-A395-9CE0094C5F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0616" y="3795075"/>
              <a:ext cx="6189345" cy="1792605"/>
            </a:xfrm>
            <a:prstGeom prst="rect">
              <a:avLst/>
            </a:prstGeom>
          </p:spPr>
        </p:pic>
        <p:grpSp>
          <p:nvGrpSpPr>
            <p:cNvPr id="17" name="Group 16">
              <a:extLst>
                <a:ext uri="{FF2B5EF4-FFF2-40B4-BE49-F238E27FC236}">
                  <a16:creationId xmlns:a16="http://schemas.microsoft.com/office/drawing/2014/main" id="{82DF85C3-A22A-66B1-BBBA-C48C3FF263AB}"/>
                </a:ext>
              </a:extLst>
            </p:cNvPr>
            <p:cNvGrpSpPr/>
            <p:nvPr/>
          </p:nvGrpSpPr>
          <p:grpSpPr>
            <a:xfrm>
              <a:off x="4818380" y="4237355"/>
              <a:ext cx="3952240" cy="1520190"/>
              <a:chOff x="4119880" y="2668905"/>
              <a:chExt cx="3952240" cy="1520190"/>
            </a:xfrm>
          </p:grpSpPr>
          <p:grpSp>
            <p:nvGrpSpPr>
              <p:cNvPr id="6" name="Group 5">
                <a:extLst>
                  <a:ext uri="{FF2B5EF4-FFF2-40B4-BE49-F238E27FC236}">
                    <a16:creationId xmlns:a16="http://schemas.microsoft.com/office/drawing/2014/main" id="{17ABE533-922C-A8D2-C3D7-03C5A0180B4A}"/>
                  </a:ext>
                </a:extLst>
              </p:cNvPr>
              <p:cNvGrpSpPr/>
              <p:nvPr/>
            </p:nvGrpSpPr>
            <p:grpSpPr>
              <a:xfrm>
                <a:off x="5909945" y="2957195"/>
                <a:ext cx="952500" cy="304800"/>
                <a:chOff x="523874" y="28575"/>
                <a:chExt cx="952500" cy="304800"/>
              </a:xfrm>
            </p:grpSpPr>
            <p:sp>
              <p:nvSpPr>
                <p:cNvPr id="14" name="Rectangle 13">
                  <a:extLst>
                    <a:ext uri="{FF2B5EF4-FFF2-40B4-BE49-F238E27FC236}">
                      <a16:creationId xmlns:a16="http://schemas.microsoft.com/office/drawing/2014/main" id="{1EEF8DE6-36FF-3CB9-A5B5-101353FC5C88}"/>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6E9006EA-D470-F975-5D55-F8FEA73FC74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 Box 948">
                  <a:extLst>
                    <a:ext uri="{FF2B5EF4-FFF2-40B4-BE49-F238E27FC236}">
                      <a16:creationId xmlns:a16="http://schemas.microsoft.com/office/drawing/2014/main" id="{BA1B750F-4A8D-2250-1DC6-4D64094CBE34}"/>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7" name="Group 6">
                <a:extLst>
                  <a:ext uri="{FF2B5EF4-FFF2-40B4-BE49-F238E27FC236}">
                    <a16:creationId xmlns:a16="http://schemas.microsoft.com/office/drawing/2014/main" id="{46B99AD7-0C7A-5C4F-2394-8A407F52F604}"/>
                  </a:ext>
                </a:extLst>
              </p:cNvPr>
              <p:cNvGrpSpPr/>
              <p:nvPr/>
            </p:nvGrpSpPr>
            <p:grpSpPr>
              <a:xfrm>
                <a:off x="7082155" y="2668905"/>
                <a:ext cx="981076" cy="304800"/>
                <a:chOff x="333374" y="28575"/>
                <a:chExt cx="981076" cy="304800"/>
              </a:xfrm>
            </p:grpSpPr>
            <p:sp>
              <p:nvSpPr>
                <p:cNvPr id="10" name="Rectangle 9">
                  <a:extLst>
                    <a:ext uri="{FF2B5EF4-FFF2-40B4-BE49-F238E27FC236}">
                      <a16:creationId xmlns:a16="http://schemas.microsoft.com/office/drawing/2014/main" id="{6BF4BEE6-96B1-E18D-330B-1F453C997F76}"/>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F9F6207A-EFF9-1117-D62C-D376C859DBE3}"/>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952">
                  <a:extLst>
                    <a:ext uri="{FF2B5EF4-FFF2-40B4-BE49-F238E27FC236}">
                      <a16:creationId xmlns:a16="http://schemas.microsoft.com/office/drawing/2014/main" id="{F368AFCA-84E4-E2F1-AE5F-DB84829C116F}"/>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8" name="Text Box 241">
                <a:extLst>
                  <a:ext uri="{FF2B5EF4-FFF2-40B4-BE49-F238E27FC236}">
                    <a16:creationId xmlns:a16="http://schemas.microsoft.com/office/drawing/2014/main" id="{5D46C9F6-7CB6-1A6F-078B-533E4538B110}"/>
                  </a:ext>
                </a:extLst>
              </p:cNvPr>
              <p:cNvSpPr txBox="1">
                <a:spLocks noChangeArrowheads="1"/>
              </p:cNvSpPr>
              <p:nvPr/>
            </p:nvSpPr>
            <p:spPr bwMode="auto">
              <a:xfrm>
                <a:off x="5770245" y="3309620"/>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SR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0"/>
                  </a:spcAft>
                  <a:buClrTx/>
                  <a:buSzPts val="800"/>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ts val="975"/>
                  </a:lnSpc>
                  <a:spcBef>
                    <a:spcPts val="5"/>
                  </a:spcBef>
                  <a:spcAft>
                    <a:spcPts val="0"/>
                  </a:spcAft>
                  <a:buClrTx/>
                  <a:buSzPts val="800"/>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ts val="975"/>
                  </a:lnSpc>
                  <a:spcBef>
                    <a:spcPts val="0"/>
                  </a:spcBef>
                  <a:spcAft>
                    <a:spcPts val="0"/>
                  </a:spcAft>
                  <a:buClrTx/>
                  <a:buSzPts val="800"/>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954">
                <a:extLst>
                  <a:ext uri="{FF2B5EF4-FFF2-40B4-BE49-F238E27FC236}">
                    <a16:creationId xmlns:a16="http://schemas.microsoft.com/office/drawing/2014/main" id="{F59FAD3F-8E1B-25B5-2F1C-F0E0A17ED0ED}"/>
                  </a:ext>
                </a:extLst>
              </p:cNvPr>
              <p:cNvSpPr txBox="1"/>
              <p:nvPr/>
            </p:nvSpPr>
            <p:spPr>
              <a:xfrm>
                <a:off x="4119880" y="2741930"/>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grpSp>
      <p:sp>
        <p:nvSpPr>
          <p:cNvPr id="20" name="Slide Number Placeholder 19">
            <a:extLst>
              <a:ext uri="{FF2B5EF4-FFF2-40B4-BE49-F238E27FC236}">
                <a16:creationId xmlns:a16="http://schemas.microsoft.com/office/drawing/2014/main" id="{965F91F1-ABF3-4922-BFB1-42E1925B2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9211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805109" y="4516141"/>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589414"/>
            <a:ext cx="3852820" cy="2121974"/>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parallel in the main form on the upper right, the sales return – main form will be minimize and the other information will be displayed as shown in the photo below.</a:t>
            </a: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96E78E19-4025-2CF4-0152-5EE4A8E0C0E1}"/>
              </a:ext>
            </a:extLst>
          </p:cNvPr>
          <p:cNvPicPr>
            <a:picLocks noChangeAspect="1"/>
          </p:cNvPicPr>
          <p:nvPr/>
        </p:nvPicPr>
        <p:blipFill>
          <a:blip r:embed="rId3"/>
          <a:stretch>
            <a:fillRect/>
          </a:stretch>
        </p:blipFill>
        <p:spPr>
          <a:xfrm>
            <a:off x="5294021" y="2447174"/>
            <a:ext cx="6108721" cy="280440"/>
          </a:xfrm>
          <a:prstGeom prst="rect">
            <a:avLst/>
          </a:prstGeom>
        </p:spPr>
      </p:pic>
      <p:sp>
        <p:nvSpPr>
          <p:cNvPr id="2" name="TextBox 1">
            <a:extLst>
              <a:ext uri="{FF2B5EF4-FFF2-40B4-BE49-F238E27FC236}">
                <a16:creationId xmlns:a16="http://schemas.microsoft.com/office/drawing/2014/main" id="{65A20984-4DB1-777A-E55E-63F232BE6E7C}"/>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4" name="Picture 3">
            <a:extLst>
              <a:ext uri="{FF2B5EF4-FFF2-40B4-BE49-F238E27FC236}">
                <a16:creationId xmlns:a16="http://schemas.microsoft.com/office/drawing/2014/main" id="{BA8AC732-C2D8-1D01-DB37-26B3DAA565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3397" y="1588861"/>
            <a:ext cx="6189345" cy="665480"/>
          </a:xfrm>
          <a:prstGeom prst="rect">
            <a:avLst/>
          </a:prstGeom>
        </p:spPr>
      </p:pic>
      <p:pic>
        <p:nvPicPr>
          <p:cNvPr id="10" name="Picture 9">
            <a:extLst>
              <a:ext uri="{FF2B5EF4-FFF2-40B4-BE49-F238E27FC236}">
                <a16:creationId xmlns:a16="http://schemas.microsoft.com/office/drawing/2014/main" id="{0178AE2B-FAFA-644E-E8AE-5E3E422033F2}"/>
              </a:ext>
            </a:extLst>
          </p:cNvPr>
          <p:cNvPicPr>
            <a:picLocks noChangeAspect="1"/>
          </p:cNvPicPr>
          <p:nvPr/>
        </p:nvPicPr>
        <p:blipFill>
          <a:blip r:embed="rId5"/>
          <a:stretch>
            <a:fillRect/>
          </a:stretch>
        </p:blipFill>
        <p:spPr>
          <a:xfrm>
            <a:off x="5213397" y="3073400"/>
            <a:ext cx="6271306" cy="3132463"/>
          </a:xfrm>
          <a:prstGeom prst="rect">
            <a:avLst/>
          </a:prstGeom>
        </p:spPr>
      </p:pic>
      <p:sp>
        <p:nvSpPr>
          <p:cNvPr id="6" name="Slide Number Placeholder 5">
            <a:extLst>
              <a:ext uri="{FF2B5EF4-FFF2-40B4-BE49-F238E27FC236}">
                <a16:creationId xmlns:a16="http://schemas.microsoft.com/office/drawing/2014/main" id="{4C51CC16-0912-B5FE-360F-C6F20FD1FB4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860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1093</Words>
  <Application>Microsoft Office PowerPoint</Application>
  <PresentationFormat>Widescreen</PresentationFormat>
  <Paragraphs>177</Paragraphs>
  <Slides>11</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Animosa Extra Bold</vt:lpstr>
      <vt:lpstr>Arial</vt:lpstr>
      <vt:lpstr>Bahnschrift Condensed</vt:lpstr>
      <vt:lpstr>Bodoni MT Condensed</vt:lpstr>
      <vt:lpstr>Calibri</vt:lpstr>
      <vt:lpstr>Calibri Light</vt:lpstr>
      <vt:lpstr>Chivo Light</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1</cp:revision>
  <dcterms:created xsi:type="dcterms:W3CDTF">2023-01-03T08:39:21Z</dcterms:created>
  <dcterms:modified xsi:type="dcterms:W3CDTF">2023-01-03T08:39:49Z</dcterms:modified>
</cp:coreProperties>
</file>