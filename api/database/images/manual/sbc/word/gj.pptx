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9" r:id="rId2"/>
    <p:sldId id="280" r:id="rId3"/>
    <p:sldId id="281" r:id="rId4"/>
    <p:sldId id="282" r:id="rId5"/>
    <p:sldId id="283" r:id="rId6"/>
    <p:sldId id="284" r:id="rId7"/>
    <p:sldId id="285" r:id="rId8"/>
    <p:sldId id="286" r:id="rId9"/>
    <p:sldId id="287" r:id="rId10"/>
    <p:sldId id="28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5T07:03:13.387"/>
    </inkml:context>
    <inkml:brush xml:id="br0">
      <inkml:brushProperty name="width" value="0.05" units="cm"/>
      <inkml:brushProperty name="height" value="0.05" units="cm"/>
    </inkml:brush>
  </inkml:definitions>
  <inkml:trace contextRef="#ctx0" brushRef="#br0">32 29 32767,'0'0'0,"0"7"0,-31-43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68800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254474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356549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55922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93263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705526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871455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64037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40858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427224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174409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1/3/2023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714665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customXml" Target="../ink/ink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539407" y="2055283"/>
            <a:ext cx="7113183" cy="1569660"/>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General Journal</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A module where accounting adjustments is recorded.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4123989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PH"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General Journal module under Accounting, general journal transactions list will display based on filtered date and status in the general journal - main window.</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19936" y="3700403"/>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General Journal–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B5663DEA-2538-703F-CA05-BE4608872A52}"/>
              </a:ext>
            </a:extLst>
          </p:cNvPr>
          <p:cNvGrpSpPr/>
          <p:nvPr/>
        </p:nvGrpSpPr>
        <p:grpSpPr>
          <a:xfrm>
            <a:off x="5354636" y="2062738"/>
            <a:ext cx="6083300" cy="1637665"/>
            <a:chOff x="0" y="0"/>
            <a:chExt cx="6083764" cy="1637665"/>
          </a:xfrm>
        </p:grpSpPr>
        <p:grpSp>
          <p:nvGrpSpPr>
            <p:cNvPr id="3" name="Group 2">
              <a:extLst>
                <a:ext uri="{FF2B5EF4-FFF2-40B4-BE49-F238E27FC236}">
                  <a16:creationId xmlns:a16="http://schemas.microsoft.com/office/drawing/2014/main" id="{2927358D-340A-CC56-C4B1-CB0A51E71540}"/>
                </a:ext>
              </a:extLst>
            </p:cNvPr>
            <p:cNvGrpSpPr/>
            <p:nvPr/>
          </p:nvGrpSpPr>
          <p:grpSpPr>
            <a:xfrm>
              <a:off x="0" y="0"/>
              <a:ext cx="5986393" cy="1637665"/>
              <a:chOff x="0" y="0"/>
              <a:chExt cx="5986393" cy="1637665"/>
            </a:xfrm>
          </p:grpSpPr>
          <p:grpSp>
            <p:nvGrpSpPr>
              <p:cNvPr id="8" name="Group 7">
                <a:extLst>
                  <a:ext uri="{FF2B5EF4-FFF2-40B4-BE49-F238E27FC236}">
                    <a16:creationId xmlns:a16="http://schemas.microsoft.com/office/drawing/2014/main" id="{7235210B-E163-9929-F943-58FC0065F6E2}"/>
                  </a:ext>
                </a:extLst>
              </p:cNvPr>
              <p:cNvGrpSpPr/>
              <p:nvPr/>
            </p:nvGrpSpPr>
            <p:grpSpPr>
              <a:xfrm>
                <a:off x="0" y="0"/>
                <a:ext cx="5984240" cy="1271905"/>
                <a:chOff x="0" y="0"/>
                <a:chExt cx="5984240" cy="1271905"/>
              </a:xfrm>
            </p:grpSpPr>
            <p:pic>
              <p:nvPicPr>
                <p:cNvPr id="10" name="Picture 9">
                  <a:extLst>
                    <a:ext uri="{FF2B5EF4-FFF2-40B4-BE49-F238E27FC236}">
                      <a16:creationId xmlns:a16="http://schemas.microsoft.com/office/drawing/2014/main" id="{5CB3489D-77F3-C441-0580-2A97FE2D0D88}"/>
                    </a:ext>
                  </a:extLst>
                </p:cNvPr>
                <p:cNvPicPr>
                  <a:picLocks noChangeAspect="1"/>
                </p:cNvPicPr>
                <p:nvPr/>
              </p:nvPicPr>
              <p:blipFill rotWithShape="1">
                <a:blip r:embed="rId3">
                  <a:extLst>
                    <a:ext uri="{28A0092B-C50C-407E-A947-70E740481C1C}">
                      <a14:useLocalDpi xmlns:a14="http://schemas.microsoft.com/office/drawing/2010/main" val="0"/>
                    </a:ext>
                  </a:extLst>
                </a:blip>
                <a:srcRect b="27828"/>
                <a:stretch/>
              </p:blipFill>
              <p:spPr bwMode="auto">
                <a:xfrm>
                  <a:off x="0" y="0"/>
                  <a:ext cx="5984240" cy="1271905"/>
                </a:xfrm>
                <a:prstGeom prst="rect">
                  <a:avLst/>
                </a:prstGeom>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F7B5AA81-B025-18B1-A846-A689A02BA7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54" y="1073426"/>
                  <a:ext cx="849630" cy="163195"/>
                </a:xfrm>
                <a:prstGeom prst="rect">
                  <a:avLst/>
                </a:prstGeom>
              </p:spPr>
            </p:pic>
          </p:grpSp>
          <p:pic>
            <p:nvPicPr>
              <p:cNvPr id="9" name="Picture 8">
                <a:extLst>
                  <a:ext uri="{FF2B5EF4-FFF2-40B4-BE49-F238E27FC236}">
                    <a16:creationId xmlns:a16="http://schemas.microsoft.com/office/drawing/2014/main" id="{F486555F-4B2F-4AAF-4017-90AD7CA331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4643" y="0"/>
                <a:ext cx="5111750" cy="1637665"/>
              </a:xfrm>
              <a:prstGeom prst="rect">
                <a:avLst/>
              </a:prstGeom>
            </p:spPr>
          </p:pic>
        </p:grpSp>
        <p:sp>
          <p:nvSpPr>
            <p:cNvPr id="5" name="Rectangle 4">
              <a:extLst>
                <a:ext uri="{FF2B5EF4-FFF2-40B4-BE49-F238E27FC236}">
                  <a16:creationId xmlns:a16="http://schemas.microsoft.com/office/drawing/2014/main" id="{581705E1-30A3-69EE-A031-99236E39210B}"/>
                </a:ext>
              </a:extLst>
            </p:cNvPr>
            <p:cNvSpPr/>
            <p:nvPr/>
          </p:nvSpPr>
          <p:spPr>
            <a:xfrm>
              <a:off x="948519" y="750627"/>
              <a:ext cx="5135245" cy="75451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54A77C2-6DCB-E888-15CC-C0FBCCB7346F}"/>
                </a:ext>
              </a:extLst>
            </p:cNvPr>
            <p:cNvSpPr/>
            <p:nvPr/>
          </p:nvSpPr>
          <p:spPr>
            <a:xfrm>
              <a:off x="0" y="873456"/>
              <a:ext cx="841485" cy="1659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0028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General Journal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19984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General Journal – Main Window, you will notice a create button in the upper left of the window. Click the create button and you will be redirect general journal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1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 supplier. Search and select a customer/ supplier</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7" name="Group 16">
            <a:extLst>
              <a:ext uri="{FF2B5EF4-FFF2-40B4-BE49-F238E27FC236}">
                <a16:creationId xmlns:a16="http://schemas.microsoft.com/office/drawing/2014/main" id="{A5D78817-A67E-2B04-E8C7-16F6C4C34952}"/>
              </a:ext>
            </a:extLst>
          </p:cNvPr>
          <p:cNvGrpSpPr/>
          <p:nvPr/>
        </p:nvGrpSpPr>
        <p:grpSpPr>
          <a:xfrm>
            <a:off x="5563305" y="1222309"/>
            <a:ext cx="5823585" cy="1033145"/>
            <a:chOff x="0" y="0"/>
            <a:chExt cx="5823585" cy="1033145"/>
          </a:xfrm>
        </p:grpSpPr>
        <p:pic>
          <p:nvPicPr>
            <p:cNvPr id="22" name="Picture 21">
              <a:extLst>
                <a:ext uri="{FF2B5EF4-FFF2-40B4-BE49-F238E27FC236}">
                  <a16:creationId xmlns:a16="http://schemas.microsoft.com/office/drawing/2014/main" id="{E7CD5B2A-E1DF-A003-1AF3-B228BB6D6B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823585" cy="1033145"/>
            </a:xfrm>
            <a:prstGeom prst="rect">
              <a:avLst/>
            </a:prstGeom>
          </p:spPr>
        </p:pic>
        <p:grpSp>
          <p:nvGrpSpPr>
            <p:cNvPr id="24" name="Group 23">
              <a:extLst>
                <a:ext uri="{FF2B5EF4-FFF2-40B4-BE49-F238E27FC236}">
                  <a16:creationId xmlns:a16="http://schemas.microsoft.com/office/drawing/2014/main" id="{01C188FE-D51D-015F-8F04-7AF5D38534BD}"/>
                </a:ext>
              </a:extLst>
            </p:cNvPr>
            <p:cNvGrpSpPr/>
            <p:nvPr/>
          </p:nvGrpSpPr>
          <p:grpSpPr>
            <a:xfrm>
              <a:off x="6824" y="245660"/>
              <a:ext cx="1209675" cy="276225"/>
              <a:chOff x="0" y="0"/>
              <a:chExt cx="1209675" cy="276225"/>
            </a:xfrm>
          </p:grpSpPr>
          <p:sp>
            <p:nvSpPr>
              <p:cNvPr id="25" name="Rectangle 24">
                <a:extLst>
                  <a:ext uri="{FF2B5EF4-FFF2-40B4-BE49-F238E27FC236}">
                    <a16:creationId xmlns:a16="http://schemas.microsoft.com/office/drawing/2014/main" id="{BFB212D8-DF62-0776-94E6-532B5C91BC0D}"/>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9E0B250D-0AC6-19A4-54C3-EA078F809470}"/>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196">
                <a:extLst>
                  <a:ext uri="{FF2B5EF4-FFF2-40B4-BE49-F238E27FC236}">
                    <a16:creationId xmlns:a16="http://schemas.microsoft.com/office/drawing/2014/main" id="{27F3B889-DCB1-DACC-7A9A-00F37D8C32FF}"/>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grpSp>
        <p:nvGrpSpPr>
          <p:cNvPr id="15" name="Group 14">
            <a:extLst>
              <a:ext uri="{FF2B5EF4-FFF2-40B4-BE49-F238E27FC236}">
                <a16:creationId xmlns:a16="http://schemas.microsoft.com/office/drawing/2014/main" id="{906AD652-2649-CC93-04AF-3FC6E0BB91F1}"/>
              </a:ext>
            </a:extLst>
          </p:cNvPr>
          <p:cNvGrpSpPr/>
          <p:nvPr/>
        </p:nvGrpSpPr>
        <p:grpSpPr>
          <a:xfrm>
            <a:off x="5197545" y="3031556"/>
            <a:ext cx="6189345" cy="2604135"/>
            <a:chOff x="0" y="0"/>
            <a:chExt cx="6189345" cy="2604135"/>
          </a:xfrm>
        </p:grpSpPr>
        <p:grpSp>
          <p:nvGrpSpPr>
            <p:cNvPr id="16" name="Group 15">
              <a:extLst>
                <a:ext uri="{FF2B5EF4-FFF2-40B4-BE49-F238E27FC236}">
                  <a16:creationId xmlns:a16="http://schemas.microsoft.com/office/drawing/2014/main" id="{80624E0C-81CE-5E53-2144-8ACEEC88C6AB}"/>
                </a:ext>
              </a:extLst>
            </p:cNvPr>
            <p:cNvGrpSpPr/>
            <p:nvPr/>
          </p:nvGrpSpPr>
          <p:grpSpPr>
            <a:xfrm>
              <a:off x="0" y="0"/>
              <a:ext cx="6189345" cy="2604135"/>
              <a:chOff x="0" y="0"/>
              <a:chExt cx="6189345" cy="2604135"/>
            </a:xfrm>
          </p:grpSpPr>
          <p:pic>
            <p:nvPicPr>
              <p:cNvPr id="19" name="Picture 18">
                <a:extLst>
                  <a:ext uri="{FF2B5EF4-FFF2-40B4-BE49-F238E27FC236}">
                    <a16:creationId xmlns:a16="http://schemas.microsoft.com/office/drawing/2014/main" id="{B023F24B-3725-51A3-D329-803908A678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6189345" cy="2604135"/>
              </a:xfrm>
              <a:prstGeom prst="rect">
                <a:avLst/>
              </a:prstGeom>
            </p:spPr>
          </p:pic>
          <p:grpSp>
            <p:nvGrpSpPr>
              <p:cNvPr id="30" name="Group 29">
                <a:extLst>
                  <a:ext uri="{FF2B5EF4-FFF2-40B4-BE49-F238E27FC236}">
                    <a16:creationId xmlns:a16="http://schemas.microsoft.com/office/drawing/2014/main" id="{EDA7FFD2-88FB-6913-0487-7362681F67DA}"/>
                  </a:ext>
                </a:extLst>
              </p:cNvPr>
              <p:cNvGrpSpPr/>
              <p:nvPr/>
            </p:nvGrpSpPr>
            <p:grpSpPr>
              <a:xfrm>
                <a:off x="457200" y="784746"/>
                <a:ext cx="5571763" cy="487734"/>
                <a:chOff x="-4022453" y="183411"/>
                <a:chExt cx="5604480" cy="566290"/>
              </a:xfrm>
            </p:grpSpPr>
            <p:sp>
              <p:nvSpPr>
                <p:cNvPr id="32" name="Rectangle 31">
                  <a:extLst>
                    <a:ext uri="{FF2B5EF4-FFF2-40B4-BE49-F238E27FC236}">
                      <a16:creationId xmlns:a16="http://schemas.microsoft.com/office/drawing/2014/main" id="{02BF04D5-5435-BC29-F01F-C642D592D00C}"/>
                    </a:ext>
                  </a:extLst>
                </p:cNvPr>
                <p:cNvSpPr/>
                <p:nvPr/>
              </p:nvSpPr>
              <p:spPr>
                <a:xfrm>
                  <a:off x="-4022453" y="384058"/>
                  <a:ext cx="5326425"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97ACB03-F2B1-A9F1-EE9F-91966C0B1BEC}"/>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31">
                  <a:extLst>
                    <a:ext uri="{FF2B5EF4-FFF2-40B4-BE49-F238E27FC236}">
                      <a16:creationId xmlns:a16="http://schemas.microsoft.com/office/drawing/2014/main" id="{792DA742-79A5-A9F8-CA0E-E801E829D275}"/>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31" name="Text Box 241">
                <a:extLst>
                  <a:ext uri="{FF2B5EF4-FFF2-40B4-BE49-F238E27FC236}">
                    <a16:creationId xmlns:a16="http://schemas.microsoft.com/office/drawing/2014/main" id="{07C6D035-A7C4-94AD-0CA5-210FCE58767D}"/>
                  </a:ext>
                </a:extLst>
              </p:cNvPr>
              <p:cNvSpPr txBox="1">
                <a:spLocks noChangeArrowheads="1"/>
              </p:cNvSpPr>
              <p:nvPr/>
            </p:nvSpPr>
            <p:spPr bwMode="auto">
              <a:xfrm>
                <a:off x="1419367" y="1317009"/>
                <a:ext cx="2786492" cy="97581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customer/supplier?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customer/ supplier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customer/ 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pic>
          <p:nvPicPr>
            <p:cNvPr id="18" name="Picture 17">
              <a:extLst>
                <a:ext uri="{FF2B5EF4-FFF2-40B4-BE49-F238E27FC236}">
                  <a16:creationId xmlns:a16="http://schemas.microsoft.com/office/drawing/2014/main" id="{45445418-2B64-5D92-15BF-E6E472C704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689" y="6824"/>
              <a:ext cx="1646555" cy="161290"/>
            </a:xfrm>
            <a:prstGeom prst="rect">
              <a:avLst/>
            </a:prstGeom>
          </p:spPr>
        </p:pic>
      </p:grpSp>
      <p:sp>
        <p:nvSpPr>
          <p:cNvPr id="35" name="Text Box 1197">
            <a:extLst>
              <a:ext uri="{FF2B5EF4-FFF2-40B4-BE49-F238E27FC236}">
                <a16:creationId xmlns:a16="http://schemas.microsoft.com/office/drawing/2014/main" id="{43122292-BD35-48F3-6B03-509A04780B35}"/>
              </a:ext>
            </a:extLst>
          </p:cNvPr>
          <p:cNvSpPr txBox="1"/>
          <p:nvPr/>
        </p:nvSpPr>
        <p:spPr>
          <a:xfrm>
            <a:off x="805110" y="3944974"/>
            <a:ext cx="3914825" cy="126313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customer/ supplier, you will be redirect in general journal – main form where you will encode the other necessary information of the transaction and record the journal entry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8DC69C6-E34F-30AD-B540-DA5BD0A871EA}"/>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485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General Journal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 name="Text Box 1209">
            <a:extLst>
              <a:ext uri="{FF2B5EF4-FFF2-40B4-BE49-F238E27FC236}">
                <a16:creationId xmlns:a16="http://schemas.microsoft.com/office/drawing/2014/main" id="{4F5C4C4B-FEE4-25C5-466D-F7C19DFEE41D}"/>
              </a:ext>
            </a:extLst>
          </p:cNvPr>
          <p:cNvSpPr txBox="1"/>
          <p:nvPr/>
        </p:nvSpPr>
        <p:spPr>
          <a:xfrm>
            <a:off x="532008" y="1242211"/>
            <a:ext cx="3914825" cy="215394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customer/ supplier, some details such as address, date are automatically plotted in their respective field.</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current date is also plotted automatically but if you wish to change the date – click the date picker and select its respective date.</a:t>
            </a: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6" name="Group 5">
            <a:extLst>
              <a:ext uri="{FF2B5EF4-FFF2-40B4-BE49-F238E27FC236}">
                <a16:creationId xmlns:a16="http://schemas.microsoft.com/office/drawing/2014/main" id="{921662EE-7930-6611-ACC8-9E97BB60BB01}"/>
              </a:ext>
            </a:extLst>
          </p:cNvPr>
          <p:cNvGrpSpPr/>
          <p:nvPr/>
        </p:nvGrpSpPr>
        <p:grpSpPr>
          <a:xfrm>
            <a:off x="4850296" y="500717"/>
            <a:ext cx="6675756" cy="3009900"/>
            <a:chOff x="0" y="0"/>
            <a:chExt cx="6675935" cy="3010469"/>
          </a:xfrm>
        </p:grpSpPr>
        <p:pic>
          <p:nvPicPr>
            <p:cNvPr id="7" name="Picture 6">
              <a:extLst>
                <a:ext uri="{FF2B5EF4-FFF2-40B4-BE49-F238E27FC236}">
                  <a16:creationId xmlns:a16="http://schemas.microsoft.com/office/drawing/2014/main" id="{5D6CB4AA-E276-84E7-B664-173C8B9C56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451" y="0"/>
              <a:ext cx="5901055" cy="2803525"/>
            </a:xfrm>
            <a:prstGeom prst="rect">
              <a:avLst/>
            </a:prstGeom>
          </p:spPr>
        </p:pic>
        <p:sp>
          <p:nvSpPr>
            <p:cNvPr id="8" name="Rectangle 7">
              <a:extLst>
                <a:ext uri="{FF2B5EF4-FFF2-40B4-BE49-F238E27FC236}">
                  <a16:creationId xmlns:a16="http://schemas.microsoft.com/office/drawing/2014/main" id="{1A224AB9-0FD4-0EFE-4078-5AD10F187D8C}"/>
                </a:ext>
              </a:extLst>
            </p:cNvPr>
            <p:cNvSpPr/>
            <p:nvPr/>
          </p:nvSpPr>
          <p:spPr>
            <a:xfrm>
              <a:off x="818866" y="709684"/>
              <a:ext cx="5822950" cy="75946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C4C6A03-0F12-B33F-3878-E659E54D603B}"/>
                </a:ext>
              </a:extLst>
            </p:cNvPr>
            <p:cNvSpPr/>
            <p:nvPr/>
          </p:nvSpPr>
          <p:spPr>
            <a:xfrm>
              <a:off x="852985" y="1917511"/>
              <a:ext cx="5822950" cy="1092958"/>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 Box 1208">
              <a:extLst>
                <a:ext uri="{FF2B5EF4-FFF2-40B4-BE49-F238E27FC236}">
                  <a16:creationId xmlns:a16="http://schemas.microsoft.com/office/drawing/2014/main" id="{D8482B7D-CD7B-F4AC-58D4-7D89ECBEF6C3}"/>
                </a:ext>
              </a:extLst>
            </p:cNvPr>
            <p:cNvSpPr txBox="1"/>
            <p:nvPr/>
          </p:nvSpPr>
          <p:spPr>
            <a:xfrm>
              <a:off x="0" y="2490717"/>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11" name="Text Box 1202">
              <a:extLst>
                <a:ext uri="{FF2B5EF4-FFF2-40B4-BE49-F238E27FC236}">
                  <a16:creationId xmlns:a16="http://schemas.microsoft.com/office/drawing/2014/main" id="{A601481C-5941-6831-BF2A-1CCC7F565BD1}"/>
                </a:ext>
              </a:extLst>
            </p:cNvPr>
            <p:cNvSpPr txBox="1"/>
            <p:nvPr/>
          </p:nvSpPr>
          <p:spPr>
            <a:xfrm>
              <a:off x="6824" y="716508"/>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12" name="Text Box 1203">
              <a:extLst>
                <a:ext uri="{FF2B5EF4-FFF2-40B4-BE49-F238E27FC236}">
                  <a16:creationId xmlns:a16="http://schemas.microsoft.com/office/drawing/2014/main" id="{5540C61A-CEB6-93FF-A550-B5C7C909AB43}"/>
                </a:ext>
              </a:extLst>
            </p:cNvPr>
            <p:cNvSpPr txBox="1"/>
            <p:nvPr/>
          </p:nvSpPr>
          <p:spPr>
            <a:xfrm>
              <a:off x="5424985" y="1044054"/>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13" name="Rectangle 12">
              <a:extLst>
                <a:ext uri="{FF2B5EF4-FFF2-40B4-BE49-F238E27FC236}">
                  <a16:creationId xmlns:a16="http://schemas.microsoft.com/office/drawing/2014/main" id="{78AFD747-C0AE-1D75-D5A9-8F37B48F180B}"/>
                </a:ext>
              </a:extLst>
            </p:cNvPr>
            <p:cNvSpPr/>
            <p:nvPr/>
          </p:nvSpPr>
          <p:spPr>
            <a:xfrm>
              <a:off x="5261212" y="457200"/>
              <a:ext cx="413385" cy="1663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10A9453A-3872-9696-CC52-EE42ACD81370}"/>
                </a:ext>
              </a:extLst>
            </p:cNvPr>
            <p:cNvCxnSpPr/>
            <p:nvPr/>
          </p:nvCxnSpPr>
          <p:spPr>
            <a:xfrm>
              <a:off x="5650173" y="459759"/>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1199">
              <a:extLst>
                <a:ext uri="{FF2B5EF4-FFF2-40B4-BE49-F238E27FC236}">
                  <a16:creationId xmlns:a16="http://schemas.microsoft.com/office/drawing/2014/main" id="{D2E7551C-007F-4DE2-1316-152C183642D3}"/>
                </a:ext>
              </a:extLst>
            </p:cNvPr>
            <p:cNvSpPr txBox="1"/>
            <p:nvPr/>
          </p:nvSpPr>
          <p:spPr>
            <a:xfrm>
              <a:off x="5854890" y="34119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sp>
          <p:nvSpPr>
            <p:cNvPr id="29" name="Rectangle 28">
              <a:extLst>
                <a:ext uri="{FF2B5EF4-FFF2-40B4-BE49-F238E27FC236}">
                  <a16:creationId xmlns:a16="http://schemas.microsoft.com/office/drawing/2014/main" id="{9E57D1B9-C2D6-A6A3-D367-C51AAB4BDE05}"/>
                </a:ext>
              </a:extLst>
            </p:cNvPr>
            <p:cNvSpPr/>
            <p:nvPr/>
          </p:nvSpPr>
          <p:spPr>
            <a:xfrm>
              <a:off x="5820770" y="1699146"/>
              <a:ext cx="731520" cy="1663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Text Box 1206">
              <a:extLst>
                <a:ext uri="{FF2B5EF4-FFF2-40B4-BE49-F238E27FC236}">
                  <a16:creationId xmlns:a16="http://schemas.microsoft.com/office/drawing/2014/main" id="{745827D0-08FA-6615-A358-29FC39A2CA3A}"/>
                </a:ext>
              </a:extLst>
            </p:cNvPr>
            <p:cNvSpPr txBox="1"/>
            <p:nvPr/>
          </p:nvSpPr>
          <p:spPr>
            <a:xfrm>
              <a:off x="5793475" y="199939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sp>
          <p:nvSpPr>
            <p:cNvPr id="37" name="Rectangle 36">
              <a:extLst>
                <a:ext uri="{FF2B5EF4-FFF2-40B4-BE49-F238E27FC236}">
                  <a16:creationId xmlns:a16="http://schemas.microsoft.com/office/drawing/2014/main" id="{92FC0C01-768A-15B4-F99F-D2CE077BA756}"/>
                </a:ext>
              </a:extLst>
            </p:cNvPr>
            <p:cNvSpPr/>
            <p:nvPr/>
          </p:nvSpPr>
          <p:spPr>
            <a:xfrm>
              <a:off x="3166281" y="1705970"/>
              <a:ext cx="500380" cy="15811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Text Box 1335">
              <a:extLst>
                <a:ext uri="{FF2B5EF4-FFF2-40B4-BE49-F238E27FC236}">
                  <a16:creationId xmlns:a16="http://schemas.microsoft.com/office/drawing/2014/main" id="{20B2C182-40FB-414E-7D45-3A63B733C5A6}"/>
                </a:ext>
              </a:extLst>
            </p:cNvPr>
            <p:cNvSpPr txBox="1"/>
            <p:nvPr/>
          </p:nvSpPr>
          <p:spPr>
            <a:xfrm>
              <a:off x="3132161" y="200622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sp>
          <p:nvSpPr>
            <p:cNvPr id="40" name="Rectangle 39">
              <a:extLst>
                <a:ext uri="{FF2B5EF4-FFF2-40B4-BE49-F238E27FC236}">
                  <a16:creationId xmlns:a16="http://schemas.microsoft.com/office/drawing/2014/main" id="{9D84CB5C-A167-DB53-36AA-D0669C32CF68}"/>
                </a:ext>
              </a:extLst>
            </p:cNvPr>
            <p:cNvSpPr/>
            <p:nvPr/>
          </p:nvSpPr>
          <p:spPr>
            <a:xfrm>
              <a:off x="3725839" y="1705970"/>
              <a:ext cx="580390" cy="15811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Text Box 1337">
              <a:extLst>
                <a:ext uri="{FF2B5EF4-FFF2-40B4-BE49-F238E27FC236}">
                  <a16:creationId xmlns:a16="http://schemas.microsoft.com/office/drawing/2014/main" id="{EE852AC9-AD4D-D0E0-E012-9D14717E8BE6}"/>
                </a:ext>
              </a:extLst>
            </p:cNvPr>
            <p:cNvSpPr txBox="1"/>
            <p:nvPr/>
          </p:nvSpPr>
          <p:spPr>
            <a:xfrm>
              <a:off x="3698544" y="201304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5.1</a:t>
              </a:r>
            </a:p>
          </p:txBody>
        </p:sp>
      </p:grpSp>
      <p:sp>
        <p:nvSpPr>
          <p:cNvPr id="3" name="Text Box 1210">
            <a:extLst>
              <a:ext uri="{FF2B5EF4-FFF2-40B4-BE49-F238E27FC236}">
                <a16:creationId xmlns:a16="http://schemas.microsoft.com/office/drawing/2014/main" id="{1CFF90FA-1377-7FA9-BD4C-5BD9C78BFC6F}"/>
              </a:ext>
            </a:extLst>
          </p:cNvPr>
          <p:cNvSpPr txBox="1"/>
          <p:nvPr/>
        </p:nvSpPr>
        <p:spPr>
          <a:xfrm>
            <a:off x="174929" y="3324003"/>
            <a:ext cx="4271904" cy="202659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may now select from received checks if the entry has to do with check for deposit adjustment. If the entry is AR or AP click unpaid button to select from the list and if the entry has no link from other modules, click add account to select an account.  Search and select it by ticking the check box.</a:t>
            </a:r>
          </a:p>
          <a:p>
            <a:pPr marL="457200" marR="0" lvl="1"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accept, if done.</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5715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30" name="Picture 29">
            <a:extLst>
              <a:ext uri="{FF2B5EF4-FFF2-40B4-BE49-F238E27FC236}">
                <a16:creationId xmlns:a16="http://schemas.microsoft.com/office/drawing/2014/main" id="{E5C6AF14-CEEF-F2F4-CA7D-53F3A80DEF20}"/>
              </a:ext>
            </a:extLst>
          </p:cNvPr>
          <p:cNvPicPr>
            <a:picLocks noChangeAspect="1"/>
          </p:cNvPicPr>
          <p:nvPr/>
        </p:nvPicPr>
        <p:blipFill>
          <a:blip r:embed="rId4"/>
          <a:stretch>
            <a:fillRect/>
          </a:stretch>
        </p:blipFill>
        <p:spPr>
          <a:xfrm>
            <a:off x="5694482" y="3710452"/>
            <a:ext cx="5825794" cy="2517036"/>
          </a:xfrm>
          <a:prstGeom prst="rect">
            <a:avLst/>
          </a:prstGeom>
        </p:spPr>
      </p:pic>
      <p:sp>
        <p:nvSpPr>
          <p:cNvPr id="32" name="Text Box 1214">
            <a:extLst>
              <a:ext uri="{FF2B5EF4-FFF2-40B4-BE49-F238E27FC236}">
                <a16:creationId xmlns:a16="http://schemas.microsoft.com/office/drawing/2014/main" id="{1D0E0CE0-C762-ABB0-0003-33802167BD11}"/>
              </a:ext>
            </a:extLst>
          </p:cNvPr>
          <p:cNvSpPr txBox="1"/>
          <p:nvPr/>
        </p:nvSpPr>
        <p:spPr>
          <a:xfrm>
            <a:off x="532007" y="5350598"/>
            <a:ext cx="3914825" cy="6273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By clicking add new account, add the necessary details by following the instruction below.</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03BC2A07-47A0-1365-7C1B-3F52494D221A}"/>
                  </a:ext>
                </a:extLst>
              </p14:cNvPr>
              <p14:cNvContentPartPr/>
              <p14:nvPr/>
            </p14:nvContentPartPr>
            <p14:xfrm>
              <a:off x="13443243" y="3058422"/>
              <a:ext cx="11880" cy="13320"/>
            </p14:xfrm>
          </p:contentPart>
        </mc:Choice>
        <mc:Fallback xmlns="">
          <p:pic>
            <p:nvPicPr>
              <p:cNvPr id="2" name="Ink 1">
                <a:extLst>
                  <a:ext uri="{FF2B5EF4-FFF2-40B4-BE49-F238E27FC236}">
                    <a16:creationId xmlns:a16="http://schemas.microsoft.com/office/drawing/2014/main" id="{03BC2A07-47A0-1365-7C1B-3F52494D221A}"/>
                  </a:ext>
                </a:extLst>
              </p:cNvPr>
              <p:cNvPicPr/>
              <p:nvPr/>
            </p:nvPicPr>
            <p:blipFill>
              <a:blip r:embed="rId6"/>
              <a:stretch>
                <a:fillRect/>
              </a:stretch>
            </p:blipFill>
            <p:spPr>
              <a:xfrm>
                <a:off x="13434603" y="3049422"/>
                <a:ext cx="29520" cy="30960"/>
              </a:xfrm>
              <a:prstGeom prst="rect">
                <a:avLst/>
              </a:prstGeom>
            </p:spPr>
          </p:pic>
        </mc:Fallback>
      </mc:AlternateContent>
      <p:sp>
        <p:nvSpPr>
          <p:cNvPr id="15" name="TextBox 14">
            <a:extLst>
              <a:ext uri="{FF2B5EF4-FFF2-40B4-BE49-F238E27FC236}">
                <a16:creationId xmlns:a16="http://schemas.microsoft.com/office/drawing/2014/main" id="{49965681-AD19-BC98-9BF2-B1A9449762F4}"/>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E4E2A4D2-E43C-008E-B31E-42862381E4B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5076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General Journal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grpSp>
        <p:nvGrpSpPr>
          <p:cNvPr id="2" name="Group 1">
            <a:extLst>
              <a:ext uri="{FF2B5EF4-FFF2-40B4-BE49-F238E27FC236}">
                <a16:creationId xmlns:a16="http://schemas.microsoft.com/office/drawing/2014/main" id="{8C9B3553-3818-FBB2-832C-EE3C3A89E162}"/>
              </a:ext>
            </a:extLst>
          </p:cNvPr>
          <p:cNvGrpSpPr/>
          <p:nvPr/>
        </p:nvGrpSpPr>
        <p:grpSpPr>
          <a:xfrm>
            <a:off x="5372901" y="642052"/>
            <a:ext cx="6184900" cy="3636009"/>
            <a:chOff x="0" y="0"/>
            <a:chExt cx="6184900" cy="3636275"/>
          </a:xfrm>
        </p:grpSpPr>
        <p:pic>
          <p:nvPicPr>
            <p:cNvPr id="15" name="Picture 14">
              <a:extLst>
                <a:ext uri="{FF2B5EF4-FFF2-40B4-BE49-F238E27FC236}">
                  <a16:creationId xmlns:a16="http://schemas.microsoft.com/office/drawing/2014/main" id="{6E7B57B2-58D2-6358-C741-E3F3BBF0BD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4900" cy="3387725"/>
            </a:xfrm>
            <a:prstGeom prst="rect">
              <a:avLst/>
            </a:prstGeom>
          </p:spPr>
        </p:pic>
        <p:sp>
          <p:nvSpPr>
            <p:cNvPr id="16" name="Rectangle 15">
              <a:extLst>
                <a:ext uri="{FF2B5EF4-FFF2-40B4-BE49-F238E27FC236}">
                  <a16:creationId xmlns:a16="http://schemas.microsoft.com/office/drawing/2014/main" id="{E052F6BF-54CD-1A2F-9FCB-92A4CFA352A8}"/>
                </a:ext>
              </a:extLst>
            </p:cNvPr>
            <p:cNvSpPr/>
            <p:nvPr/>
          </p:nvSpPr>
          <p:spPr>
            <a:xfrm>
              <a:off x="1828800" y="1610436"/>
              <a:ext cx="2468245" cy="53273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352CB656-7214-17F3-E815-AB8C8CB7439C}"/>
                </a:ext>
              </a:extLst>
            </p:cNvPr>
            <p:cNvCxnSpPr/>
            <p:nvPr/>
          </p:nvCxnSpPr>
          <p:spPr>
            <a:xfrm>
              <a:off x="4339988" y="194736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1244">
              <a:extLst>
                <a:ext uri="{FF2B5EF4-FFF2-40B4-BE49-F238E27FC236}">
                  <a16:creationId xmlns:a16="http://schemas.microsoft.com/office/drawing/2014/main" id="{6EA3ED4A-DA1D-FCEA-17AE-A823F51853C6}"/>
                </a:ext>
              </a:extLst>
            </p:cNvPr>
            <p:cNvSpPr txBox="1"/>
            <p:nvPr/>
          </p:nvSpPr>
          <p:spPr>
            <a:xfrm>
              <a:off x="4524233" y="1774209"/>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8</a:t>
              </a:r>
            </a:p>
          </p:txBody>
        </p:sp>
        <p:sp>
          <p:nvSpPr>
            <p:cNvPr id="19" name="Rectangle 18">
              <a:extLst>
                <a:ext uri="{FF2B5EF4-FFF2-40B4-BE49-F238E27FC236}">
                  <a16:creationId xmlns:a16="http://schemas.microsoft.com/office/drawing/2014/main" id="{7DAF29C9-6C74-9070-4F12-746D3D14BF01}"/>
                </a:ext>
              </a:extLst>
            </p:cNvPr>
            <p:cNvSpPr/>
            <p:nvPr/>
          </p:nvSpPr>
          <p:spPr>
            <a:xfrm>
              <a:off x="1835624" y="2183642"/>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E7ED09EC-4B5C-ED23-FE26-73494952B367}"/>
                </a:ext>
              </a:extLst>
            </p:cNvPr>
            <p:cNvCxnSpPr/>
            <p:nvPr/>
          </p:nvCxnSpPr>
          <p:spPr>
            <a:xfrm>
              <a:off x="4339988" y="2322678"/>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1242">
              <a:extLst>
                <a:ext uri="{FF2B5EF4-FFF2-40B4-BE49-F238E27FC236}">
                  <a16:creationId xmlns:a16="http://schemas.microsoft.com/office/drawing/2014/main" id="{5247DB89-6CF6-6830-5DB8-D764F0897872}"/>
                </a:ext>
              </a:extLst>
            </p:cNvPr>
            <p:cNvSpPr txBox="1"/>
            <p:nvPr/>
          </p:nvSpPr>
          <p:spPr>
            <a:xfrm>
              <a:off x="4524233" y="208810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a:t>
              </a:r>
            </a:p>
          </p:txBody>
        </p:sp>
        <p:sp>
          <p:nvSpPr>
            <p:cNvPr id="25" name="Rectangle 24">
              <a:extLst>
                <a:ext uri="{FF2B5EF4-FFF2-40B4-BE49-F238E27FC236}">
                  <a16:creationId xmlns:a16="http://schemas.microsoft.com/office/drawing/2014/main" id="{BF0EE75D-7935-8B10-8F9D-FB1176F197BC}"/>
                </a:ext>
              </a:extLst>
            </p:cNvPr>
            <p:cNvSpPr/>
            <p:nvPr/>
          </p:nvSpPr>
          <p:spPr>
            <a:xfrm>
              <a:off x="3521122" y="2954740"/>
              <a:ext cx="926275" cy="24938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E40093E0-F694-0DF4-FCF4-EF9FCB109D0A}"/>
                </a:ext>
              </a:extLst>
            </p:cNvPr>
            <p:cNvCxnSpPr/>
            <p:nvPr/>
          </p:nvCxnSpPr>
          <p:spPr>
            <a:xfrm flipH="1">
              <a:off x="4330321" y="3159456"/>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237">
              <a:extLst>
                <a:ext uri="{FF2B5EF4-FFF2-40B4-BE49-F238E27FC236}">
                  <a16:creationId xmlns:a16="http://schemas.microsoft.com/office/drawing/2014/main" id="{9DF32455-72CD-8AF9-D3B4-2618559484C9}"/>
                </a:ext>
              </a:extLst>
            </p:cNvPr>
            <p:cNvSpPr txBox="1"/>
            <p:nvPr/>
          </p:nvSpPr>
          <p:spPr>
            <a:xfrm>
              <a:off x="3807725" y="335052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8</a:t>
              </a:r>
            </a:p>
          </p:txBody>
        </p:sp>
        <p:sp>
          <p:nvSpPr>
            <p:cNvPr id="31" name="Rectangle 30">
              <a:extLst>
                <a:ext uri="{FF2B5EF4-FFF2-40B4-BE49-F238E27FC236}">
                  <a16:creationId xmlns:a16="http://schemas.microsoft.com/office/drawing/2014/main" id="{6865D534-34A7-F185-B4CB-48E9518312D4}"/>
                </a:ext>
              </a:extLst>
            </p:cNvPr>
            <p:cNvSpPr/>
            <p:nvPr/>
          </p:nvSpPr>
          <p:spPr>
            <a:xfrm>
              <a:off x="2831910" y="2954740"/>
              <a:ext cx="60452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C146A5A-347C-7437-616D-CFD89A7C2B84}"/>
                </a:ext>
              </a:extLst>
            </p:cNvPr>
            <p:cNvCxnSpPr/>
            <p:nvPr/>
          </p:nvCxnSpPr>
          <p:spPr>
            <a:xfrm flipH="1">
              <a:off x="3320387" y="3159456"/>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1235">
              <a:extLst>
                <a:ext uri="{FF2B5EF4-FFF2-40B4-BE49-F238E27FC236}">
                  <a16:creationId xmlns:a16="http://schemas.microsoft.com/office/drawing/2014/main" id="{A8217BBA-B343-F8BF-88FB-AE3256C48469}"/>
                </a:ext>
              </a:extLst>
            </p:cNvPr>
            <p:cNvSpPr txBox="1"/>
            <p:nvPr/>
          </p:nvSpPr>
          <p:spPr>
            <a:xfrm>
              <a:off x="2797791" y="335052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11.2</a:t>
              </a:r>
            </a:p>
          </p:txBody>
        </p:sp>
        <p:sp>
          <p:nvSpPr>
            <p:cNvPr id="35" name="Rectangle 34">
              <a:extLst>
                <a:ext uri="{FF2B5EF4-FFF2-40B4-BE49-F238E27FC236}">
                  <a16:creationId xmlns:a16="http://schemas.microsoft.com/office/drawing/2014/main" id="{C6B4ABA2-220B-4391-7223-933A716644C4}"/>
                </a:ext>
              </a:extLst>
            </p:cNvPr>
            <p:cNvSpPr/>
            <p:nvPr/>
          </p:nvSpPr>
          <p:spPr>
            <a:xfrm>
              <a:off x="2094931" y="2954740"/>
              <a:ext cx="687647"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9" name="Straight Arrow Connector 38">
              <a:extLst>
                <a:ext uri="{FF2B5EF4-FFF2-40B4-BE49-F238E27FC236}">
                  <a16:creationId xmlns:a16="http://schemas.microsoft.com/office/drawing/2014/main" id="{676DD283-3EF7-0923-43D5-63E54DEB0F8E}"/>
                </a:ext>
              </a:extLst>
            </p:cNvPr>
            <p:cNvCxnSpPr/>
            <p:nvPr/>
          </p:nvCxnSpPr>
          <p:spPr>
            <a:xfrm flipH="1">
              <a:off x="2658470" y="3152633"/>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1231">
              <a:extLst>
                <a:ext uri="{FF2B5EF4-FFF2-40B4-BE49-F238E27FC236}">
                  <a16:creationId xmlns:a16="http://schemas.microsoft.com/office/drawing/2014/main" id="{3F89A5FF-A4E5-B99F-9EB8-E14C0C3F1EA2}"/>
                </a:ext>
              </a:extLst>
            </p:cNvPr>
            <p:cNvSpPr txBox="1"/>
            <p:nvPr/>
          </p:nvSpPr>
          <p:spPr>
            <a:xfrm>
              <a:off x="2135875" y="334370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11.1</a:t>
              </a:r>
            </a:p>
          </p:txBody>
        </p:sp>
        <p:sp>
          <p:nvSpPr>
            <p:cNvPr id="43" name="Rectangle 42">
              <a:extLst>
                <a:ext uri="{FF2B5EF4-FFF2-40B4-BE49-F238E27FC236}">
                  <a16:creationId xmlns:a16="http://schemas.microsoft.com/office/drawing/2014/main" id="{26D476BC-F071-D649-0DC8-544E16A2E613}"/>
                </a:ext>
              </a:extLst>
            </p:cNvPr>
            <p:cNvSpPr/>
            <p:nvPr/>
          </p:nvSpPr>
          <p:spPr>
            <a:xfrm>
              <a:off x="1835624" y="2490716"/>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4" name="Straight Arrow Connector 43">
              <a:extLst>
                <a:ext uri="{FF2B5EF4-FFF2-40B4-BE49-F238E27FC236}">
                  <a16:creationId xmlns:a16="http://schemas.microsoft.com/office/drawing/2014/main" id="{6620E278-C478-279F-DCFC-F26DBCC35B7B}"/>
                </a:ext>
              </a:extLst>
            </p:cNvPr>
            <p:cNvCxnSpPr/>
            <p:nvPr/>
          </p:nvCxnSpPr>
          <p:spPr>
            <a:xfrm>
              <a:off x="4339988" y="259563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1228">
              <a:extLst>
                <a:ext uri="{FF2B5EF4-FFF2-40B4-BE49-F238E27FC236}">
                  <a16:creationId xmlns:a16="http://schemas.microsoft.com/office/drawing/2014/main" id="{6C7745DB-CE08-7DF7-6EAF-09AF94C62018}"/>
                </a:ext>
              </a:extLst>
            </p:cNvPr>
            <p:cNvSpPr txBox="1"/>
            <p:nvPr/>
          </p:nvSpPr>
          <p:spPr>
            <a:xfrm>
              <a:off x="4524233" y="238835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10</a:t>
              </a:r>
            </a:p>
          </p:txBody>
        </p:sp>
        <p:sp>
          <p:nvSpPr>
            <p:cNvPr id="46" name="Rectangle 45">
              <a:extLst>
                <a:ext uri="{FF2B5EF4-FFF2-40B4-BE49-F238E27FC236}">
                  <a16:creationId xmlns:a16="http://schemas.microsoft.com/office/drawing/2014/main" id="{90D57409-7B9B-F0C1-78AF-423A75A5575E}"/>
                </a:ext>
              </a:extLst>
            </p:cNvPr>
            <p:cNvSpPr/>
            <p:nvPr/>
          </p:nvSpPr>
          <p:spPr>
            <a:xfrm>
              <a:off x="1835624" y="771098"/>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AF790355-CAF1-1DC2-6512-F53C15251CCB}"/>
                </a:ext>
              </a:extLst>
            </p:cNvPr>
            <p:cNvCxnSpPr/>
            <p:nvPr/>
          </p:nvCxnSpPr>
          <p:spPr>
            <a:xfrm>
              <a:off x="4339988" y="964726"/>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1227">
              <a:extLst>
                <a:ext uri="{FF2B5EF4-FFF2-40B4-BE49-F238E27FC236}">
                  <a16:creationId xmlns:a16="http://schemas.microsoft.com/office/drawing/2014/main" id="{64268DCC-23D1-DAC8-7973-1074C88E8801}"/>
                </a:ext>
              </a:extLst>
            </p:cNvPr>
            <p:cNvSpPr txBox="1"/>
            <p:nvPr/>
          </p:nvSpPr>
          <p:spPr>
            <a:xfrm>
              <a:off x="4558352" y="76427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10</a:t>
              </a:r>
            </a:p>
          </p:txBody>
        </p:sp>
      </p:grpSp>
      <p:sp>
        <p:nvSpPr>
          <p:cNvPr id="50" name="Text Box 1246">
            <a:extLst>
              <a:ext uri="{FF2B5EF4-FFF2-40B4-BE49-F238E27FC236}">
                <a16:creationId xmlns:a16="http://schemas.microsoft.com/office/drawing/2014/main" id="{FEF9E8FE-79B5-5491-40D1-04A1013F439C}"/>
              </a:ext>
            </a:extLst>
          </p:cNvPr>
          <p:cNvSpPr txBox="1"/>
          <p:nvPr/>
        </p:nvSpPr>
        <p:spPr>
          <a:xfrm>
            <a:off x="541044" y="1295411"/>
            <a:ext cx="3914825" cy="284260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a:t>
            </a:r>
            <a:r>
              <a:rPr kumimoji="0" lang="en-US" sz="1200" b="0" i="0" u="none" strike="noStrike" kern="1200" cap="none" spc="0" normalizeH="0" baseline="0" noProof="0" dirty="0">
                <a:ln>
                  <a:noFill/>
                </a:ln>
                <a:solidFill>
                  <a:prstClr val="black">
                    <a:lumMod val="75000"/>
                    <a:lumOff val="2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an account, a dialog box will prompt. Enter the details of the account.</a:t>
            </a: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8.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Enter the details of the account. For the amount, enter the amount either in debit or credit field. But if you want to copy of amount in the balance, click the balance to autofill the credit field.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You may also add notes if necessary.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10.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the account is in Check, enter the check date a check number.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2" name="Text Box 1252">
            <a:extLst>
              <a:ext uri="{FF2B5EF4-FFF2-40B4-BE49-F238E27FC236}">
                <a16:creationId xmlns:a16="http://schemas.microsoft.com/office/drawing/2014/main" id="{1EC9495B-58F2-5B90-3BC7-64240497CDF4}"/>
              </a:ext>
            </a:extLst>
          </p:cNvPr>
          <p:cNvSpPr txBox="1"/>
          <p:nvPr/>
        </p:nvSpPr>
        <p:spPr>
          <a:xfrm>
            <a:off x="634199" y="4228209"/>
            <a:ext cx="3821670" cy="16403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save the account, if you want to add more other account, click add to cart button and select more accounts again.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OR If you want to plot the selected account already in received payment– detail, you may click add/ save button.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53" name="Group 52">
            <a:extLst>
              <a:ext uri="{FF2B5EF4-FFF2-40B4-BE49-F238E27FC236}">
                <a16:creationId xmlns:a16="http://schemas.microsoft.com/office/drawing/2014/main" id="{D5646B72-4F7E-ABA2-5877-2C707C4A03CF}"/>
              </a:ext>
            </a:extLst>
          </p:cNvPr>
          <p:cNvGrpSpPr/>
          <p:nvPr/>
        </p:nvGrpSpPr>
        <p:grpSpPr>
          <a:xfrm>
            <a:off x="5372901" y="4467751"/>
            <a:ext cx="6189345" cy="1623059"/>
            <a:chOff x="0" y="0"/>
            <a:chExt cx="6189345" cy="1623629"/>
          </a:xfrm>
        </p:grpSpPr>
        <p:pic>
          <p:nvPicPr>
            <p:cNvPr id="54" name="Picture 53">
              <a:extLst>
                <a:ext uri="{FF2B5EF4-FFF2-40B4-BE49-F238E27FC236}">
                  <a16:creationId xmlns:a16="http://schemas.microsoft.com/office/drawing/2014/main" id="{DDBC043D-50C2-EA1A-87DB-A815DEBD6E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89345" cy="1508125"/>
            </a:xfrm>
            <a:prstGeom prst="rect">
              <a:avLst/>
            </a:prstGeom>
          </p:spPr>
        </p:pic>
        <p:sp>
          <p:nvSpPr>
            <p:cNvPr id="55" name="Text Box 241">
              <a:extLst>
                <a:ext uri="{FF2B5EF4-FFF2-40B4-BE49-F238E27FC236}">
                  <a16:creationId xmlns:a16="http://schemas.microsoft.com/office/drawing/2014/main" id="{3F2D2012-ED89-3EC3-4DF7-401EB05FBBC4}"/>
                </a:ext>
              </a:extLst>
            </p:cNvPr>
            <p:cNvSpPr txBox="1">
              <a:spLocks noChangeArrowheads="1"/>
            </p:cNvSpPr>
            <p:nvPr/>
          </p:nvSpPr>
          <p:spPr bwMode="auto">
            <a:xfrm>
              <a:off x="0" y="648269"/>
              <a:ext cx="4108450"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plot the selected accounts in the general journal – detail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cart icon.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accept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6" name="Rectangle 55">
              <a:extLst>
                <a:ext uri="{FF2B5EF4-FFF2-40B4-BE49-F238E27FC236}">
                  <a16:creationId xmlns:a16="http://schemas.microsoft.com/office/drawing/2014/main" id="{08593A88-FE74-30AB-49F4-EADE4FC17014}"/>
                </a:ext>
              </a:extLst>
            </p:cNvPr>
            <p:cNvSpPr/>
            <p:nvPr/>
          </p:nvSpPr>
          <p:spPr>
            <a:xfrm>
              <a:off x="5459105" y="47767"/>
              <a:ext cx="449563"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 name="TextBox 2">
            <a:extLst>
              <a:ext uri="{FF2B5EF4-FFF2-40B4-BE49-F238E27FC236}">
                <a16:creationId xmlns:a16="http://schemas.microsoft.com/office/drawing/2014/main" id="{F6D799F8-59EF-DFD5-7D76-D2EDE63EED97}"/>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C59A385D-8D78-D779-21B2-C0B1016CF331}"/>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025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General Journal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2" name="Text Box 1252">
            <a:extLst>
              <a:ext uri="{FF2B5EF4-FFF2-40B4-BE49-F238E27FC236}">
                <a16:creationId xmlns:a16="http://schemas.microsoft.com/office/drawing/2014/main" id="{1EC9495B-58F2-5B90-3BC7-64240497CDF4}"/>
              </a:ext>
            </a:extLst>
          </p:cNvPr>
          <p:cNvSpPr txBox="1"/>
          <p:nvPr/>
        </p:nvSpPr>
        <p:spPr>
          <a:xfrm>
            <a:off x="720129" y="2437964"/>
            <a:ext cx="3821670" cy="123905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the arrow to enable the buttons in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click post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3" name="Group 2">
            <a:extLst>
              <a:ext uri="{FF2B5EF4-FFF2-40B4-BE49-F238E27FC236}">
                <a16:creationId xmlns:a16="http://schemas.microsoft.com/office/drawing/2014/main" id="{A4EE4DC4-49B0-E8C0-0CA1-E2ED27E47F82}"/>
              </a:ext>
            </a:extLst>
          </p:cNvPr>
          <p:cNvGrpSpPr/>
          <p:nvPr/>
        </p:nvGrpSpPr>
        <p:grpSpPr>
          <a:xfrm>
            <a:off x="5282731" y="2292994"/>
            <a:ext cx="6275070" cy="2063115"/>
            <a:chOff x="0" y="0"/>
            <a:chExt cx="6275278" cy="2063703"/>
          </a:xfrm>
        </p:grpSpPr>
        <p:pic>
          <p:nvPicPr>
            <p:cNvPr id="5" name="Picture 4">
              <a:extLst>
                <a:ext uri="{FF2B5EF4-FFF2-40B4-BE49-F238E27FC236}">
                  <a16:creationId xmlns:a16="http://schemas.microsoft.com/office/drawing/2014/main" id="{A56149B3-E60E-9DDE-36E5-455C3769A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9345" cy="1737995"/>
            </a:xfrm>
            <a:prstGeom prst="rect">
              <a:avLst/>
            </a:prstGeom>
          </p:spPr>
        </p:pic>
        <p:sp>
          <p:nvSpPr>
            <p:cNvPr id="6" name="Rectangle 5">
              <a:extLst>
                <a:ext uri="{FF2B5EF4-FFF2-40B4-BE49-F238E27FC236}">
                  <a16:creationId xmlns:a16="http://schemas.microsoft.com/office/drawing/2014/main" id="{C68B164C-3E7E-7A64-28EF-6AEB0B022C88}"/>
                </a:ext>
              </a:extLst>
            </p:cNvPr>
            <p:cNvSpPr/>
            <p:nvPr/>
          </p:nvSpPr>
          <p:spPr>
            <a:xfrm>
              <a:off x="5493224" y="443552"/>
              <a:ext cx="181140" cy="2300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DDE3DB81-8EA8-1F4E-3008-11BC336BDB35}"/>
                </a:ext>
              </a:extLst>
            </p:cNvPr>
            <p:cNvCxnSpPr/>
            <p:nvPr/>
          </p:nvCxnSpPr>
          <p:spPr>
            <a:xfrm flipV="1">
              <a:off x="5677469" y="515772"/>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 Box 1258">
              <a:extLst>
                <a:ext uri="{FF2B5EF4-FFF2-40B4-BE49-F238E27FC236}">
                  <a16:creationId xmlns:a16="http://schemas.microsoft.com/office/drawing/2014/main" id="{E5BE83E9-6911-FE22-A691-F142795E0A46}"/>
                </a:ext>
              </a:extLst>
            </p:cNvPr>
            <p:cNvSpPr txBox="1"/>
            <p:nvPr/>
          </p:nvSpPr>
          <p:spPr>
            <a:xfrm>
              <a:off x="5800298" y="38213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pic>
          <p:nvPicPr>
            <p:cNvPr id="9" name="Picture 8">
              <a:extLst>
                <a:ext uri="{FF2B5EF4-FFF2-40B4-BE49-F238E27FC236}">
                  <a16:creationId xmlns:a16="http://schemas.microsoft.com/office/drawing/2014/main" id="{D07DF0B9-D017-CCEE-2C9D-EABBDFDEEC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8907" y="746078"/>
              <a:ext cx="4690745" cy="1317625"/>
            </a:xfrm>
            <a:prstGeom prst="rect">
              <a:avLst/>
            </a:prstGeom>
            <a:ln>
              <a:noFill/>
            </a:ln>
            <a:effectLst>
              <a:outerShdw blurRad="292100" dist="139700" dir="2700000" algn="tl" rotWithShape="0">
                <a:srgbClr val="333333">
                  <a:alpha val="65000"/>
                </a:srgbClr>
              </a:outerShdw>
            </a:effectLst>
          </p:spPr>
        </p:pic>
        <p:sp>
          <p:nvSpPr>
            <p:cNvPr id="10" name="Curved Right Arrow 1256">
              <a:extLst>
                <a:ext uri="{FF2B5EF4-FFF2-40B4-BE49-F238E27FC236}">
                  <a16:creationId xmlns:a16="http://schemas.microsoft.com/office/drawing/2014/main" id="{E2A633E7-1198-BD10-8877-AC4254D1C32A}"/>
                </a:ext>
              </a:extLst>
            </p:cNvPr>
            <p:cNvSpPr/>
            <p:nvPr/>
          </p:nvSpPr>
          <p:spPr>
            <a:xfrm>
              <a:off x="5042848" y="539087"/>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B812C37-5BC6-D932-0F31-27A8AB8BB2A5}"/>
                </a:ext>
              </a:extLst>
            </p:cNvPr>
            <p:cNvSpPr/>
            <p:nvPr/>
          </p:nvSpPr>
          <p:spPr>
            <a:xfrm>
              <a:off x="3534770" y="1057702"/>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36B8CFE8-925E-AA1B-158A-49BE3E9DB4E4}"/>
                </a:ext>
              </a:extLst>
            </p:cNvPr>
            <p:cNvCxnSpPr/>
            <p:nvPr/>
          </p:nvCxnSpPr>
          <p:spPr>
            <a:xfrm flipV="1">
              <a:off x="3930555" y="111627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1253">
              <a:extLst>
                <a:ext uri="{FF2B5EF4-FFF2-40B4-BE49-F238E27FC236}">
                  <a16:creationId xmlns:a16="http://schemas.microsoft.com/office/drawing/2014/main" id="{F0E24813-435C-A279-E015-A3BBB91F22A6}"/>
                </a:ext>
              </a:extLst>
            </p:cNvPr>
            <p:cNvSpPr txBox="1"/>
            <p:nvPr/>
          </p:nvSpPr>
          <p:spPr>
            <a:xfrm>
              <a:off x="4053385" y="99628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13</a:t>
              </a:r>
            </a:p>
          </p:txBody>
        </p:sp>
      </p:grpSp>
      <p:sp>
        <p:nvSpPr>
          <p:cNvPr id="2" name="TextBox 1">
            <a:extLst>
              <a:ext uri="{FF2B5EF4-FFF2-40B4-BE49-F238E27FC236}">
                <a16:creationId xmlns:a16="http://schemas.microsoft.com/office/drawing/2014/main" id="{FFA5618D-97A2-EE55-1706-BB4CF1BF9408}"/>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0FE4BDDE-5A46-CDB0-FF72-E14D31D6C03E}"/>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802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40323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General Journal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5" name="TextBox 54">
            <a:extLst>
              <a:ext uri="{FF2B5EF4-FFF2-40B4-BE49-F238E27FC236}">
                <a16:creationId xmlns:a16="http://schemas.microsoft.com/office/drawing/2014/main" id="{438989E4-F23C-F4AC-684B-2BE81114D33A}"/>
              </a:ext>
            </a:extLst>
          </p:cNvPr>
          <p:cNvSpPr txBox="1"/>
          <p:nvPr/>
        </p:nvSpPr>
        <p:spPr>
          <a:xfrm>
            <a:off x="7119936" y="2793955"/>
            <a:ext cx="2552700" cy="27231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rPr>
              <a:t>General Journal– Main Window</a:t>
            </a:r>
            <a:endParaRPr kumimoji="0" lang="en-US"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endParaRPr>
          </a:p>
        </p:txBody>
      </p:sp>
      <p:sp>
        <p:nvSpPr>
          <p:cNvPr id="13" name="Text Box 1261">
            <a:extLst>
              <a:ext uri="{FF2B5EF4-FFF2-40B4-BE49-F238E27FC236}">
                <a16:creationId xmlns:a16="http://schemas.microsoft.com/office/drawing/2014/main" id="{57BDB169-5346-A438-EDAE-64BF685733FD}"/>
              </a:ext>
            </a:extLst>
          </p:cNvPr>
          <p:cNvSpPr txBox="1"/>
          <p:nvPr/>
        </p:nvSpPr>
        <p:spPr>
          <a:xfrm>
            <a:off x="674748" y="2015473"/>
            <a:ext cx="4045186" cy="168433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general journal – main window, search the journal entry you wish to edit its information in the search bar.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general journal – main form, click the lookup button and select the transaction you wish to edit its information by typing its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15" name="Group 14">
            <a:extLst>
              <a:ext uri="{FF2B5EF4-FFF2-40B4-BE49-F238E27FC236}">
                <a16:creationId xmlns:a16="http://schemas.microsoft.com/office/drawing/2014/main" id="{C9336D94-870D-AEC3-29D7-08A3CA316A55}"/>
              </a:ext>
            </a:extLst>
          </p:cNvPr>
          <p:cNvGrpSpPr/>
          <p:nvPr/>
        </p:nvGrpSpPr>
        <p:grpSpPr>
          <a:xfrm>
            <a:off x="5349873" y="1403235"/>
            <a:ext cx="6092825" cy="1693545"/>
            <a:chOff x="0" y="0"/>
            <a:chExt cx="6092977" cy="1693545"/>
          </a:xfrm>
        </p:grpSpPr>
        <p:pic>
          <p:nvPicPr>
            <p:cNvPr id="16" name="Picture 15">
              <a:extLst>
                <a:ext uri="{FF2B5EF4-FFF2-40B4-BE49-F238E27FC236}">
                  <a16:creationId xmlns:a16="http://schemas.microsoft.com/office/drawing/2014/main" id="{BAB04108-A02C-C979-A683-8443873D2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72" y="0"/>
              <a:ext cx="6072505" cy="1693545"/>
            </a:xfrm>
            <a:prstGeom prst="rect">
              <a:avLst/>
            </a:prstGeom>
          </p:spPr>
        </p:pic>
        <p:grpSp>
          <p:nvGrpSpPr>
            <p:cNvPr id="17" name="Group 16">
              <a:extLst>
                <a:ext uri="{FF2B5EF4-FFF2-40B4-BE49-F238E27FC236}">
                  <a16:creationId xmlns:a16="http://schemas.microsoft.com/office/drawing/2014/main" id="{FD66B454-555E-5DC8-A6EF-BA1D28D5E199}"/>
                </a:ext>
              </a:extLst>
            </p:cNvPr>
            <p:cNvGrpSpPr/>
            <p:nvPr/>
          </p:nvGrpSpPr>
          <p:grpSpPr>
            <a:xfrm>
              <a:off x="0" y="839338"/>
              <a:ext cx="1476374" cy="333375"/>
              <a:chOff x="0" y="0"/>
              <a:chExt cx="1476374" cy="333375"/>
            </a:xfrm>
          </p:grpSpPr>
          <p:sp>
            <p:nvSpPr>
              <p:cNvPr id="18" name="Rectangle 17">
                <a:extLst>
                  <a:ext uri="{FF2B5EF4-FFF2-40B4-BE49-F238E27FC236}">
                    <a16:creationId xmlns:a16="http://schemas.microsoft.com/office/drawing/2014/main" id="{A59F383A-27E2-D22B-2671-DD8F19659A25}"/>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D4555ECA-E25B-7B7D-02A3-74F5A839ED68}"/>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1265">
                <a:extLst>
                  <a:ext uri="{FF2B5EF4-FFF2-40B4-BE49-F238E27FC236}">
                    <a16:creationId xmlns:a16="http://schemas.microsoft.com/office/drawing/2014/main" id="{5B96C055-43AC-EE8C-5F9B-0524D6C75795}"/>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
        <p:nvSpPr>
          <p:cNvPr id="30" name="TextBox 29">
            <a:extLst>
              <a:ext uri="{FF2B5EF4-FFF2-40B4-BE49-F238E27FC236}">
                <a16:creationId xmlns:a16="http://schemas.microsoft.com/office/drawing/2014/main" id="{E383EAE0-85DE-1024-7883-A0C8C1416A8B}"/>
              </a:ext>
            </a:extLst>
          </p:cNvPr>
          <p:cNvSpPr txBox="1"/>
          <p:nvPr/>
        </p:nvSpPr>
        <p:spPr>
          <a:xfrm>
            <a:off x="7119936" y="5286030"/>
            <a:ext cx="2552700" cy="27231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rPr>
              <a:t>General Journal– Main Form</a:t>
            </a:r>
            <a:endParaRPr kumimoji="0" lang="en-US" sz="1200" b="0" i="0" u="none" strike="noStrike" kern="1200" cap="none" spc="0" normalizeH="0" baseline="0" noProof="0" dirty="0">
              <a:ln>
                <a:noFill/>
              </a:ln>
              <a:solidFill>
                <a:prstClr val="black"/>
              </a:solidFill>
              <a:effectLst/>
              <a:uLnTx/>
              <a:uFillTx/>
              <a:latin typeface="Bahnschrift Condensed" panose="020B0502040204020203" pitchFamily="34" charset="0"/>
              <a:ea typeface="Calibri" panose="020F0502020204030204" pitchFamily="34" charset="0"/>
              <a:cs typeface="Times New Roman" panose="02020603050405020304" pitchFamily="18" charset="0"/>
            </a:endParaRPr>
          </a:p>
        </p:txBody>
      </p:sp>
      <p:grpSp>
        <p:nvGrpSpPr>
          <p:cNvPr id="31" name="Group 30">
            <a:extLst>
              <a:ext uri="{FF2B5EF4-FFF2-40B4-BE49-F238E27FC236}">
                <a16:creationId xmlns:a16="http://schemas.microsoft.com/office/drawing/2014/main" id="{EF091414-AAE9-DF66-3669-15DADD1D4274}"/>
              </a:ext>
            </a:extLst>
          </p:cNvPr>
          <p:cNvGrpSpPr/>
          <p:nvPr/>
        </p:nvGrpSpPr>
        <p:grpSpPr>
          <a:xfrm>
            <a:off x="4728208" y="3728904"/>
            <a:ext cx="6714490" cy="1752600"/>
            <a:chOff x="0" y="0"/>
            <a:chExt cx="6714784" cy="1752932"/>
          </a:xfrm>
        </p:grpSpPr>
        <p:pic>
          <p:nvPicPr>
            <p:cNvPr id="32" name="Picture 31">
              <a:extLst>
                <a:ext uri="{FF2B5EF4-FFF2-40B4-BE49-F238E27FC236}">
                  <a16:creationId xmlns:a16="http://schemas.microsoft.com/office/drawing/2014/main" id="{6892D1C2-6C0D-259B-8489-127200D16F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439" y="0"/>
              <a:ext cx="6189345" cy="1684655"/>
            </a:xfrm>
            <a:prstGeom prst="rect">
              <a:avLst/>
            </a:prstGeom>
          </p:spPr>
        </p:pic>
        <p:grpSp>
          <p:nvGrpSpPr>
            <p:cNvPr id="33" name="Group 32">
              <a:extLst>
                <a:ext uri="{FF2B5EF4-FFF2-40B4-BE49-F238E27FC236}">
                  <a16:creationId xmlns:a16="http://schemas.microsoft.com/office/drawing/2014/main" id="{6BBFA037-8290-BE59-9A2C-7A3FB05AA3DC}"/>
                </a:ext>
              </a:extLst>
            </p:cNvPr>
            <p:cNvGrpSpPr/>
            <p:nvPr/>
          </p:nvGrpSpPr>
          <p:grpSpPr>
            <a:xfrm>
              <a:off x="1828800" y="702860"/>
              <a:ext cx="952500" cy="304800"/>
              <a:chOff x="523874" y="28575"/>
              <a:chExt cx="952500" cy="304800"/>
            </a:xfrm>
          </p:grpSpPr>
          <p:sp>
            <p:nvSpPr>
              <p:cNvPr id="42" name="Rectangle 41">
                <a:extLst>
                  <a:ext uri="{FF2B5EF4-FFF2-40B4-BE49-F238E27FC236}">
                    <a16:creationId xmlns:a16="http://schemas.microsoft.com/office/drawing/2014/main" id="{B163EE3B-1C1C-0775-A07B-A8881985053E}"/>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B0E621B0-3786-1207-9AB1-B7C57CE3B02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1272">
                <a:extLst>
                  <a:ext uri="{FF2B5EF4-FFF2-40B4-BE49-F238E27FC236}">
                    <a16:creationId xmlns:a16="http://schemas.microsoft.com/office/drawing/2014/main" id="{0B87673A-5C68-82C8-AB8D-B0EE624F2B7F}"/>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34" name="Group 33">
              <a:extLst>
                <a:ext uri="{FF2B5EF4-FFF2-40B4-BE49-F238E27FC236}">
                  <a16:creationId xmlns:a16="http://schemas.microsoft.com/office/drawing/2014/main" id="{5DF5C4C3-59ED-ACCF-B20B-B674099270CB}"/>
                </a:ext>
              </a:extLst>
            </p:cNvPr>
            <p:cNvGrpSpPr/>
            <p:nvPr/>
          </p:nvGrpSpPr>
          <p:grpSpPr>
            <a:xfrm>
              <a:off x="5336275" y="429905"/>
              <a:ext cx="981076" cy="304800"/>
              <a:chOff x="333374" y="28575"/>
              <a:chExt cx="981076" cy="304800"/>
            </a:xfrm>
          </p:grpSpPr>
          <p:sp>
            <p:nvSpPr>
              <p:cNvPr id="39" name="Rectangle 38">
                <a:extLst>
                  <a:ext uri="{FF2B5EF4-FFF2-40B4-BE49-F238E27FC236}">
                    <a16:creationId xmlns:a16="http://schemas.microsoft.com/office/drawing/2014/main" id="{AB8E0592-FE2E-B501-553F-18FFD8AAF694}"/>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EFFD8D99-A63B-4370-943A-70F70250C274}"/>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1276">
                <a:extLst>
                  <a:ext uri="{FF2B5EF4-FFF2-40B4-BE49-F238E27FC236}">
                    <a16:creationId xmlns:a16="http://schemas.microsoft.com/office/drawing/2014/main" id="{863F296A-55F5-6726-5CFC-C0D219DA48F3}"/>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35" name="Group 34">
              <a:extLst>
                <a:ext uri="{FF2B5EF4-FFF2-40B4-BE49-F238E27FC236}">
                  <a16:creationId xmlns:a16="http://schemas.microsoft.com/office/drawing/2014/main" id="{C71836A3-A874-DBFB-0B49-16545D2B87A0}"/>
                </a:ext>
              </a:extLst>
            </p:cNvPr>
            <p:cNvGrpSpPr>
              <a:grpSpLocks/>
            </p:cNvGrpSpPr>
            <p:nvPr/>
          </p:nvGrpSpPr>
          <p:grpSpPr bwMode="auto">
            <a:xfrm>
              <a:off x="2851747" y="873457"/>
              <a:ext cx="2552700" cy="879475"/>
              <a:chOff x="6116" y="177"/>
              <a:chExt cx="4020" cy="1385"/>
            </a:xfrm>
          </p:grpSpPr>
          <p:pic>
            <p:nvPicPr>
              <p:cNvPr id="37" name="Picture 36">
                <a:extLst>
                  <a:ext uri="{FF2B5EF4-FFF2-40B4-BE49-F238E27FC236}">
                    <a16:creationId xmlns:a16="http://schemas.microsoft.com/office/drawing/2014/main" id="{C4D96E71-4866-D52F-482A-12030EF9AD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241">
                <a:extLst>
                  <a:ext uri="{FF2B5EF4-FFF2-40B4-BE49-F238E27FC236}">
                    <a16:creationId xmlns:a16="http://schemas.microsoft.com/office/drawing/2014/main" id="{FE1B6FF4-C3CB-9BA3-D982-69414551156D}"/>
                  </a:ext>
                </a:extLst>
              </p:cNvPr>
              <p:cNvSpPr txBox="1">
                <a:spLocks noChangeArrowheads="1"/>
              </p:cNvSpPr>
              <p:nvPr/>
            </p:nvSpPr>
            <p:spPr bwMode="auto">
              <a:xfrm>
                <a:off x="6116" y="177"/>
                <a:ext cx="402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36" name="Text Box 1277">
              <a:extLst>
                <a:ext uri="{FF2B5EF4-FFF2-40B4-BE49-F238E27FC236}">
                  <a16:creationId xmlns:a16="http://schemas.microsoft.com/office/drawing/2014/main" id="{97169DC1-BAE7-7028-17D8-9B6678036058}"/>
                </a:ext>
              </a:extLst>
            </p:cNvPr>
            <p:cNvSpPr txBox="1"/>
            <p:nvPr/>
          </p:nvSpPr>
          <p:spPr>
            <a:xfrm>
              <a:off x="0" y="197893"/>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6" name="Text Box 1278">
            <a:extLst>
              <a:ext uri="{FF2B5EF4-FFF2-40B4-BE49-F238E27FC236}">
                <a16:creationId xmlns:a16="http://schemas.microsoft.com/office/drawing/2014/main" id="{5B0F9908-3F77-090B-1A90-6FC94BC2FB28}"/>
              </a:ext>
            </a:extLst>
          </p:cNvPr>
          <p:cNvSpPr txBox="1"/>
          <p:nvPr/>
        </p:nvSpPr>
        <p:spPr>
          <a:xfrm>
            <a:off x="713266" y="4030636"/>
            <a:ext cx="3978906" cy="136454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GJ transaction, if you wish to edit the header of the transaction click edit button.</a:t>
            </a: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GJ header, click save button in the upper side of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E9CEC29-868E-2DAE-3B2C-C243E415592E}"/>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264ACE0E-82AF-3951-EDC4-8AF424152E30}"/>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857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1219845" y="642052"/>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General Journal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6" name="Text Box 1279">
            <a:extLst>
              <a:ext uri="{FF2B5EF4-FFF2-40B4-BE49-F238E27FC236}">
                <a16:creationId xmlns:a16="http://schemas.microsoft.com/office/drawing/2014/main" id="{55A993B9-9630-8338-3B96-3F2938EAF706}"/>
              </a:ext>
            </a:extLst>
          </p:cNvPr>
          <p:cNvSpPr txBox="1"/>
          <p:nvPr/>
        </p:nvSpPr>
        <p:spPr>
          <a:xfrm>
            <a:off x="583013" y="2374537"/>
            <a:ext cx="3978906" cy="313849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EA685925-62D7-A373-5A5A-500AC5D1A48E}"/>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AE5ED70C-DFAC-CEE1-38AC-BA4F07B0CA4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693AC1B8-AA9C-EFD9-F1E3-87551B0BF4B7}"/>
              </a:ext>
            </a:extLst>
          </p:cNvPr>
          <p:cNvGrpSpPr/>
          <p:nvPr/>
        </p:nvGrpSpPr>
        <p:grpSpPr>
          <a:xfrm>
            <a:off x="5126663" y="2158545"/>
            <a:ext cx="6260227" cy="2277457"/>
            <a:chOff x="5126663" y="2158545"/>
            <a:chExt cx="6260227" cy="2277457"/>
          </a:xfrm>
        </p:grpSpPr>
        <p:grpSp>
          <p:nvGrpSpPr>
            <p:cNvPr id="16" name="Group 15">
              <a:extLst>
                <a:ext uri="{FF2B5EF4-FFF2-40B4-BE49-F238E27FC236}">
                  <a16:creationId xmlns:a16="http://schemas.microsoft.com/office/drawing/2014/main" id="{F49199C4-AC69-88A0-FE0D-487881BA63F4}"/>
                </a:ext>
              </a:extLst>
            </p:cNvPr>
            <p:cNvGrpSpPr/>
            <p:nvPr/>
          </p:nvGrpSpPr>
          <p:grpSpPr>
            <a:xfrm>
              <a:off x="5126663" y="2158545"/>
              <a:ext cx="6260227" cy="2277457"/>
              <a:chOff x="5126663" y="887465"/>
              <a:chExt cx="6260227" cy="2277457"/>
            </a:xfrm>
          </p:grpSpPr>
          <p:grpSp>
            <p:nvGrpSpPr>
              <p:cNvPr id="29" name="Group 28">
                <a:extLst>
                  <a:ext uri="{FF2B5EF4-FFF2-40B4-BE49-F238E27FC236}">
                    <a16:creationId xmlns:a16="http://schemas.microsoft.com/office/drawing/2014/main" id="{06BC1C2C-EE88-40C0-8BD9-723D3CC09295}"/>
                  </a:ext>
                </a:extLst>
              </p:cNvPr>
              <p:cNvGrpSpPr/>
              <p:nvPr/>
            </p:nvGrpSpPr>
            <p:grpSpPr>
              <a:xfrm>
                <a:off x="5197545" y="1053550"/>
                <a:ext cx="6189345" cy="2111372"/>
                <a:chOff x="0" y="3"/>
                <a:chExt cx="6189345" cy="2111372"/>
              </a:xfrm>
            </p:grpSpPr>
            <p:grpSp>
              <p:nvGrpSpPr>
                <p:cNvPr id="34" name="Group 33">
                  <a:extLst>
                    <a:ext uri="{FF2B5EF4-FFF2-40B4-BE49-F238E27FC236}">
                      <a16:creationId xmlns:a16="http://schemas.microsoft.com/office/drawing/2014/main" id="{E4745E7E-6AC0-BCC2-30DD-0805A4A420D1}"/>
                    </a:ext>
                  </a:extLst>
                </p:cNvPr>
                <p:cNvGrpSpPr/>
                <p:nvPr/>
              </p:nvGrpSpPr>
              <p:grpSpPr>
                <a:xfrm>
                  <a:off x="444500" y="3"/>
                  <a:ext cx="5457854" cy="1534468"/>
                  <a:chOff x="365745" y="340675"/>
                  <a:chExt cx="5457854" cy="1534615"/>
                </a:xfrm>
              </p:grpSpPr>
              <p:pic>
                <p:nvPicPr>
                  <p:cNvPr id="36" name="Picture 35">
                    <a:extLst>
                      <a:ext uri="{FF2B5EF4-FFF2-40B4-BE49-F238E27FC236}">
                        <a16:creationId xmlns:a16="http://schemas.microsoft.com/office/drawing/2014/main" id="{6D316FF9-F77D-43C4-2BD8-2D8C0F15BB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37" name="Rectangle 36">
                    <a:extLst>
                      <a:ext uri="{FF2B5EF4-FFF2-40B4-BE49-F238E27FC236}">
                        <a16:creationId xmlns:a16="http://schemas.microsoft.com/office/drawing/2014/main" id="{33BE00EC-12B8-FE15-3C86-66A2EC71939B}"/>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2E968127-AAAB-E086-8D12-70056556B056}"/>
                      </a:ext>
                    </a:extLst>
                  </p:cNvPr>
                  <p:cNvGrpSpPr/>
                  <p:nvPr/>
                </p:nvGrpSpPr>
                <p:grpSpPr>
                  <a:xfrm>
                    <a:off x="3765617" y="340675"/>
                    <a:ext cx="647700" cy="709532"/>
                    <a:chOff x="-854008" y="-154625"/>
                    <a:chExt cx="647700" cy="709532"/>
                  </a:xfrm>
                </p:grpSpPr>
                <p:sp>
                  <p:nvSpPr>
                    <p:cNvPr id="39" name="Rectangle 38">
                      <a:extLst>
                        <a:ext uri="{FF2B5EF4-FFF2-40B4-BE49-F238E27FC236}">
                          <a16:creationId xmlns:a16="http://schemas.microsoft.com/office/drawing/2014/main" id="{3352BE86-2392-3CA9-9BC6-3655CAD000C8}"/>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88BC1A8B-4CE2-8838-876A-2BD0C572745A}"/>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62">
                      <a:extLst>
                        <a:ext uri="{FF2B5EF4-FFF2-40B4-BE49-F238E27FC236}">
                          <a16:creationId xmlns:a16="http://schemas.microsoft.com/office/drawing/2014/main" id="{A5CB6656-274D-E916-EC24-8AF5E77FAADC}"/>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pic>
              <p:nvPicPr>
                <p:cNvPr id="35" name="Picture 34">
                  <a:extLst>
                    <a:ext uri="{FF2B5EF4-FFF2-40B4-BE49-F238E27FC236}">
                      <a16:creationId xmlns:a16="http://schemas.microsoft.com/office/drawing/2014/main" id="{69952D66-2009-494E-74C3-AC854F2DC6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30" name="Group 29">
                <a:extLst>
                  <a:ext uri="{FF2B5EF4-FFF2-40B4-BE49-F238E27FC236}">
                    <a16:creationId xmlns:a16="http://schemas.microsoft.com/office/drawing/2014/main" id="{214DE05F-5C06-68FD-1ED0-9F9036E2DEBC}"/>
                  </a:ext>
                </a:extLst>
              </p:cNvPr>
              <p:cNvGrpSpPr/>
              <p:nvPr/>
            </p:nvGrpSpPr>
            <p:grpSpPr>
              <a:xfrm>
                <a:off x="5126663" y="887465"/>
                <a:ext cx="3176904" cy="2008507"/>
                <a:chOff x="0" y="0"/>
                <a:chExt cx="3177391" cy="2008909"/>
              </a:xfrm>
            </p:grpSpPr>
            <p:sp>
              <p:nvSpPr>
                <p:cNvPr id="31" name="Text Box 81">
                  <a:extLst>
                    <a:ext uri="{FF2B5EF4-FFF2-40B4-BE49-F238E27FC236}">
                      <a16:creationId xmlns:a16="http://schemas.microsoft.com/office/drawing/2014/main" id="{0FDA70B6-EB2E-C974-6BD2-B9224AC44D5F}"/>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32" name="Curved Left Arrow 95">
                  <a:extLst>
                    <a:ext uri="{FF2B5EF4-FFF2-40B4-BE49-F238E27FC236}">
                      <a16:creationId xmlns:a16="http://schemas.microsoft.com/office/drawing/2014/main" id="{5EBC5219-B3DB-2011-E117-E587B3D6DE65}"/>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Text Box 98">
                  <a:extLst>
                    <a:ext uri="{FF2B5EF4-FFF2-40B4-BE49-F238E27FC236}">
                      <a16:creationId xmlns:a16="http://schemas.microsoft.com/office/drawing/2014/main" id="{AB0398E7-7140-3E2F-8A34-A88BB92A5E05}"/>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7" name="Rectangle 16">
              <a:extLst>
                <a:ext uri="{FF2B5EF4-FFF2-40B4-BE49-F238E27FC236}">
                  <a16:creationId xmlns:a16="http://schemas.microsoft.com/office/drawing/2014/main" id="{FEF8D5DC-FD37-6D9A-C18C-3C177069D711}"/>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5EB48428-DBE6-82A9-84F0-9551D695110B}"/>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2">
              <a:extLst>
                <a:ext uri="{FF2B5EF4-FFF2-40B4-BE49-F238E27FC236}">
                  <a16:creationId xmlns:a16="http://schemas.microsoft.com/office/drawing/2014/main" id="{3D965E54-A64A-E6B7-CEA2-34CE5D54AE58}"/>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22" name="Rectangle 21">
              <a:extLst>
                <a:ext uri="{FF2B5EF4-FFF2-40B4-BE49-F238E27FC236}">
                  <a16:creationId xmlns:a16="http://schemas.microsoft.com/office/drawing/2014/main" id="{5DC4494B-CAD7-99AC-7D49-141FE9271445}"/>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2CCFA6C6-2EC3-31A9-17A5-06090D22BD94}"/>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62">
              <a:extLst>
                <a:ext uri="{FF2B5EF4-FFF2-40B4-BE49-F238E27FC236}">
                  <a16:creationId xmlns:a16="http://schemas.microsoft.com/office/drawing/2014/main" id="{3FCA4F5D-A962-9FEA-7C27-99B2C954EE32}"/>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776358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045738"/>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General Journal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5" name="TextBox 54">
            <a:extLst>
              <a:ext uri="{FF2B5EF4-FFF2-40B4-BE49-F238E27FC236}">
                <a16:creationId xmlns:a16="http://schemas.microsoft.com/office/drawing/2014/main" id="{438989E4-F23C-F4AC-684B-2BE81114D33A}"/>
              </a:ext>
            </a:extLst>
          </p:cNvPr>
          <p:cNvSpPr txBox="1"/>
          <p:nvPr/>
        </p:nvSpPr>
        <p:spPr>
          <a:xfrm>
            <a:off x="7119936" y="289697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General Journal–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E383EAE0-85DE-1024-7883-A0C8C1416A8B}"/>
              </a:ext>
            </a:extLst>
          </p:cNvPr>
          <p:cNvSpPr txBox="1"/>
          <p:nvPr/>
        </p:nvSpPr>
        <p:spPr>
          <a:xfrm>
            <a:off x="7119936" y="52860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General Journal–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 Box 1291">
            <a:extLst>
              <a:ext uri="{FF2B5EF4-FFF2-40B4-BE49-F238E27FC236}">
                <a16:creationId xmlns:a16="http://schemas.microsoft.com/office/drawing/2014/main" id="{5EF25984-919D-6FB8-EBD4-F65FF2F2742D}"/>
              </a:ext>
            </a:extLst>
          </p:cNvPr>
          <p:cNvSpPr txBox="1"/>
          <p:nvPr/>
        </p:nvSpPr>
        <p:spPr>
          <a:xfrm>
            <a:off x="646986" y="1744842"/>
            <a:ext cx="4045186" cy="198888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general journal – main window, search the journal entry you wish to edit its information in the search bar.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general journal – main form, click the lookup button and select the transaction you wish to edit its information by typing its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 Box 1292">
            <a:extLst>
              <a:ext uri="{FF2B5EF4-FFF2-40B4-BE49-F238E27FC236}">
                <a16:creationId xmlns:a16="http://schemas.microsoft.com/office/drawing/2014/main" id="{48AD7BD0-05B9-15E4-FAAF-94BC0AA481E8}"/>
              </a:ext>
            </a:extLst>
          </p:cNvPr>
          <p:cNvSpPr txBox="1"/>
          <p:nvPr/>
        </p:nvSpPr>
        <p:spPr>
          <a:xfrm>
            <a:off x="646986" y="3845035"/>
            <a:ext cx="4038836" cy="49847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80340" marR="0" lvl="0" indent="0" algn="just"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delete button.</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552C8F25-FB05-3D90-1F53-6E777E1C34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4895" y="1045738"/>
            <a:ext cx="6072505" cy="1693545"/>
          </a:xfrm>
          <a:prstGeom prst="rect">
            <a:avLst/>
          </a:prstGeom>
        </p:spPr>
      </p:pic>
      <p:grpSp>
        <p:nvGrpSpPr>
          <p:cNvPr id="9" name="Group 8">
            <a:extLst>
              <a:ext uri="{FF2B5EF4-FFF2-40B4-BE49-F238E27FC236}">
                <a16:creationId xmlns:a16="http://schemas.microsoft.com/office/drawing/2014/main" id="{71FBC940-599C-B40C-7251-E11F5363235C}"/>
              </a:ext>
            </a:extLst>
          </p:cNvPr>
          <p:cNvGrpSpPr/>
          <p:nvPr/>
        </p:nvGrpSpPr>
        <p:grpSpPr>
          <a:xfrm>
            <a:off x="4841005" y="3451809"/>
            <a:ext cx="6716395" cy="1743075"/>
            <a:chOff x="0" y="0"/>
            <a:chExt cx="6716395" cy="1743075"/>
          </a:xfrm>
        </p:grpSpPr>
        <p:pic>
          <p:nvPicPr>
            <p:cNvPr id="10" name="Picture 9">
              <a:extLst>
                <a:ext uri="{FF2B5EF4-FFF2-40B4-BE49-F238E27FC236}">
                  <a16:creationId xmlns:a16="http://schemas.microsoft.com/office/drawing/2014/main" id="{32DC769F-48C3-4D24-4E0D-486DB6EE41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0"/>
              <a:ext cx="6189345" cy="1684655"/>
            </a:xfrm>
            <a:prstGeom prst="rect">
              <a:avLst/>
            </a:prstGeom>
          </p:spPr>
        </p:pic>
        <p:grpSp>
          <p:nvGrpSpPr>
            <p:cNvPr id="11" name="Group 10">
              <a:extLst>
                <a:ext uri="{FF2B5EF4-FFF2-40B4-BE49-F238E27FC236}">
                  <a16:creationId xmlns:a16="http://schemas.microsoft.com/office/drawing/2014/main" id="{19B126DB-46D9-4C49-0015-AF9E3A9A56FE}"/>
                </a:ext>
              </a:extLst>
            </p:cNvPr>
            <p:cNvGrpSpPr/>
            <p:nvPr/>
          </p:nvGrpSpPr>
          <p:grpSpPr>
            <a:xfrm>
              <a:off x="1828800" y="698500"/>
              <a:ext cx="952500" cy="304800"/>
              <a:chOff x="523874" y="28575"/>
              <a:chExt cx="952500" cy="304800"/>
            </a:xfrm>
          </p:grpSpPr>
          <p:sp>
            <p:nvSpPr>
              <p:cNvPr id="29" name="Rectangle 28">
                <a:extLst>
                  <a:ext uri="{FF2B5EF4-FFF2-40B4-BE49-F238E27FC236}">
                    <a16:creationId xmlns:a16="http://schemas.microsoft.com/office/drawing/2014/main" id="{F61B4315-4FAE-B627-4862-6A35201ED512}"/>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5" name="Straight Arrow Connector 44">
                <a:extLst>
                  <a:ext uri="{FF2B5EF4-FFF2-40B4-BE49-F238E27FC236}">
                    <a16:creationId xmlns:a16="http://schemas.microsoft.com/office/drawing/2014/main" id="{D334A409-3BAF-0D04-12BF-A1552870670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 Box 1346">
                <a:extLst>
                  <a:ext uri="{FF2B5EF4-FFF2-40B4-BE49-F238E27FC236}">
                    <a16:creationId xmlns:a16="http://schemas.microsoft.com/office/drawing/2014/main" id="{AD08F02B-7857-62FD-B9C2-A211FA605037}"/>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12" name="Group 11">
              <a:extLst>
                <a:ext uri="{FF2B5EF4-FFF2-40B4-BE49-F238E27FC236}">
                  <a16:creationId xmlns:a16="http://schemas.microsoft.com/office/drawing/2014/main" id="{72AC10CF-B983-05CF-68D5-13DF9D91C68E}"/>
                </a:ext>
              </a:extLst>
            </p:cNvPr>
            <p:cNvGrpSpPr/>
            <p:nvPr/>
          </p:nvGrpSpPr>
          <p:grpSpPr>
            <a:xfrm>
              <a:off x="3016250" y="374650"/>
              <a:ext cx="981076" cy="304800"/>
              <a:chOff x="333374" y="28575"/>
              <a:chExt cx="981076" cy="304800"/>
            </a:xfrm>
          </p:grpSpPr>
          <p:sp>
            <p:nvSpPr>
              <p:cNvPr id="25" name="Rectangle 24">
                <a:extLst>
                  <a:ext uri="{FF2B5EF4-FFF2-40B4-BE49-F238E27FC236}">
                    <a16:creationId xmlns:a16="http://schemas.microsoft.com/office/drawing/2014/main" id="{15117BC3-D547-52F8-410D-B18561FED533}"/>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F6B838E4-76C6-3D22-1684-B4CC0F86263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350">
                <a:extLst>
                  <a:ext uri="{FF2B5EF4-FFF2-40B4-BE49-F238E27FC236}">
                    <a16:creationId xmlns:a16="http://schemas.microsoft.com/office/drawing/2014/main" id="{473C8C95-71AC-738C-CF3D-0D6ABD90D2A4}"/>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14" name="Group 13">
              <a:extLst>
                <a:ext uri="{FF2B5EF4-FFF2-40B4-BE49-F238E27FC236}">
                  <a16:creationId xmlns:a16="http://schemas.microsoft.com/office/drawing/2014/main" id="{544B1BAD-E69C-8D3A-E96B-B7E4963C87E2}"/>
                </a:ext>
              </a:extLst>
            </p:cNvPr>
            <p:cNvGrpSpPr>
              <a:grpSpLocks/>
            </p:cNvGrpSpPr>
            <p:nvPr/>
          </p:nvGrpSpPr>
          <p:grpSpPr bwMode="auto">
            <a:xfrm>
              <a:off x="2850515" y="863600"/>
              <a:ext cx="2438400" cy="879475"/>
              <a:chOff x="6116" y="177"/>
              <a:chExt cx="3840" cy="1385"/>
            </a:xfrm>
          </p:grpSpPr>
          <p:pic>
            <p:nvPicPr>
              <p:cNvPr id="23" name="Picture 22">
                <a:extLst>
                  <a:ext uri="{FF2B5EF4-FFF2-40B4-BE49-F238E27FC236}">
                    <a16:creationId xmlns:a16="http://schemas.microsoft.com/office/drawing/2014/main" id="{E0054877-F332-BECD-9C59-24D232A6CD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241">
                <a:extLst>
                  <a:ext uri="{FF2B5EF4-FFF2-40B4-BE49-F238E27FC236}">
                    <a16:creationId xmlns:a16="http://schemas.microsoft.com/office/drawing/2014/main" id="{A20640F8-5021-998C-19BD-DF55B6C7BEBB}"/>
                  </a:ext>
                </a:extLst>
              </p:cNvPr>
              <p:cNvSpPr txBox="1">
                <a:spLocks noChangeArrowheads="1"/>
              </p:cNvSpPr>
              <p:nvPr/>
            </p:nvSpPr>
            <p:spPr bwMode="auto">
              <a:xfrm>
                <a:off x="6116" y="177"/>
                <a:ext cx="384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20" name="Text Box 1351">
              <a:extLst>
                <a:ext uri="{FF2B5EF4-FFF2-40B4-BE49-F238E27FC236}">
                  <a16:creationId xmlns:a16="http://schemas.microsoft.com/office/drawing/2014/main" id="{1E425344-A3EE-43D9-EC90-FB47C2FF8BFD}"/>
                </a:ext>
              </a:extLst>
            </p:cNvPr>
            <p:cNvSpPr txBox="1"/>
            <p:nvPr/>
          </p:nvSpPr>
          <p:spPr>
            <a:xfrm>
              <a:off x="0" y="241300"/>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2" name="TextBox 1">
            <a:extLst>
              <a:ext uri="{FF2B5EF4-FFF2-40B4-BE49-F238E27FC236}">
                <a16:creationId xmlns:a16="http://schemas.microsoft.com/office/drawing/2014/main" id="{E2458751-11A8-96A3-D626-32A004BF5893}"/>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4E8E3A37-310A-9E48-94C2-72B1CA0CB887}"/>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798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053690"/>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3" name="Text Box 1294">
            <a:extLst>
              <a:ext uri="{FF2B5EF4-FFF2-40B4-BE49-F238E27FC236}">
                <a16:creationId xmlns:a16="http://schemas.microsoft.com/office/drawing/2014/main" id="{DDD4D16F-99A7-A220-B785-6EEF1E7FA204}"/>
              </a:ext>
            </a:extLst>
          </p:cNvPr>
          <p:cNvSpPr txBox="1"/>
          <p:nvPr/>
        </p:nvSpPr>
        <p:spPr>
          <a:xfrm>
            <a:off x="805110" y="1611683"/>
            <a:ext cx="3887062" cy="1693546"/>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general journal – main form will be minimize and the other information will be displayed as shown in the photo below.</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920978F4-F6A9-947F-1457-2E9A80D2E3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7941" y="1053690"/>
            <a:ext cx="6186805" cy="737235"/>
          </a:xfrm>
          <a:prstGeom prst="rect">
            <a:avLst/>
          </a:prstGeom>
        </p:spPr>
      </p:pic>
      <p:sp>
        <p:nvSpPr>
          <p:cNvPr id="16" name="Text Box 1294">
            <a:extLst>
              <a:ext uri="{FF2B5EF4-FFF2-40B4-BE49-F238E27FC236}">
                <a16:creationId xmlns:a16="http://schemas.microsoft.com/office/drawing/2014/main" id="{26B9107D-7145-9C78-35B4-9812063BB3B6}"/>
              </a:ext>
            </a:extLst>
          </p:cNvPr>
          <p:cNvSpPr txBox="1"/>
          <p:nvPr/>
        </p:nvSpPr>
        <p:spPr>
          <a:xfrm>
            <a:off x="5277940" y="1898148"/>
            <a:ext cx="6186805" cy="737235"/>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7000"/>
              </a:lnSpc>
              <a:spcBef>
                <a:spcPts val="0"/>
              </a:spcBef>
              <a:spcAft>
                <a:spcPts val="800"/>
              </a:spcAft>
              <a:buClrTx/>
              <a:buSzTx/>
              <a:buFontTx/>
              <a:buNone/>
              <a:tabLst>
                <a:tab pos="1752600" algn="l"/>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If you want to upload file attachment in image form, click the attachment and upload the file.</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22B4859C-C8DC-7A01-B785-DE22D1AFC5EE}"/>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34" name="Picture 33">
            <a:extLst>
              <a:ext uri="{FF2B5EF4-FFF2-40B4-BE49-F238E27FC236}">
                <a16:creationId xmlns:a16="http://schemas.microsoft.com/office/drawing/2014/main" id="{1249798D-B613-255C-771F-975F31FF8C28}"/>
              </a:ext>
            </a:extLst>
          </p:cNvPr>
          <p:cNvPicPr>
            <a:picLocks noChangeAspect="1"/>
          </p:cNvPicPr>
          <p:nvPr/>
        </p:nvPicPr>
        <p:blipFill>
          <a:blip r:embed="rId4"/>
          <a:stretch>
            <a:fillRect/>
          </a:stretch>
        </p:blipFill>
        <p:spPr>
          <a:xfrm>
            <a:off x="5368746" y="3295171"/>
            <a:ext cx="6095999" cy="2779331"/>
          </a:xfrm>
          <a:prstGeom prst="rect">
            <a:avLst/>
          </a:prstGeom>
        </p:spPr>
      </p:pic>
      <p:sp>
        <p:nvSpPr>
          <p:cNvPr id="2" name="TextBox 1">
            <a:extLst>
              <a:ext uri="{FF2B5EF4-FFF2-40B4-BE49-F238E27FC236}">
                <a16:creationId xmlns:a16="http://schemas.microsoft.com/office/drawing/2014/main" id="{A80F8A8F-41EE-08D3-5188-D2453A268D69}"/>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General Journal</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44896A8F-EB21-52B9-2BBE-E0C04BFEDE3D}"/>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847682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1183</Words>
  <Application>Microsoft Office PowerPoint</Application>
  <PresentationFormat>Widescreen</PresentationFormat>
  <Paragraphs>163</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Animosa Extra Bold</vt:lpstr>
      <vt:lpstr>Arial</vt:lpstr>
      <vt:lpstr>Bahnschrift Condensed</vt:lpstr>
      <vt:lpstr>Bodoni MT Condensed</vt:lpstr>
      <vt:lpstr>Calibri</vt:lpstr>
      <vt:lpstr>Calibri Light</vt:lpstr>
      <vt:lpstr>Century Gothic</vt:lpstr>
      <vt:lpstr>Chivo Light</vt:lpstr>
      <vt:lpstr>Verdana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2023-01-03T08:55:13Z</dcterms:created>
  <dcterms:modified xsi:type="dcterms:W3CDTF">2023-01-03T08:55:34Z</dcterms:modified>
</cp:coreProperties>
</file>