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06" r:id="rId3"/>
    <p:sldId id="307" r:id="rId4"/>
    <p:sldId id="308" r:id="rId5"/>
    <p:sldId id="309" r:id="rId6"/>
    <p:sldId id="310" r:id="rId7"/>
    <p:sldId id="31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0B62D-C7D8-6047-F801-51B9C5B77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07881-D4E7-D951-7318-BD4B480F79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C17D7-AD68-F9C4-0CF0-6F6D0D2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1B936-BEDA-B682-387A-C2E28347E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E32F0-A8AB-C276-792A-9BC2E7B60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7068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53DFF-6142-17ED-0FD6-5D0ED6815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88FDE-CBEE-679B-6C28-FC5E36EBC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57131-AD23-96CB-79D5-C7856954B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3C720-905B-0DFF-F931-1BAA76D8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B2172-3CE8-8B1A-DD22-1C7147C3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615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65935-BEFB-EFDB-74A7-EE02A1CE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A76B2-3D9A-933C-6DD3-4E37EEB89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89307-6156-0127-1DA6-B55FC896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45E61-E358-BA71-6586-56132813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1C576-3910-142B-B248-5539747B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73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86580-EAC4-1772-153C-4D425280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C36A4-D7E7-6914-DF78-280978106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DDE3-67D1-5B60-4E0D-885DA9E6A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B2583-8EB4-6822-8D29-D54F4E256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DC38AB-9265-752C-A2A5-77C9AA34F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8BCDB-D2FB-B19D-5A51-355FFDAC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920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4F77-E2D6-7ADC-91A0-F1DEE28F6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C01E-AC59-5821-AB9F-17CA3BC64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09176-01C4-EA0B-93C4-EB726E45D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CBEBD-27CA-BB15-624A-63F07AA8F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DD438-4F30-188B-1BF2-4AC5A7A49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955682-CA71-42DB-B168-CA1EE62DF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3378DF-BCD2-107E-9D4F-227453DF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0A6AC9-DD6C-D43F-2E25-3F7F81D7E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4897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6E74-E342-3705-710D-6BF8D2A07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B6177D-D514-2C89-EFA6-D05D0865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F5858-02E7-5F99-9830-EC1F1A78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FE046D-6649-C608-E524-E41E3885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3845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5093B1-1EDD-6C87-8764-858B01836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6A3CC6-3E41-0785-1225-4C89BA26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FB215-CA2B-0871-ECC4-F7369EE7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350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6972A-3153-25F7-242D-CF6492680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E414D-63DA-1946-5048-3AB2E3405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8849E-1CF9-676A-E169-9C3A4D8E6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F1CC9-56C6-D0B3-ACFE-A1699BDB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59ED0D-CC09-E888-D47C-F64E48C43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0A34F3-E191-214E-80FE-01BBFB389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203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C84E-EA8F-BF28-191F-8DE3B34A5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4B4F3-A1B1-CFD5-E0FA-24FB81FF3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A8C0B-7826-A420-DCEF-06110477E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E1BF7-D5B0-06CA-DF77-33669C6F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D937F-2975-46C7-645C-0CD18A40A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1C109-E158-DDA5-8B5D-80477F80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883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E97D-7263-6A7B-5BE1-4AA9C696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423862-E9BE-5549-A8DD-0B5A1C0A8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940A9-05A8-FC8D-E7B8-62F64B2F3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73B2F-3794-CD69-2967-B7E1FE7A6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4B5B-8377-06BA-7D23-50953C616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64137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9F3114-627C-6770-620B-636389BE3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564D6-4112-4C95-76E7-03FC2880EE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3815F-E3FA-ED25-0E24-221AFE7E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28F1E-E6F2-9AE3-AF36-4CFAC1294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28B85-4C87-806F-12DC-66624571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26067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7681C-A196-C18D-FCCF-FB29837E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CEB0B-899B-C12B-9803-847B0FA42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F46D8-BCA1-8987-075D-C67C272EE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07959-F8A2-4579-8B1A-3904AE839F54}" type="datetimeFigureOut">
              <a:rPr lang="en-PH" smtClean="0"/>
              <a:t>01/10/2023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91B7B-C9A2-58EA-DEF0-72522AF5EF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DC34A-7613-DA97-9C97-026A15A85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16B2A-E8A9-48DC-8BFE-93FAFACED58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2993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2539407" y="2055283"/>
            <a:ext cx="7321285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rgbClr val="00B050"/>
                </a:solidFill>
                <a:latin typeface="Bodoni MT Condensed" panose="02070606080606020203" pitchFamily="18" charset="0"/>
              </a:rPr>
              <a:t>Agent Ledger</a:t>
            </a:r>
            <a:endParaRPr lang="en-US" sz="9600" dirty="0">
              <a:solidFill>
                <a:srgbClr val="00B050"/>
              </a:solidFill>
              <a:latin typeface="Bodoni MT Condensed" panose="02070606080606020203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F98AB504-F121-820A-CAC3-1E72B851128C}"/>
              </a:ext>
            </a:extLst>
          </p:cNvPr>
          <p:cNvSpPr txBox="1"/>
          <p:nvPr/>
        </p:nvSpPr>
        <p:spPr>
          <a:xfrm>
            <a:off x="0" y="5769429"/>
            <a:ext cx="12191999" cy="1088572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endParaRPr lang="en-US" sz="1400" dirty="0">
              <a:solidFill>
                <a:schemeClr val="bg1"/>
              </a:solidFill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07000"/>
              </a:lnSpc>
              <a:spcBef>
                <a:spcPts val="0"/>
              </a:spcBef>
            </a:pPr>
            <a:r>
              <a:rPr lang="en-US" sz="1400" dirty="0">
                <a:solidFill>
                  <a:schemeClr val="bg1"/>
                </a:solidFill>
                <a:ea typeface="Open Sans" panose="020B0606030504020204" pitchFamily="34" charset="0"/>
                <a:cs typeface="Times New Roman" panose="02020603050405020304" pitchFamily="18" charset="0"/>
              </a:rPr>
              <a:t>Agent is a list of agent or salesman of a company.</a:t>
            </a: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376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E240B-5C00-D259-7CC9-8482319B9C8B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Agent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1940-C472-2128-749A-74F3CCB5F124}"/>
              </a:ext>
            </a:extLst>
          </p:cNvPr>
          <p:cNvSpPr txBox="1"/>
          <p:nvPr/>
        </p:nvSpPr>
        <p:spPr>
          <a:xfrm>
            <a:off x="805110" y="2106925"/>
            <a:ext cx="3887062" cy="338554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Main Window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0" name="Text Box 15">
            <a:extLst>
              <a:ext uri="{FF2B5EF4-FFF2-40B4-BE49-F238E27FC236}">
                <a16:creationId xmlns:a16="http://schemas.microsoft.com/office/drawing/2014/main" id="{E1DF78E5-41B8-4843-8426-68AD1D115D04}"/>
              </a:ext>
            </a:extLst>
          </p:cNvPr>
          <p:cNvSpPr txBox="1"/>
          <p:nvPr/>
        </p:nvSpPr>
        <p:spPr>
          <a:xfrm>
            <a:off x="832872" y="2579626"/>
            <a:ext cx="3887062" cy="127176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227330" lvl="2">
              <a:lnSpc>
                <a:spcPct val="107000"/>
              </a:lnSpc>
              <a:spcBef>
                <a:spcPts val="190"/>
              </a:spcBef>
              <a:spcAft>
                <a:spcPts val="800"/>
              </a:spcAft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you click the Agent module under Masterfile, agent list will display in the agent ledger main window. 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8989E4-F23C-F4AC-684B-2BE81114D33A}"/>
              </a:ext>
            </a:extLst>
          </p:cNvPr>
          <p:cNvSpPr txBox="1"/>
          <p:nvPr/>
        </p:nvSpPr>
        <p:spPr>
          <a:xfrm>
            <a:off x="7119936" y="4655180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A4CC9E7-43D7-7A2D-4991-DBB6188EBE21}"/>
              </a:ext>
            </a:extLst>
          </p:cNvPr>
          <p:cNvGrpSpPr/>
          <p:nvPr/>
        </p:nvGrpSpPr>
        <p:grpSpPr>
          <a:xfrm>
            <a:off x="5328533" y="2106290"/>
            <a:ext cx="6030595" cy="2548890"/>
            <a:chOff x="3380422" y="1856420"/>
            <a:chExt cx="6030595" cy="254889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19890F8-DAE7-91DF-0AA1-B54911128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80422" y="1856420"/>
              <a:ext cx="6030595" cy="254889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6291201-2932-4B13-2958-F91F445465EC}"/>
                </a:ext>
              </a:extLst>
            </p:cNvPr>
            <p:cNvSpPr/>
            <p:nvPr/>
          </p:nvSpPr>
          <p:spPr>
            <a:xfrm>
              <a:off x="3380422" y="3804285"/>
              <a:ext cx="990600" cy="1714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01ECF6B-666A-EBE3-5809-91074E0CD916}"/>
                </a:ext>
              </a:extLst>
            </p:cNvPr>
            <p:cNvSpPr/>
            <p:nvPr/>
          </p:nvSpPr>
          <p:spPr>
            <a:xfrm>
              <a:off x="4639627" y="2702560"/>
              <a:ext cx="4171950" cy="1452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1430F50-21F8-96B9-E229-E4FBF841891E}"/>
                </a:ext>
              </a:extLst>
            </p:cNvPr>
            <p:cNvCxnSpPr/>
            <p:nvPr/>
          </p:nvCxnSpPr>
          <p:spPr>
            <a:xfrm>
              <a:off x="4369752" y="3903345"/>
              <a:ext cx="257175" cy="190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67CE92C8-CF60-839A-4ECF-DF745EF14DED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68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Create New Agent?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805110" y="1817821"/>
            <a:ext cx="3914824" cy="434202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Agent Ledger – Main Window, you will notice a create button in the upper left of the window. Click the create button and you will be redirect in agent ledger – main form.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200" b="1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click the create button in the agent ledger – main window, you will be redirected in agent ledger – main form where you will encode the agent other information.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above photo, fill in all the necessary details in the provided field.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done, click save button.</a:t>
            </a: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201994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0D8E87-70FD-F2B8-FCFC-0353D069DB09}"/>
              </a:ext>
            </a:extLst>
          </p:cNvPr>
          <p:cNvSpPr txBox="1"/>
          <p:nvPr/>
        </p:nvSpPr>
        <p:spPr>
          <a:xfrm>
            <a:off x="7119936" y="1958206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1077247-B08B-69A4-37C2-E98071AA2900}"/>
              </a:ext>
            </a:extLst>
          </p:cNvPr>
          <p:cNvGrpSpPr/>
          <p:nvPr/>
        </p:nvGrpSpPr>
        <p:grpSpPr>
          <a:xfrm>
            <a:off x="5197545" y="719321"/>
            <a:ext cx="6189345" cy="1238885"/>
            <a:chOff x="0" y="0"/>
            <a:chExt cx="6189345" cy="1238885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9D98E63-F7C8-4B4A-523B-74D5FD377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189345" cy="12388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3F3EE2F-4D94-4B50-03B6-7157C6C306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9650" y="12700"/>
              <a:ext cx="1384935" cy="203835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F7B96E6-1959-ED61-3FE3-8B4ED657F14B}"/>
              </a:ext>
            </a:extLst>
          </p:cNvPr>
          <p:cNvGrpSpPr/>
          <p:nvPr/>
        </p:nvGrpSpPr>
        <p:grpSpPr>
          <a:xfrm>
            <a:off x="5197545" y="2348993"/>
            <a:ext cx="6428740" cy="3857625"/>
            <a:chOff x="17821" y="0"/>
            <a:chExt cx="6429182" cy="3857625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0CB3F2B4-D42A-BA7F-CFA2-2747CC43F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21" y="0"/>
              <a:ext cx="6153702" cy="3479165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49BBFA1-43AB-C959-5026-D76E7A828C1A}"/>
                </a:ext>
              </a:extLst>
            </p:cNvPr>
            <p:cNvSpPr/>
            <p:nvPr/>
          </p:nvSpPr>
          <p:spPr>
            <a:xfrm>
              <a:off x="57146" y="1078173"/>
              <a:ext cx="5981700" cy="277945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0980291-B6DC-0B61-E380-C89E440F5CD2}"/>
                </a:ext>
              </a:extLst>
            </p:cNvPr>
            <p:cNvCxnSpPr/>
            <p:nvPr/>
          </p:nvCxnSpPr>
          <p:spPr>
            <a:xfrm>
              <a:off x="6046953" y="115153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 Box 506">
              <a:extLst>
                <a:ext uri="{FF2B5EF4-FFF2-40B4-BE49-F238E27FC236}">
                  <a16:creationId xmlns:a16="http://schemas.microsoft.com/office/drawing/2014/main" id="{44858CCE-1896-393F-9080-B2F57620ED1B}"/>
                </a:ext>
              </a:extLst>
            </p:cNvPr>
            <p:cNvSpPr txBox="1"/>
            <p:nvPr/>
          </p:nvSpPr>
          <p:spPr>
            <a:xfrm>
              <a:off x="6246978" y="105628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B8DC91BA-3649-4A3E-3AC9-39B7C2197124}"/>
                </a:ext>
              </a:extLst>
            </p:cNvPr>
            <p:cNvGrpSpPr/>
            <p:nvPr/>
          </p:nvGrpSpPr>
          <p:grpSpPr>
            <a:xfrm>
              <a:off x="4758377" y="562828"/>
              <a:ext cx="1057276" cy="450092"/>
              <a:chOff x="138752" y="67528"/>
              <a:chExt cx="1057276" cy="450092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ED13939A-D339-BDA6-2D3C-590763904A0E}"/>
                  </a:ext>
                </a:extLst>
              </p:cNvPr>
              <p:cNvSpPr/>
              <p:nvPr/>
            </p:nvSpPr>
            <p:spPr>
              <a:xfrm>
                <a:off x="138752" y="231870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02894ED7-4ED4-9A5F-19C4-BA5075F97910}"/>
                  </a:ext>
                </a:extLst>
              </p:cNvPr>
              <p:cNvCxnSpPr/>
              <p:nvPr/>
            </p:nvCxnSpPr>
            <p:spPr>
              <a:xfrm>
                <a:off x="786453" y="238978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Text Box 510">
                <a:extLst>
                  <a:ext uri="{FF2B5EF4-FFF2-40B4-BE49-F238E27FC236}">
                    <a16:creationId xmlns:a16="http://schemas.microsoft.com/office/drawing/2014/main" id="{17ADD0C1-7B07-94B7-013A-A6FB89D72EF1}"/>
                  </a:ext>
                </a:extLst>
              </p:cNvPr>
              <p:cNvSpPr txBox="1"/>
              <p:nvPr/>
            </p:nvSpPr>
            <p:spPr>
              <a:xfrm>
                <a:off x="996003" y="67528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BEBFAD83-EFED-E151-22AE-A09DAD65D4CE}"/>
              </a:ext>
            </a:extLst>
          </p:cNvPr>
          <p:cNvSpPr/>
          <p:nvPr/>
        </p:nvSpPr>
        <p:spPr>
          <a:xfrm>
            <a:off x="5355238" y="1004118"/>
            <a:ext cx="800100" cy="3333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3514446-991C-0ECE-5559-FDA86A678EFD}"/>
              </a:ext>
            </a:extLst>
          </p:cNvPr>
          <p:cNvCxnSpPr/>
          <p:nvPr/>
        </p:nvCxnSpPr>
        <p:spPr>
          <a:xfrm>
            <a:off x="6155338" y="1137468"/>
            <a:ext cx="2000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 Box 498">
            <a:extLst>
              <a:ext uri="{FF2B5EF4-FFF2-40B4-BE49-F238E27FC236}">
                <a16:creationId xmlns:a16="http://schemas.microsoft.com/office/drawing/2014/main" id="{CEBB4A63-4D66-7BA7-3FD7-E030BACF4B9F}"/>
              </a:ext>
            </a:extLst>
          </p:cNvPr>
          <p:cNvSpPr txBox="1"/>
          <p:nvPr/>
        </p:nvSpPr>
        <p:spPr>
          <a:xfrm>
            <a:off x="6364888" y="1032693"/>
            <a:ext cx="200025" cy="247650"/>
          </a:xfrm>
          <a:prstGeom prst="rect">
            <a:avLst/>
          </a:prstGeom>
          <a:solidFill>
            <a:srgbClr val="FFFF00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0DE52-9CB5-D170-1800-0ACDEC187A50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Agent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BC7812F1-ED2F-23B3-2F98-A63A75937D82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58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Agent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8"/>
            <a:ext cx="3914824" cy="2201011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agent ledger – main window, search the agent name you wish to edit its information in the search bar. Or, edit its information in the search bar. Or,</a:t>
            </a: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1.2.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agent ledger – main form, click the lookup button and select the agent you wish to edit its information by typing its agent name in the search bar.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311574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751760" y="4269778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you select the customer, click edit button in the upper right side of customer ledger – main form.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C508F-7124-9660-411F-DB6CCE769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895" y="759621"/>
            <a:ext cx="6189345" cy="152844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4A9447D-72A4-9DAB-532C-E072DBF808EA}"/>
              </a:ext>
            </a:extLst>
          </p:cNvPr>
          <p:cNvGrpSpPr/>
          <p:nvPr/>
        </p:nvGrpSpPr>
        <p:grpSpPr>
          <a:xfrm>
            <a:off x="5358130" y="1395063"/>
            <a:ext cx="1475739" cy="333375"/>
            <a:chOff x="0" y="0"/>
            <a:chExt cx="1476374" cy="33337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84BDC1-A55C-6F80-2309-CB83F06BD313}"/>
                </a:ext>
              </a:extLst>
            </p:cNvPr>
            <p:cNvSpPr/>
            <p:nvPr/>
          </p:nvSpPr>
          <p:spPr>
            <a:xfrm>
              <a:off x="0" y="0"/>
              <a:ext cx="800100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D96ABA9-DA1F-B42B-8C2F-978EC03F4219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 Box 517">
              <a:extLst>
                <a:ext uri="{FF2B5EF4-FFF2-40B4-BE49-F238E27FC236}">
                  <a16:creationId xmlns:a16="http://schemas.microsoft.com/office/drawing/2014/main" id="{D16B9189-6221-0ECD-3DF2-3C4F7DAD6ACB}"/>
                </a:ext>
              </a:extLst>
            </p:cNvPr>
            <p:cNvSpPr txBox="1"/>
            <p:nvPr/>
          </p:nvSpPr>
          <p:spPr>
            <a:xfrm>
              <a:off x="1009649" y="28575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631CC86-E4C3-B360-F0A1-BB4D34BEEEB8}"/>
              </a:ext>
            </a:extLst>
          </p:cNvPr>
          <p:cNvGrpSpPr/>
          <p:nvPr/>
        </p:nvGrpSpPr>
        <p:grpSpPr>
          <a:xfrm>
            <a:off x="5665544" y="3228815"/>
            <a:ext cx="5725160" cy="2682240"/>
            <a:chOff x="5665544" y="2959042"/>
            <a:chExt cx="5725160" cy="2682240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2730AFA6-D272-64DA-A1BF-6CFCD5A93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5544" y="2959042"/>
              <a:ext cx="5725160" cy="2682240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8A0B09B-97ED-6F25-0166-43BBB0B77B84}"/>
                </a:ext>
              </a:extLst>
            </p:cNvPr>
            <p:cNvGrpSpPr/>
            <p:nvPr/>
          </p:nvGrpSpPr>
          <p:grpSpPr>
            <a:xfrm>
              <a:off x="6833869" y="3648222"/>
              <a:ext cx="4406266" cy="691515"/>
              <a:chOff x="3892867" y="3083243"/>
              <a:chExt cx="4406266" cy="691515"/>
            </a:xfrm>
          </p:grpSpPr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85D211F4-430D-46A1-8738-323973C04870}"/>
                  </a:ext>
                </a:extLst>
              </p:cNvPr>
              <p:cNvGrpSpPr/>
              <p:nvPr/>
            </p:nvGrpSpPr>
            <p:grpSpPr>
              <a:xfrm>
                <a:off x="3892867" y="3469958"/>
                <a:ext cx="952500" cy="304800"/>
                <a:chOff x="523874" y="28575"/>
                <a:chExt cx="952500" cy="304800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F9DECC15-2605-B83D-F157-BB680B847702}"/>
                    </a:ext>
                  </a:extLst>
                </p:cNvPr>
                <p:cNvSpPr/>
                <p:nvPr/>
              </p:nvSpPr>
              <p:spPr>
                <a:xfrm>
                  <a:off x="523874" y="28575"/>
                  <a:ext cx="2758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C9D8AC15-F171-5731-428B-BD1B43AE1F80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1" name="Text Box 528">
                  <a:extLst>
                    <a:ext uri="{FF2B5EF4-FFF2-40B4-BE49-F238E27FC236}">
                      <a16:creationId xmlns:a16="http://schemas.microsoft.com/office/drawing/2014/main" id="{D47E2313-61CB-3846-81A9-62EEECD80FAA}"/>
                    </a:ext>
                  </a:extLst>
                </p:cNvPr>
                <p:cNvSpPr txBox="1"/>
                <p:nvPr/>
              </p:nvSpPr>
              <p:spPr>
                <a:xfrm>
                  <a:off x="1009649" y="28575"/>
                  <a:ext cx="466725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1.2.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6B4E0C1-9D4C-F54B-DF67-3BC4A8E004F8}"/>
                  </a:ext>
                </a:extLst>
              </p:cNvPr>
              <p:cNvGrpSpPr/>
              <p:nvPr/>
            </p:nvGrpSpPr>
            <p:grpSpPr>
              <a:xfrm>
                <a:off x="7318057" y="3083243"/>
                <a:ext cx="981076" cy="304800"/>
                <a:chOff x="333374" y="28575"/>
                <a:chExt cx="981076" cy="304800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71B23A7-ADB4-D5AC-DB23-D55FB4A28E7E}"/>
                    </a:ext>
                  </a:extLst>
                </p:cNvPr>
                <p:cNvSpPr/>
                <p:nvPr/>
              </p:nvSpPr>
              <p:spPr>
                <a:xfrm>
                  <a:off x="333374" y="28575"/>
                  <a:ext cx="466381" cy="3048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US"/>
                </a:p>
              </p:txBody>
            </p: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75F6A232-25A6-5E13-73D3-6D9C18F29D88}"/>
                    </a:ext>
                  </a:extLst>
                </p:cNvPr>
                <p:cNvCxnSpPr/>
                <p:nvPr/>
              </p:nvCxnSpPr>
              <p:spPr>
                <a:xfrm>
                  <a:off x="800100" y="133350"/>
                  <a:ext cx="200025" cy="952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 Box 524">
                  <a:extLst>
                    <a:ext uri="{FF2B5EF4-FFF2-40B4-BE49-F238E27FC236}">
                      <a16:creationId xmlns:a16="http://schemas.microsoft.com/office/drawing/2014/main" id="{DF9D6E85-2A23-AD35-EFFC-D1C885887FEA}"/>
                    </a:ext>
                  </a:extLst>
                </p:cNvPr>
                <p:cNvSpPr txBox="1"/>
                <p:nvPr/>
              </p:nvSpPr>
              <p:spPr>
                <a:xfrm>
                  <a:off x="1009650" y="28575"/>
                  <a:ext cx="304800" cy="247650"/>
                </a:xfrm>
                <a:prstGeom prst="rect">
                  <a:avLst/>
                </a:prstGeom>
                <a:solidFill>
                  <a:srgbClr val="FFFF00"/>
                </a:solidFill>
                <a:ln w="6350">
                  <a:solidFill>
                    <a:prstClr val="black"/>
                  </a:solidFill>
                </a:ln>
                <a:effectLst/>
              </p:spPr>
              <p:style>
                <a:lnRef idx="0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algn="ctr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1100">
                      <a:effectLst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2.</a:t>
                  </a:r>
                </a:p>
              </p:txBody>
            </p:sp>
          </p:grpSp>
        </p:grpSp>
        <p:sp>
          <p:nvSpPr>
            <p:cNvPr id="51" name="Text Box 241">
              <a:extLst>
                <a:ext uri="{FF2B5EF4-FFF2-40B4-BE49-F238E27FC236}">
                  <a16:creationId xmlns:a16="http://schemas.microsoft.com/office/drawing/2014/main" id="{D5043370-4A3B-D8FB-C356-47B56344E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83478" y="4380475"/>
              <a:ext cx="2301875" cy="87947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marL="101600" marR="0">
                <a:lnSpc>
                  <a:spcPct val="107000"/>
                </a:lnSpc>
                <a:spcBef>
                  <a:spcPts val="440"/>
                </a:spcBef>
                <a:spcAft>
                  <a:spcPts val="800"/>
                </a:spcAft>
              </a:pPr>
              <a:r>
                <a:rPr lang="en-PH" sz="1000" i="1" dirty="0">
                  <a:solidFill>
                    <a:srgbClr val="4F6128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How to search agent?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65760" marR="0" lvl="0" indent="-342900">
                <a:lnSpc>
                  <a:spcPct val="115000"/>
                </a:lnSpc>
                <a:spcAft>
                  <a:spcPts val="0"/>
                </a:spcAft>
                <a:buSzPts val="800"/>
                <a:buFont typeface="+mj-lt"/>
                <a:buAutoNum type="arabicPeriod"/>
                <a:tabLst>
                  <a:tab pos="22733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the agent name in the search bar.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65760" marR="0" lvl="0" indent="-342900">
                <a:lnSpc>
                  <a:spcPts val="975"/>
                </a:lnSpc>
                <a:spcAft>
                  <a:spcPts val="0"/>
                </a:spcAft>
                <a:buSzPts val="800"/>
                <a:buFont typeface="+mj-lt"/>
                <a:buAutoNum type="arabicPeriod"/>
                <a:tabLst>
                  <a:tab pos="203200" algn="l"/>
                </a:tabLst>
              </a:pP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‘enter’ in the keyboard to</a:t>
              </a:r>
              <a:r>
                <a:rPr lang="en-US" sz="800" spc="-4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search.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marL="365760" marR="0" lvl="0" indent="-342900">
                <a:lnSpc>
                  <a:spcPts val="975"/>
                </a:lnSpc>
                <a:spcAft>
                  <a:spcPts val="0"/>
                </a:spcAft>
                <a:buSzPts val="800"/>
                <a:buFont typeface="+mj-lt"/>
                <a:buAutoNum type="arabicPeriod"/>
                <a:tabLst>
                  <a:tab pos="203200" algn="l"/>
                </a:tabLst>
              </a:pPr>
              <a:r>
                <a:rPr lang="en-PH" sz="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Click the button before the agent code to select the agent.</a:t>
              </a:r>
              <a:endPara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7E264D-2349-8E03-3FF8-431179D71519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Agent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24D4E78-1C7F-0F64-8138-D86686FF0CB7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5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2853139"/>
            <a:ext cx="3914824" cy="915908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Edit the information you want to edit.</a:t>
            </a:r>
          </a:p>
          <a:p>
            <a:pPr algn="just">
              <a:lnSpc>
                <a:spcPct val="115000"/>
              </a:lnSpc>
            </a:pPr>
            <a:endParaRPr lang="en-US" sz="1200" b="1" dirty="0">
              <a:solidFill>
                <a:srgbClr val="00863D"/>
              </a:solidFill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done, click save button. </a:t>
            </a: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5236147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99AED4-DFC2-19A4-D86B-D0FC3D23FF70}"/>
              </a:ext>
            </a:extLst>
          </p:cNvPr>
          <p:cNvSpPr txBox="1"/>
          <p:nvPr/>
        </p:nvSpPr>
        <p:spPr>
          <a:xfrm>
            <a:off x="1254088" y="641042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Edit Agent Details?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5FE813C-B05D-CE70-F4FF-8247B073F584}"/>
              </a:ext>
            </a:extLst>
          </p:cNvPr>
          <p:cNvGrpSpPr/>
          <p:nvPr/>
        </p:nvGrpSpPr>
        <p:grpSpPr>
          <a:xfrm>
            <a:off x="5162548" y="1380427"/>
            <a:ext cx="6467475" cy="3855720"/>
            <a:chOff x="0" y="-183284"/>
            <a:chExt cx="6467475" cy="3856642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1D71C87-DACE-51DA-BD9C-A58A6DA5C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-183284"/>
              <a:ext cx="6189345" cy="34635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18ABCD-B762-A3DF-7702-CE411F663937}"/>
                </a:ext>
              </a:extLst>
            </p:cNvPr>
            <p:cNvSpPr/>
            <p:nvPr/>
          </p:nvSpPr>
          <p:spPr>
            <a:xfrm>
              <a:off x="63974" y="968969"/>
              <a:ext cx="5981700" cy="270438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66A3D61-0F39-4802-6FA9-B39F801A9500}"/>
                </a:ext>
              </a:extLst>
            </p:cNvPr>
            <p:cNvCxnSpPr/>
            <p:nvPr/>
          </p:nvCxnSpPr>
          <p:spPr>
            <a:xfrm>
              <a:off x="6067425" y="102870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 Box 537">
              <a:extLst>
                <a:ext uri="{FF2B5EF4-FFF2-40B4-BE49-F238E27FC236}">
                  <a16:creationId xmlns:a16="http://schemas.microsoft.com/office/drawing/2014/main" id="{263C7C38-6462-3211-AA02-8F707B663FE0}"/>
                </a:ext>
              </a:extLst>
            </p:cNvPr>
            <p:cNvSpPr txBox="1"/>
            <p:nvPr/>
          </p:nvSpPr>
          <p:spPr>
            <a:xfrm>
              <a:off x="6267450" y="933450"/>
              <a:ext cx="200025" cy="272415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DCAD188-6557-8781-48FA-ABF0FAB51ED0}"/>
                </a:ext>
              </a:extLst>
            </p:cNvPr>
            <p:cNvGrpSpPr/>
            <p:nvPr/>
          </p:nvGrpSpPr>
          <p:grpSpPr>
            <a:xfrm>
              <a:off x="4772025" y="381000"/>
              <a:ext cx="1057275" cy="447675"/>
              <a:chOff x="152400" y="-114300"/>
              <a:chExt cx="1057275" cy="44767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22A71FF-E226-E7E0-9BD8-3CE92D4DF3DA}"/>
                  </a:ext>
                </a:extLst>
              </p:cNvPr>
              <p:cNvSpPr/>
              <p:nvPr/>
            </p:nvSpPr>
            <p:spPr>
              <a:xfrm>
                <a:off x="152400" y="47625"/>
                <a:ext cx="647700" cy="28575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0F0AA8EF-9562-1DA9-BE95-671F47AB662D}"/>
                  </a:ext>
                </a:extLst>
              </p:cNvPr>
              <p:cNvCxnSpPr/>
              <p:nvPr/>
            </p:nvCxnSpPr>
            <p:spPr>
              <a:xfrm>
                <a:off x="800100" y="571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Text Box 541">
                <a:extLst>
                  <a:ext uri="{FF2B5EF4-FFF2-40B4-BE49-F238E27FC236}">
                    <a16:creationId xmlns:a16="http://schemas.microsoft.com/office/drawing/2014/main" id="{E7EB08E7-E5FB-EA93-10E9-614572779CB6}"/>
                  </a:ext>
                </a:extLst>
              </p:cNvPr>
              <p:cNvSpPr txBox="1"/>
              <p:nvPr/>
            </p:nvSpPr>
            <p:spPr>
              <a:xfrm>
                <a:off x="1009650" y="-114300"/>
                <a:ext cx="2000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907B7FD-F21E-D32A-AA37-7214C03474DD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Agent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B14F431-9A05-F1D4-CE63-89BA0497A756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729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84804B-EE2E-A346-8D83-E2034F24A0DC}"/>
              </a:ext>
            </a:extLst>
          </p:cNvPr>
          <p:cNvSpPr txBox="1"/>
          <p:nvPr/>
        </p:nvSpPr>
        <p:spPr>
          <a:xfrm>
            <a:off x="867115" y="122230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How To Delete a Agent Ledger?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1DB220CB-D872-DAB2-E8E7-77055D4F00CA}"/>
              </a:ext>
            </a:extLst>
          </p:cNvPr>
          <p:cNvSpPr txBox="1"/>
          <p:nvPr/>
        </p:nvSpPr>
        <p:spPr>
          <a:xfrm>
            <a:off x="751760" y="1728439"/>
            <a:ext cx="3914824" cy="1314320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1.1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the agent ledger – main window, search the agent you want to delete.</a:t>
            </a:r>
          </a:p>
          <a:p>
            <a:pPr algn="just"/>
            <a:endParaRPr lang="en-US" sz="1000" dirty="0">
              <a:effectLst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agent ledger – main form, click the lookup button and select the agent you want to delete.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A9A617-B6AE-FF76-70FE-47A372450436}"/>
              </a:ext>
            </a:extLst>
          </p:cNvPr>
          <p:cNvSpPr txBox="1"/>
          <p:nvPr/>
        </p:nvSpPr>
        <p:spPr>
          <a:xfrm>
            <a:off x="7119936" y="607045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5552EF-4542-F7C6-FDD9-BF1C5F9954D4}"/>
              </a:ext>
            </a:extLst>
          </p:cNvPr>
          <p:cNvSpPr txBox="1"/>
          <p:nvPr/>
        </p:nvSpPr>
        <p:spPr>
          <a:xfrm>
            <a:off x="7119936" y="2770439"/>
            <a:ext cx="2552700" cy="281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Ledger</a:t>
            </a:r>
            <a:r>
              <a:rPr lang="en-PH" sz="1200" b="1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– Main </a:t>
            </a:r>
            <a:r>
              <a:rPr lang="en-PH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Window</a:t>
            </a:r>
            <a:endParaRPr lang="en-US" sz="1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Box 18">
            <a:extLst>
              <a:ext uri="{FF2B5EF4-FFF2-40B4-BE49-F238E27FC236}">
                <a16:creationId xmlns:a16="http://schemas.microsoft.com/office/drawing/2014/main" id="{52C01F39-4EB6-6BC7-0D16-9DD6DFAA5F6A}"/>
              </a:ext>
            </a:extLst>
          </p:cNvPr>
          <p:cNvSpPr txBox="1"/>
          <p:nvPr/>
        </p:nvSpPr>
        <p:spPr>
          <a:xfrm>
            <a:off x="844117" y="3429000"/>
            <a:ext cx="3914824" cy="1848843"/>
          </a:xfrm>
          <a:prstGeom prst="rect">
            <a:avLst/>
          </a:prstGeom>
          <a:noFill/>
          <a:ln w="6350">
            <a:noFill/>
          </a:ln>
          <a:effectLst/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solidFill>
                  <a:srgbClr val="00863D"/>
                </a:solidFill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200" b="1" dirty="0">
                <a:solidFill>
                  <a:srgbClr val="00863D"/>
                </a:solidFill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effectLst/>
                <a:latin typeface="Chivo Light" panose="020B03030302020208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Click delete button.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2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</a:pPr>
            <a:endParaRPr lang="en-US" sz="1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effectLst/>
              <a:latin typeface="Chivo Light" panose="020B03030302020208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100" dirty="0">
              <a:latin typeface="Chivo Light" panose="020B03030302020208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</a:pPr>
            <a:endParaRPr lang="en-US" sz="105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300" cap="all" dirty="0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BCFA8-9612-25D2-2B3C-4DB5A47D9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371" y="1202428"/>
            <a:ext cx="6189345" cy="1528445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7605A60-0394-852A-BD7E-8BEC8647AB47}"/>
              </a:ext>
            </a:extLst>
          </p:cNvPr>
          <p:cNvGrpSpPr/>
          <p:nvPr/>
        </p:nvGrpSpPr>
        <p:grpSpPr>
          <a:xfrm>
            <a:off x="5110961" y="1799962"/>
            <a:ext cx="1475739" cy="333375"/>
            <a:chOff x="0" y="0"/>
            <a:chExt cx="1476374" cy="3333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8969512-18B3-3FDF-3333-602EA5D97E18}"/>
                </a:ext>
              </a:extLst>
            </p:cNvPr>
            <p:cNvSpPr/>
            <p:nvPr/>
          </p:nvSpPr>
          <p:spPr>
            <a:xfrm>
              <a:off x="0" y="0"/>
              <a:ext cx="800100" cy="3333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B9D5363-A11E-E230-D104-A222716627DE}"/>
                </a:ext>
              </a:extLst>
            </p:cNvPr>
            <p:cNvCxnSpPr/>
            <p:nvPr/>
          </p:nvCxnSpPr>
          <p:spPr>
            <a:xfrm>
              <a:off x="800100" y="133350"/>
              <a:ext cx="200025" cy="952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 Box 585">
              <a:extLst>
                <a:ext uri="{FF2B5EF4-FFF2-40B4-BE49-F238E27FC236}">
                  <a16:creationId xmlns:a16="http://schemas.microsoft.com/office/drawing/2014/main" id="{EE68036D-650F-961F-D608-7F1867730B07}"/>
                </a:ext>
              </a:extLst>
            </p:cNvPr>
            <p:cNvSpPr txBox="1"/>
            <p:nvPr/>
          </p:nvSpPr>
          <p:spPr>
            <a:xfrm>
              <a:off x="1009649" y="28575"/>
              <a:ext cx="466725" cy="247650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prstClr val="black"/>
              </a:solidFill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1100">
                  <a:effectLst/>
                  <a:ea typeface="Calibri" panose="020F0502020204030204" pitchFamily="34" charset="0"/>
                  <a:cs typeface="Times New Roman" panose="02020603050405020304" pitchFamily="18" charset="0"/>
                </a:rPr>
                <a:t>1.1.</a:t>
              </a:r>
            </a:p>
          </p:txBody>
        </p: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8FF55DA0-456B-6836-4CD9-66DD689DA2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0822" y="3328407"/>
            <a:ext cx="5725160" cy="2682240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3795FB7C-71FD-A4DA-B37E-24590B6D5B6E}"/>
              </a:ext>
            </a:extLst>
          </p:cNvPr>
          <p:cNvGrpSpPr/>
          <p:nvPr/>
        </p:nvGrpSpPr>
        <p:grpSpPr>
          <a:xfrm>
            <a:off x="6450107" y="4000200"/>
            <a:ext cx="3010535" cy="1736725"/>
            <a:chOff x="-635" y="0"/>
            <a:chExt cx="3010535" cy="1736725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8D71D81A-CD0E-77C4-1E16-188222C5BEE5}"/>
                </a:ext>
              </a:extLst>
            </p:cNvPr>
            <p:cNvGrpSpPr/>
            <p:nvPr/>
          </p:nvGrpSpPr>
          <p:grpSpPr>
            <a:xfrm>
              <a:off x="215900" y="400050"/>
              <a:ext cx="952500" cy="304800"/>
              <a:chOff x="523874" y="28575"/>
              <a:chExt cx="952500" cy="304800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B5A24709-AF79-084B-BC50-D2D37B19D587}"/>
                  </a:ext>
                </a:extLst>
              </p:cNvPr>
              <p:cNvSpPr/>
              <p:nvPr/>
            </p:nvSpPr>
            <p:spPr>
              <a:xfrm>
                <a:off x="523874" y="28575"/>
                <a:ext cx="275881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4FDAC334-4D39-EEA8-C059-04324D7EA333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3" name="Text Box 559">
                <a:extLst>
                  <a:ext uri="{FF2B5EF4-FFF2-40B4-BE49-F238E27FC236}">
                    <a16:creationId xmlns:a16="http://schemas.microsoft.com/office/drawing/2014/main" id="{41D3CF11-FCEE-C817-0C30-933F1A9C113F}"/>
                  </a:ext>
                </a:extLst>
              </p:cNvPr>
              <p:cNvSpPr txBox="1"/>
              <p:nvPr/>
            </p:nvSpPr>
            <p:spPr>
              <a:xfrm>
                <a:off x="1009649" y="28575"/>
                <a:ext cx="466725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1.2.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D9222A5E-4072-0E57-17D7-C489D4938EA8}"/>
                </a:ext>
              </a:extLst>
            </p:cNvPr>
            <p:cNvGrpSpPr/>
            <p:nvPr/>
          </p:nvGrpSpPr>
          <p:grpSpPr>
            <a:xfrm>
              <a:off x="1924050" y="0"/>
              <a:ext cx="1085850" cy="304800"/>
              <a:chOff x="228600" y="28575"/>
              <a:chExt cx="1085850" cy="304800"/>
            </a:xfrm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FD0EFA88-338C-5E45-3C88-BF81076A0EEB}"/>
                  </a:ext>
                </a:extLst>
              </p:cNvPr>
              <p:cNvSpPr/>
              <p:nvPr/>
            </p:nvSpPr>
            <p:spPr>
              <a:xfrm>
                <a:off x="228600" y="28575"/>
                <a:ext cx="571156" cy="30480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B829304F-2679-1CA4-1F69-0024939865F5}"/>
                  </a:ext>
                </a:extLst>
              </p:cNvPr>
              <p:cNvCxnSpPr/>
              <p:nvPr/>
            </p:nvCxnSpPr>
            <p:spPr>
              <a:xfrm>
                <a:off x="800100" y="133350"/>
                <a:ext cx="200025" cy="95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0" name="Text Box 555">
                <a:extLst>
                  <a:ext uri="{FF2B5EF4-FFF2-40B4-BE49-F238E27FC236}">
                    <a16:creationId xmlns:a16="http://schemas.microsoft.com/office/drawing/2014/main" id="{A24C2108-5822-25F8-631D-7E57E9FCE4B7}"/>
                  </a:ext>
                </a:extLst>
              </p:cNvPr>
              <p:cNvSpPr txBox="1"/>
              <p:nvPr/>
            </p:nvSpPr>
            <p:spPr>
              <a:xfrm>
                <a:off x="1009650" y="28575"/>
                <a:ext cx="304800" cy="24765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prstClr val="black"/>
                </a:solidFill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10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2.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12F1758-EDCB-BF59-3073-BE2E55B5A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635" y="857250"/>
              <a:ext cx="2378710" cy="879475"/>
              <a:chOff x="6116" y="177"/>
              <a:chExt cx="3746" cy="1385"/>
            </a:xfrm>
          </p:grpSpPr>
          <p:pic>
            <p:nvPicPr>
              <p:cNvPr id="46" name="Picture 45">
                <a:extLst>
                  <a:ext uri="{FF2B5EF4-FFF2-40B4-BE49-F238E27FC236}">
                    <a16:creationId xmlns:a16="http://schemas.microsoft.com/office/drawing/2014/main" id="{7D5BD645-0BF1-A3F3-4259-869A3CD1C2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16" y="177"/>
                <a:ext cx="3625" cy="13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" name="Text Box 241">
                <a:extLst>
                  <a:ext uri="{FF2B5EF4-FFF2-40B4-BE49-F238E27FC236}">
                    <a16:creationId xmlns:a16="http://schemas.microsoft.com/office/drawing/2014/main" id="{7949D389-BFA9-40AD-C1B3-5AAD7BBF37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6" y="177"/>
                <a:ext cx="3746" cy="138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marL="101600" marR="0">
                  <a:lnSpc>
                    <a:spcPct val="107000"/>
                  </a:lnSpc>
                  <a:spcBef>
                    <a:spcPts val="440"/>
                  </a:spcBef>
                  <a:spcAft>
                    <a:spcPts val="800"/>
                  </a:spcAft>
                </a:pPr>
                <a:r>
                  <a:rPr lang="en-PH" sz="1000" i="1" dirty="0">
                    <a:solidFill>
                      <a:srgbClr val="4F6128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How to search agent?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2733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Type the agent name in the search bar.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indent="-228600">
                  <a:lnSpc>
                    <a:spcPts val="975"/>
                  </a:lnSpc>
                  <a:spcBef>
                    <a:spcPts val="5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03200" algn="l"/>
                  </a:tabLst>
                </a:pP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‘enter’ in the keyboard to</a:t>
                </a:r>
                <a:r>
                  <a:rPr lang="en-US" sz="800" spc="-4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search.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29565" marR="0" indent="-228600">
                  <a:lnSpc>
                    <a:spcPts val="975"/>
                  </a:lnSpc>
                  <a:spcBef>
                    <a:spcPts val="0"/>
                  </a:spcBef>
                  <a:spcAft>
                    <a:spcPts val="0"/>
                  </a:spcAft>
                  <a:buFont typeface="+mj-lt"/>
                  <a:buAutoNum type="arabicPeriod"/>
                  <a:tabLst>
                    <a:tab pos="203200" algn="l"/>
                  </a:tabLst>
                </a:pPr>
                <a:r>
                  <a:rPr lang="en-PH" sz="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Click the button before the agent code to select the agent. </a:t>
                </a:r>
                <a:endPara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AC45113-2420-D193-08FF-91DC3F20A355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Agent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B3FC1425-B657-C209-BD82-9DBA6E5B76BE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637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6">
            <a:extLst>
              <a:ext uri="{FF2B5EF4-FFF2-40B4-BE49-F238E27FC236}">
                <a16:creationId xmlns:a16="http://schemas.microsoft.com/office/drawing/2014/main" id="{54861942-378E-F979-6642-00E02D67C1A4}"/>
              </a:ext>
            </a:extLst>
          </p:cNvPr>
          <p:cNvSpPr txBox="1"/>
          <p:nvPr/>
        </p:nvSpPr>
        <p:spPr>
          <a:xfrm>
            <a:off x="0" y="-11307"/>
            <a:ext cx="5106907" cy="653359"/>
          </a:xfrm>
          <a:prstGeom prst="rect">
            <a:avLst/>
          </a:prstGeom>
          <a:solidFill>
            <a:srgbClr val="00863D"/>
          </a:solidFill>
          <a:ln w="6350">
            <a:noFill/>
          </a:ln>
          <a:effectLst>
            <a:outerShdw blurRad="50800" dist="38100" dir="2700000" sx="73000" sy="73000" algn="tl" rotWithShape="0">
              <a:prstClr val="black">
                <a:alpha val="5000"/>
              </a:prstClr>
            </a:outerShdw>
          </a:effectLst>
        </p:spPr>
        <p:txBody>
          <a:bodyPr rot="0" spcFirstLastPara="0" vert="horz" wrap="square" lIns="91440" tIns="91440" rIns="9144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400" dirty="0">
              <a:solidFill>
                <a:srgbClr val="007434"/>
              </a:solidFill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B5C160F-C04C-EA95-C39F-2B967C6B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479" y="6391410"/>
            <a:ext cx="1047454" cy="267619"/>
          </a:xfrm>
          <a:prstGeom prst="rect">
            <a:avLst/>
          </a:prstGeom>
          <a:effectLst/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7777D04-D73F-74AB-C30B-7D3C9397264F}"/>
              </a:ext>
            </a:extLst>
          </p:cNvPr>
          <p:cNvSpPr txBox="1"/>
          <p:nvPr/>
        </p:nvSpPr>
        <p:spPr>
          <a:xfrm>
            <a:off x="805109" y="2693519"/>
            <a:ext cx="3852819" cy="337392"/>
          </a:xfrm>
          <a:prstGeom prst="rect">
            <a:avLst/>
          </a:prstGeom>
          <a:solidFill>
            <a:srgbClr val="00B050"/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Other Buttons</a:t>
            </a:r>
            <a:endParaRPr lang="en-US" sz="2000" dirty="0">
              <a:solidFill>
                <a:srgbClr val="007434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EA8BDC-23E5-5933-CBA1-0E8513117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604" y="2261723"/>
            <a:ext cx="4734586" cy="181731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E8EF46-E607-6F3C-15CE-8A2B9C9036C9}"/>
              </a:ext>
            </a:extLst>
          </p:cNvPr>
          <p:cNvSpPr txBox="1"/>
          <p:nvPr/>
        </p:nvSpPr>
        <p:spPr>
          <a:xfrm>
            <a:off x="805110" y="123167"/>
            <a:ext cx="4045186" cy="707886"/>
          </a:xfrm>
          <a:prstGeom prst="rect">
            <a:avLst/>
          </a:prstGeom>
          <a:noFill/>
          <a:effectLst>
            <a:glow rad="228600">
              <a:schemeClr val="accent6">
                <a:lumMod val="20000"/>
                <a:lumOff val="80000"/>
                <a:alpha val="40000"/>
              </a:schemeClr>
            </a:glow>
            <a:outerShdw blurRad="50800" dist="38100" dir="2700000" algn="tl" rotWithShape="0">
              <a:srgbClr val="00863D">
                <a:alpha val="10000"/>
              </a:srgb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Masterfile 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/ Agent Ledger</a:t>
            </a:r>
            <a:r>
              <a:rPr lang="en-US" sz="2000" dirty="0">
                <a:solidFill>
                  <a:schemeClr val="accent6">
                    <a:lumMod val="20000"/>
                    <a:lumOff val="80000"/>
                  </a:schemeClr>
                </a:solidFill>
                <a:latin typeface="Bahnschrift Condensed" panose="020B0502040204020203" pitchFamily="34" charset="0"/>
              </a:rPr>
              <a:t> </a:t>
            </a:r>
            <a:r>
              <a:rPr lang="en-US" sz="1900" dirty="0">
                <a:solidFill>
                  <a:schemeClr val="accent6">
                    <a:lumMod val="20000"/>
                    <a:lumOff val="80000"/>
                  </a:schemeClr>
                </a:solidFill>
                <a:latin typeface="+mj-lt"/>
              </a:rPr>
              <a:t>- Module</a:t>
            </a:r>
          </a:p>
          <a:p>
            <a:endParaRPr lang="en-US" sz="2000" dirty="0">
              <a:solidFill>
                <a:srgbClr val="007434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96A16FB9-84D8-C758-8389-B80D2417645C}"/>
              </a:ext>
            </a:extLst>
          </p:cNvPr>
          <p:cNvSpPr>
            <a:spLocks noGrp="1"/>
          </p:cNvSpPr>
          <p:nvPr/>
        </p:nvSpPr>
        <p:spPr>
          <a:xfrm>
            <a:off x="93608" y="6391410"/>
            <a:ext cx="5409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16086AB-602C-49A8-AF1B-7C398AACFC06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00863D"/>
                </a:solidFill>
                <a:effectLst/>
                <a:uLnTx/>
                <a:uFillTx/>
                <a:latin typeface="Animosa Extra Bold" panose="00000900000000000000" pitchFamily="50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863D"/>
              </a:solidFill>
              <a:effectLst/>
              <a:uLnTx/>
              <a:uFillTx/>
              <a:latin typeface="Animosa Extra Bold" panose="00000900000000000000" pitchFamily="50" charset="0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708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507</Words>
  <Application>Microsoft Office PowerPoint</Application>
  <PresentationFormat>Widescreen</PresentationFormat>
  <Paragraphs>122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Animosa Extra Bold</vt:lpstr>
      <vt:lpstr>Arial</vt:lpstr>
      <vt:lpstr>Bahnschrift Condensed</vt:lpstr>
      <vt:lpstr>Bodoni MT Condensed</vt:lpstr>
      <vt:lpstr>Calibri</vt:lpstr>
      <vt:lpstr>Calibri Light</vt:lpstr>
      <vt:lpstr>Century Gothic</vt:lpstr>
      <vt:lpstr>Chivo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Janine Calawod</dc:creator>
  <cp:lastModifiedBy>Janine Calawod</cp:lastModifiedBy>
  <cp:revision>5</cp:revision>
  <dcterms:created xsi:type="dcterms:W3CDTF">2023-01-10T03:27:14Z</dcterms:created>
  <dcterms:modified xsi:type="dcterms:W3CDTF">2023-01-10T03:30:32Z</dcterms:modified>
</cp:coreProperties>
</file>