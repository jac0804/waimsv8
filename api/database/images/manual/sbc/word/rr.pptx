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358" r:id="rId3"/>
    <p:sldId id="359" r:id="rId4"/>
    <p:sldId id="360" r:id="rId5"/>
    <p:sldId id="361" r:id="rId6"/>
    <p:sldId id="370" r:id="rId7"/>
    <p:sldId id="371" r:id="rId8"/>
    <p:sldId id="366" r:id="rId9"/>
    <p:sldId id="372" r:id="rId10"/>
    <p:sldId id="368" r:id="rId11"/>
    <p:sldId id="3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F2E9C-7351-218A-D565-56A0D7A1BB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61410381-7373-A459-D3ED-5EF26C405E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B5EDD76B-0338-7FE9-D307-1E61E2D64C09}"/>
              </a:ext>
            </a:extLst>
          </p:cNvPr>
          <p:cNvSpPr>
            <a:spLocks noGrp="1"/>
          </p:cNvSpPr>
          <p:nvPr>
            <p:ph type="dt" sz="half" idx="10"/>
          </p:nvPr>
        </p:nvSpPr>
        <p:spPr/>
        <p:txBody>
          <a:bodyPr/>
          <a:lstStyle/>
          <a:p>
            <a:fld id="{B7DF9EB6-8B2C-43EA-9EDC-4BA17CD59474}" type="datetimeFigureOut">
              <a:rPr lang="en-PH" smtClean="0"/>
              <a:t>01/03/2023</a:t>
            </a:fld>
            <a:endParaRPr lang="en-PH"/>
          </a:p>
        </p:txBody>
      </p:sp>
      <p:sp>
        <p:nvSpPr>
          <p:cNvPr id="5" name="Footer Placeholder 4">
            <a:extLst>
              <a:ext uri="{FF2B5EF4-FFF2-40B4-BE49-F238E27FC236}">
                <a16:creationId xmlns:a16="http://schemas.microsoft.com/office/drawing/2014/main" id="{77AA1CAD-440F-FA48-EA4F-0B2569417E3D}"/>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8972C5A4-057A-5FB4-E08E-7036EB12ACA7}"/>
              </a:ext>
            </a:extLst>
          </p:cNvPr>
          <p:cNvSpPr>
            <a:spLocks noGrp="1"/>
          </p:cNvSpPr>
          <p:nvPr>
            <p:ph type="sldNum" sz="quarter" idx="12"/>
          </p:nvPr>
        </p:nvSpPr>
        <p:spPr/>
        <p:txBody>
          <a:bodyPr/>
          <a:lstStyle/>
          <a:p>
            <a:fld id="{A30F61B8-46D5-47C9-AB21-8F9899184D4C}" type="slidenum">
              <a:rPr lang="en-PH" smtClean="0"/>
              <a:t>‹#›</a:t>
            </a:fld>
            <a:endParaRPr lang="en-PH"/>
          </a:p>
        </p:txBody>
      </p:sp>
    </p:spTree>
    <p:extLst>
      <p:ext uri="{BB962C8B-B14F-4D97-AF65-F5344CB8AC3E}">
        <p14:creationId xmlns:p14="http://schemas.microsoft.com/office/powerpoint/2010/main" val="2096973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CE3F9-B750-A88B-FFB5-941F69FC1007}"/>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8B959A7B-0353-F2B4-36F7-2FE165367C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487C81B6-8E37-2EB9-11B6-16E5BA266E4A}"/>
              </a:ext>
            </a:extLst>
          </p:cNvPr>
          <p:cNvSpPr>
            <a:spLocks noGrp="1"/>
          </p:cNvSpPr>
          <p:nvPr>
            <p:ph type="dt" sz="half" idx="10"/>
          </p:nvPr>
        </p:nvSpPr>
        <p:spPr/>
        <p:txBody>
          <a:bodyPr/>
          <a:lstStyle/>
          <a:p>
            <a:fld id="{B7DF9EB6-8B2C-43EA-9EDC-4BA17CD59474}" type="datetimeFigureOut">
              <a:rPr lang="en-PH" smtClean="0"/>
              <a:t>01/03/2023</a:t>
            </a:fld>
            <a:endParaRPr lang="en-PH"/>
          </a:p>
        </p:txBody>
      </p:sp>
      <p:sp>
        <p:nvSpPr>
          <p:cNvPr id="5" name="Footer Placeholder 4">
            <a:extLst>
              <a:ext uri="{FF2B5EF4-FFF2-40B4-BE49-F238E27FC236}">
                <a16:creationId xmlns:a16="http://schemas.microsoft.com/office/drawing/2014/main" id="{F2A712B8-E236-4BCA-6F67-250DEAA81574}"/>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18173257-E30C-FBCE-E4CA-E1FBB3D13F0C}"/>
              </a:ext>
            </a:extLst>
          </p:cNvPr>
          <p:cNvSpPr>
            <a:spLocks noGrp="1"/>
          </p:cNvSpPr>
          <p:nvPr>
            <p:ph type="sldNum" sz="quarter" idx="12"/>
          </p:nvPr>
        </p:nvSpPr>
        <p:spPr/>
        <p:txBody>
          <a:bodyPr/>
          <a:lstStyle/>
          <a:p>
            <a:fld id="{A30F61B8-46D5-47C9-AB21-8F9899184D4C}" type="slidenum">
              <a:rPr lang="en-PH" smtClean="0"/>
              <a:t>‹#›</a:t>
            </a:fld>
            <a:endParaRPr lang="en-PH"/>
          </a:p>
        </p:txBody>
      </p:sp>
    </p:spTree>
    <p:extLst>
      <p:ext uri="{BB962C8B-B14F-4D97-AF65-F5344CB8AC3E}">
        <p14:creationId xmlns:p14="http://schemas.microsoft.com/office/powerpoint/2010/main" val="1707942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248DE-177D-134A-C9C2-9073512D0A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99B21F79-75B9-9277-7FE7-7D29D1A63C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EC8B4E-75D6-8817-90A2-76F448E93BC9}"/>
              </a:ext>
            </a:extLst>
          </p:cNvPr>
          <p:cNvSpPr>
            <a:spLocks noGrp="1"/>
          </p:cNvSpPr>
          <p:nvPr>
            <p:ph type="dt" sz="half" idx="10"/>
          </p:nvPr>
        </p:nvSpPr>
        <p:spPr/>
        <p:txBody>
          <a:bodyPr/>
          <a:lstStyle/>
          <a:p>
            <a:fld id="{B7DF9EB6-8B2C-43EA-9EDC-4BA17CD59474}" type="datetimeFigureOut">
              <a:rPr lang="en-PH" smtClean="0"/>
              <a:t>01/03/2023</a:t>
            </a:fld>
            <a:endParaRPr lang="en-PH"/>
          </a:p>
        </p:txBody>
      </p:sp>
      <p:sp>
        <p:nvSpPr>
          <p:cNvPr id="5" name="Footer Placeholder 4">
            <a:extLst>
              <a:ext uri="{FF2B5EF4-FFF2-40B4-BE49-F238E27FC236}">
                <a16:creationId xmlns:a16="http://schemas.microsoft.com/office/drawing/2014/main" id="{264CEA34-A14D-AD72-2BE1-B5DF4A70115F}"/>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177EA225-7C9B-7AF7-9AED-FB944AC10B15}"/>
              </a:ext>
            </a:extLst>
          </p:cNvPr>
          <p:cNvSpPr>
            <a:spLocks noGrp="1"/>
          </p:cNvSpPr>
          <p:nvPr>
            <p:ph type="sldNum" sz="quarter" idx="12"/>
          </p:nvPr>
        </p:nvSpPr>
        <p:spPr/>
        <p:txBody>
          <a:bodyPr/>
          <a:lstStyle/>
          <a:p>
            <a:fld id="{A30F61B8-46D5-47C9-AB21-8F9899184D4C}" type="slidenum">
              <a:rPr lang="en-PH" smtClean="0"/>
              <a:t>‹#›</a:t>
            </a:fld>
            <a:endParaRPr lang="en-PH"/>
          </a:p>
        </p:txBody>
      </p:sp>
    </p:spTree>
    <p:extLst>
      <p:ext uri="{BB962C8B-B14F-4D97-AF65-F5344CB8AC3E}">
        <p14:creationId xmlns:p14="http://schemas.microsoft.com/office/powerpoint/2010/main" val="1687492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30836-35A3-DD09-C8EC-1375DA1A2E2E}"/>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FB6E9A8B-57B4-0B0A-D8C7-684C721723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322EF707-17B6-D522-A123-42347B38E70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2DD62E73-8AD2-90E7-CAB7-EF81E1A24394}"/>
              </a:ext>
            </a:extLst>
          </p:cNvPr>
          <p:cNvSpPr>
            <a:spLocks noGrp="1"/>
          </p:cNvSpPr>
          <p:nvPr>
            <p:ph type="dt" sz="half" idx="10"/>
          </p:nvPr>
        </p:nvSpPr>
        <p:spPr/>
        <p:txBody>
          <a:bodyPr/>
          <a:lstStyle/>
          <a:p>
            <a:fld id="{B7DF9EB6-8B2C-43EA-9EDC-4BA17CD59474}" type="datetimeFigureOut">
              <a:rPr lang="en-PH" smtClean="0"/>
              <a:t>01/03/2023</a:t>
            </a:fld>
            <a:endParaRPr lang="en-PH"/>
          </a:p>
        </p:txBody>
      </p:sp>
      <p:sp>
        <p:nvSpPr>
          <p:cNvPr id="6" name="Footer Placeholder 5">
            <a:extLst>
              <a:ext uri="{FF2B5EF4-FFF2-40B4-BE49-F238E27FC236}">
                <a16:creationId xmlns:a16="http://schemas.microsoft.com/office/drawing/2014/main" id="{58644B1C-E34B-A555-6573-65C7E6DF0FB8}"/>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3F7E7C21-3D24-C826-B9A5-7DA7E505FC7C}"/>
              </a:ext>
            </a:extLst>
          </p:cNvPr>
          <p:cNvSpPr>
            <a:spLocks noGrp="1"/>
          </p:cNvSpPr>
          <p:nvPr>
            <p:ph type="sldNum" sz="quarter" idx="12"/>
          </p:nvPr>
        </p:nvSpPr>
        <p:spPr/>
        <p:txBody>
          <a:bodyPr/>
          <a:lstStyle/>
          <a:p>
            <a:fld id="{A30F61B8-46D5-47C9-AB21-8F9899184D4C}" type="slidenum">
              <a:rPr lang="en-PH" smtClean="0"/>
              <a:t>‹#›</a:t>
            </a:fld>
            <a:endParaRPr lang="en-PH"/>
          </a:p>
        </p:txBody>
      </p:sp>
    </p:spTree>
    <p:extLst>
      <p:ext uri="{BB962C8B-B14F-4D97-AF65-F5344CB8AC3E}">
        <p14:creationId xmlns:p14="http://schemas.microsoft.com/office/powerpoint/2010/main" val="18843178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C4FDB-9A97-3FD4-1085-C7D26ED912B0}"/>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EE0B2D7B-42F1-6B41-E08B-54513DB4D0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9EE572-7B7B-B39C-4DCA-836F9D81D4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9033B055-FF7A-D5C2-E3F0-5416029389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BB96D9-C76F-F7F6-7389-33CD6818D3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F34261F9-3D31-A9EF-5E3B-493DC4FD30C4}"/>
              </a:ext>
            </a:extLst>
          </p:cNvPr>
          <p:cNvSpPr>
            <a:spLocks noGrp="1"/>
          </p:cNvSpPr>
          <p:nvPr>
            <p:ph type="dt" sz="half" idx="10"/>
          </p:nvPr>
        </p:nvSpPr>
        <p:spPr/>
        <p:txBody>
          <a:bodyPr/>
          <a:lstStyle/>
          <a:p>
            <a:fld id="{B7DF9EB6-8B2C-43EA-9EDC-4BA17CD59474}" type="datetimeFigureOut">
              <a:rPr lang="en-PH" smtClean="0"/>
              <a:t>01/03/2023</a:t>
            </a:fld>
            <a:endParaRPr lang="en-PH"/>
          </a:p>
        </p:txBody>
      </p:sp>
      <p:sp>
        <p:nvSpPr>
          <p:cNvPr id="8" name="Footer Placeholder 7">
            <a:extLst>
              <a:ext uri="{FF2B5EF4-FFF2-40B4-BE49-F238E27FC236}">
                <a16:creationId xmlns:a16="http://schemas.microsoft.com/office/drawing/2014/main" id="{6E031D1E-933E-078B-02F8-E224D35BE576}"/>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D3095F93-ADE6-9491-1738-2177E1D67342}"/>
              </a:ext>
            </a:extLst>
          </p:cNvPr>
          <p:cNvSpPr>
            <a:spLocks noGrp="1"/>
          </p:cNvSpPr>
          <p:nvPr>
            <p:ph type="sldNum" sz="quarter" idx="12"/>
          </p:nvPr>
        </p:nvSpPr>
        <p:spPr/>
        <p:txBody>
          <a:bodyPr/>
          <a:lstStyle/>
          <a:p>
            <a:fld id="{A30F61B8-46D5-47C9-AB21-8F9899184D4C}" type="slidenum">
              <a:rPr lang="en-PH" smtClean="0"/>
              <a:t>‹#›</a:t>
            </a:fld>
            <a:endParaRPr lang="en-PH"/>
          </a:p>
        </p:txBody>
      </p:sp>
    </p:spTree>
    <p:extLst>
      <p:ext uri="{BB962C8B-B14F-4D97-AF65-F5344CB8AC3E}">
        <p14:creationId xmlns:p14="http://schemas.microsoft.com/office/powerpoint/2010/main" val="3114489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D9345-B39A-DE0C-8716-94E46A7874C8}"/>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72136781-17F6-B5C4-812A-D847F8846C52}"/>
              </a:ext>
            </a:extLst>
          </p:cNvPr>
          <p:cNvSpPr>
            <a:spLocks noGrp="1"/>
          </p:cNvSpPr>
          <p:nvPr>
            <p:ph type="dt" sz="half" idx="10"/>
          </p:nvPr>
        </p:nvSpPr>
        <p:spPr/>
        <p:txBody>
          <a:bodyPr/>
          <a:lstStyle/>
          <a:p>
            <a:fld id="{B7DF9EB6-8B2C-43EA-9EDC-4BA17CD59474}" type="datetimeFigureOut">
              <a:rPr lang="en-PH" smtClean="0"/>
              <a:t>01/03/2023</a:t>
            </a:fld>
            <a:endParaRPr lang="en-PH"/>
          </a:p>
        </p:txBody>
      </p:sp>
      <p:sp>
        <p:nvSpPr>
          <p:cNvPr id="4" name="Footer Placeholder 3">
            <a:extLst>
              <a:ext uri="{FF2B5EF4-FFF2-40B4-BE49-F238E27FC236}">
                <a16:creationId xmlns:a16="http://schemas.microsoft.com/office/drawing/2014/main" id="{755A3C9F-13C4-B3E6-CF3F-FFA8F6476497}"/>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2556831A-E378-18A9-A5FC-78A985C45D00}"/>
              </a:ext>
            </a:extLst>
          </p:cNvPr>
          <p:cNvSpPr>
            <a:spLocks noGrp="1"/>
          </p:cNvSpPr>
          <p:nvPr>
            <p:ph type="sldNum" sz="quarter" idx="12"/>
          </p:nvPr>
        </p:nvSpPr>
        <p:spPr/>
        <p:txBody>
          <a:bodyPr/>
          <a:lstStyle/>
          <a:p>
            <a:fld id="{A30F61B8-46D5-47C9-AB21-8F9899184D4C}" type="slidenum">
              <a:rPr lang="en-PH" smtClean="0"/>
              <a:t>‹#›</a:t>
            </a:fld>
            <a:endParaRPr lang="en-PH"/>
          </a:p>
        </p:txBody>
      </p:sp>
    </p:spTree>
    <p:extLst>
      <p:ext uri="{BB962C8B-B14F-4D97-AF65-F5344CB8AC3E}">
        <p14:creationId xmlns:p14="http://schemas.microsoft.com/office/powerpoint/2010/main" val="525950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78E8FF-F1DB-9AB4-8471-91042AED7496}"/>
              </a:ext>
            </a:extLst>
          </p:cNvPr>
          <p:cNvSpPr>
            <a:spLocks noGrp="1"/>
          </p:cNvSpPr>
          <p:nvPr>
            <p:ph type="dt" sz="half" idx="10"/>
          </p:nvPr>
        </p:nvSpPr>
        <p:spPr/>
        <p:txBody>
          <a:bodyPr/>
          <a:lstStyle/>
          <a:p>
            <a:fld id="{B7DF9EB6-8B2C-43EA-9EDC-4BA17CD59474}" type="datetimeFigureOut">
              <a:rPr lang="en-PH" smtClean="0"/>
              <a:t>01/03/2023</a:t>
            </a:fld>
            <a:endParaRPr lang="en-PH"/>
          </a:p>
        </p:txBody>
      </p:sp>
      <p:sp>
        <p:nvSpPr>
          <p:cNvPr id="3" name="Footer Placeholder 2">
            <a:extLst>
              <a:ext uri="{FF2B5EF4-FFF2-40B4-BE49-F238E27FC236}">
                <a16:creationId xmlns:a16="http://schemas.microsoft.com/office/drawing/2014/main" id="{6C1FA28A-1BEE-0836-E8C9-CB9D371F0350}"/>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97308D32-9A48-FC2B-DB51-FD461CD8ACFA}"/>
              </a:ext>
            </a:extLst>
          </p:cNvPr>
          <p:cNvSpPr>
            <a:spLocks noGrp="1"/>
          </p:cNvSpPr>
          <p:nvPr>
            <p:ph type="sldNum" sz="quarter" idx="12"/>
          </p:nvPr>
        </p:nvSpPr>
        <p:spPr/>
        <p:txBody>
          <a:bodyPr/>
          <a:lstStyle/>
          <a:p>
            <a:fld id="{A30F61B8-46D5-47C9-AB21-8F9899184D4C}" type="slidenum">
              <a:rPr lang="en-PH" smtClean="0"/>
              <a:t>‹#›</a:t>
            </a:fld>
            <a:endParaRPr lang="en-PH"/>
          </a:p>
        </p:txBody>
      </p:sp>
    </p:spTree>
    <p:extLst>
      <p:ext uri="{BB962C8B-B14F-4D97-AF65-F5344CB8AC3E}">
        <p14:creationId xmlns:p14="http://schemas.microsoft.com/office/powerpoint/2010/main" val="3111844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DF670-404C-1B1B-5ECA-C6D637DF2F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C0F03CD4-EC50-D0F6-A7D0-70A70F4897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C3BE3B1E-5234-8DEA-53E7-E939B10B58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91693A-B78C-971C-AE89-5A1761ACE115}"/>
              </a:ext>
            </a:extLst>
          </p:cNvPr>
          <p:cNvSpPr>
            <a:spLocks noGrp="1"/>
          </p:cNvSpPr>
          <p:nvPr>
            <p:ph type="dt" sz="half" idx="10"/>
          </p:nvPr>
        </p:nvSpPr>
        <p:spPr/>
        <p:txBody>
          <a:bodyPr/>
          <a:lstStyle/>
          <a:p>
            <a:fld id="{B7DF9EB6-8B2C-43EA-9EDC-4BA17CD59474}" type="datetimeFigureOut">
              <a:rPr lang="en-PH" smtClean="0"/>
              <a:t>01/03/2023</a:t>
            </a:fld>
            <a:endParaRPr lang="en-PH"/>
          </a:p>
        </p:txBody>
      </p:sp>
      <p:sp>
        <p:nvSpPr>
          <p:cNvPr id="6" name="Footer Placeholder 5">
            <a:extLst>
              <a:ext uri="{FF2B5EF4-FFF2-40B4-BE49-F238E27FC236}">
                <a16:creationId xmlns:a16="http://schemas.microsoft.com/office/drawing/2014/main" id="{B38D0C2F-AF5E-A726-5A28-06951FF4233B}"/>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46B96664-5ACE-57CE-B4DD-ABE8C091C9D1}"/>
              </a:ext>
            </a:extLst>
          </p:cNvPr>
          <p:cNvSpPr>
            <a:spLocks noGrp="1"/>
          </p:cNvSpPr>
          <p:nvPr>
            <p:ph type="sldNum" sz="quarter" idx="12"/>
          </p:nvPr>
        </p:nvSpPr>
        <p:spPr/>
        <p:txBody>
          <a:bodyPr/>
          <a:lstStyle/>
          <a:p>
            <a:fld id="{A30F61B8-46D5-47C9-AB21-8F9899184D4C}" type="slidenum">
              <a:rPr lang="en-PH" smtClean="0"/>
              <a:t>‹#›</a:t>
            </a:fld>
            <a:endParaRPr lang="en-PH"/>
          </a:p>
        </p:txBody>
      </p:sp>
    </p:spTree>
    <p:extLst>
      <p:ext uri="{BB962C8B-B14F-4D97-AF65-F5344CB8AC3E}">
        <p14:creationId xmlns:p14="http://schemas.microsoft.com/office/powerpoint/2010/main" val="3505688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95A0F-4726-5893-6D40-45901BDAD9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01E6AA94-7BC5-BFDE-931A-55574483E5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33457505-A8CC-EDFF-A199-0043A9D271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FA13C7-1972-5710-33F4-DA6FBA43E4D2}"/>
              </a:ext>
            </a:extLst>
          </p:cNvPr>
          <p:cNvSpPr>
            <a:spLocks noGrp="1"/>
          </p:cNvSpPr>
          <p:nvPr>
            <p:ph type="dt" sz="half" idx="10"/>
          </p:nvPr>
        </p:nvSpPr>
        <p:spPr/>
        <p:txBody>
          <a:bodyPr/>
          <a:lstStyle/>
          <a:p>
            <a:fld id="{B7DF9EB6-8B2C-43EA-9EDC-4BA17CD59474}" type="datetimeFigureOut">
              <a:rPr lang="en-PH" smtClean="0"/>
              <a:t>01/03/2023</a:t>
            </a:fld>
            <a:endParaRPr lang="en-PH"/>
          </a:p>
        </p:txBody>
      </p:sp>
      <p:sp>
        <p:nvSpPr>
          <p:cNvPr id="6" name="Footer Placeholder 5">
            <a:extLst>
              <a:ext uri="{FF2B5EF4-FFF2-40B4-BE49-F238E27FC236}">
                <a16:creationId xmlns:a16="http://schemas.microsoft.com/office/drawing/2014/main" id="{127AAF68-1B41-9BB7-48F3-B50E7040C5A9}"/>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0FA8CBB3-5E61-697A-FB67-88715836FA72}"/>
              </a:ext>
            </a:extLst>
          </p:cNvPr>
          <p:cNvSpPr>
            <a:spLocks noGrp="1"/>
          </p:cNvSpPr>
          <p:nvPr>
            <p:ph type="sldNum" sz="quarter" idx="12"/>
          </p:nvPr>
        </p:nvSpPr>
        <p:spPr/>
        <p:txBody>
          <a:bodyPr/>
          <a:lstStyle/>
          <a:p>
            <a:fld id="{A30F61B8-46D5-47C9-AB21-8F9899184D4C}" type="slidenum">
              <a:rPr lang="en-PH" smtClean="0"/>
              <a:t>‹#›</a:t>
            </a:fld>
            <a:endParaRPr lang="en-PH"/>
          </a:p>
        </p:txBody>
      </p:sp>
    </p:spTree>
    <p:extLst>
      <p:ext uri="{BB962C8B-B14F-4D97-AF65-F5344CB8AC3E}">
        <p14:creationId xmlns:p14="http://schemas.microsoft.com/office/powerpoint/2010/main" val="3014466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79160-5C13-7E2B-B10B-3BF3CD45483E}"/>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0B4A1A51-2283-A612-94F3-B427731E7F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55D7B630-44FE-F256-BE14-3EAF69C32CBA}"/>
              </a:ext>
            </a:extLst>
          </p:cNvPr>
          <p:cNvSpPr>
            <a:spLocks noGrp="1"/>
          </p:cNvSpPr>
          <p:nvPr>
            <p:ph type="dt" sz="half" idx="10"/>
          </p:nvPr>
        </p:nvSpPr>
        <p:spPr/>
        <p:txBody>
          <a:bodyPr/>
          <a:lstStyle/>
          <a:p>
            <a:fld id="{B7DF9EB6-8B2C-43EA-9EDC-4BA17CD59474}" type="datetimeFigureOut">
              <a:rPr lang="en-PH" smtClean="0"/>
              <a:t>01/03/2023</a:t>
            </a:fld>
            <a:endParaRPr lang="en-PH"/>
          </a:p>
        </p:txBody>
      </p:sp>
      <p:sp>
        <p:nvSpPr>
          <p:cNvPr id="5" name="Footer Placeholder 4">
            <a:extLst>
              <a:ext uri="{FF2B5EF4-FFF2-40B4-BE49-F238E27FC236}">
                <a16:creationId xmlns:a16="http://schemas.microsoft.com/office/drawing/2014/main" id="{996F94B0-F6D3-B293-0283-4DB4948874DF}"/>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C31702A5-7937-FA0A-F985-16C745DCD51A}"/>
              </a:ext>
            </a:extLst>
          </p:cNvPr>
          <p:cNvSpPr>
            <a:spLocks noGrp="1"/>
          </p:cNvSpPr>
          <p:nvPr>
            <p:ph type="sldNum" sz="quarter" idx="12"/>
          </p:nvPr>
        </p:nvSpPr>
        <p:spPr/>
        <p:txBody>
          <a:bodyPr/>
          <a:lstStyle/>
          <a:p>
            <a:fld id="{A30F61B8-46D5-47C9-AB21-8F9899184D4C}" type="slidenum">
              <a:rPr lang="en-PH" smtClean="0"/>
              <a:t>‹#›</a:t>
            </a:fld>
            <a:endParaRPr lang="en-PH"/>
          </a:p>
        </p:txBody>
      </p:sp>
    </p:spTree>
    <p:extLst>
      <p:ext uri="{BB962C8B-B14F-4D97-AF65-F5344CB8AC3E}">
        <p14:creationId xmlns:p14="http://schemas.microsoft.com/office/powerpoint/2010/main" val="423844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64964A-9A21-BED9-3522-6E23DAD7D57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8A9B55B6-ECF7-2613-3019-8EB0453C03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B0884FCD-C651-AE6D-7C1B-8205C97EC307}"/>
              </a:ext>
            </a:extLst>
          </p:cNvPr>
          <p:cNvSpPr>
            <a:spLocks noGrp="1"/>
          </p:cNvSpPr>
          <p:nvPr>
            <p:ph type="dt" sz="half" idx="10"/>
          </p:nvPr>
        </p:nvSpPr>
        <p:spPr/>
        <p:txBody>
          <a:bodyPr/>
          <a:lstStyle/>
          <a:p>
            <a:fld id="{B7DF9EB6-8B2C-43EA-9EDC-4BA17CD59474}" type="datetimeFigureOut">
              <a:rPr lang="en-PH" smtClean="0"/>
              <a:t>01/03/2023</a:t>
            </a:fld>
            <a:endParaRPr lang="en-PH"/>
          </a:p>
        </p:txBody>
      </p:sp>
      <p:sp>
        <p:nvSpPr>
          <p:cNvPr id="5" name="Footer Placeholder 4">
            <a:extLst>
              <a:ext uri="{FF2B5EF4-FFF2-40B4-BE49-F238E27FC236}">
                <a16:creationId xmlns:a16="http://schemas.microsoft.com/office/drawing/2014/main" id="{E2AEE9AE-3799-4B85-0E21-3242EFD056C1}"/>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9DD99787-A110-FA28-4570-B057D4E3BB77}"/>
              </a:ext>
            </a:extLst>
          </p:cNvPr>
          <p:cNvSpPr>
            <a:spLocks noGrp="1"/>
          </p:cNvSpPr>
          <p:nvPr>
            <p:ph type="sldNum" sz="quarter" idx="12"/>
          </p:nvPr>
        </p:nvSpPr>
        <p:spPr/>
        <p:txBody>
          <a:bodyPr/>
          <a:lstStyle/>
          <a:p>
            <a:fld id="{A30F61B8-46D5-47C9-AB21-8F9899184D4C}" type="slidenum">
              <a:rPr lang="en-PH" smtClean="0"/>
              <a:t>‹#›</a:t>
            </a:fld>
            <a:endParaRPr lang="en-PH"/>
          </a:p>
        </p:txBody>
      </p:sp>
    </p:spTree>
    <p:extLst>
      <p:ext uri="{BB962C8B-B14F-4D97-AF65-F5344CB8AC3E}">
        <p14:creationId xmlns:p14="http://schemas.microsoft.com/office/powerpoint/2010/main" val="1063158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A7985202-DB80-4E38-981B-9E768F0128DE}" type="datetime1">
              <a:rPr lang="en-US" smtClean="0"/>
              <a:t>1/3/2023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a:xfrm>
            <a:off x="118742" y="6356349"/>
            <a:ext cx="52451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42811401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8E3B57FB-8EBA-4CEB-8400-0FBF754C4A89}" type="datetime1">
              <a:rPr lang="en-US" smtClean="0"/>
              <a:t>1/3/2023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5717346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75301EDC-2D95-4B99-9AF2-4D5893ABC0BC}" type="datetime1">
              <a:rPr lang="en-US" smtClean="0"/>
              <a:t>1/3/2023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361652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1F14362F-197C-4249-AA84-4617F13E7F48}" type="datetime1">
              <a:rPr lang="en-US" smtClean="0"/>
              <a:t>1/3/2023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2960220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E19BA5C4-CF54-4D30-9180-178021B5E650}" type="datetime1">
              <a:rPr lang="en-US" smtClean="0"/>
              <a:t>1/3/2023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5546621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CB2F7353-7CB2-4606-8D3C-3E4241F2083B}" type="datetime1">
              <a:rPr lang="en-US" smtClean="0"/>
              <a:t>1/3/2023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0540493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96488557-CF54-4DD4-8822-DADB10651CD6}" type="datetime1">
              <a:rPr lang="en-US" smtClean="0"/>
              <a:t>1/3/2023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2863120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BC2894F6-7FC7-4D68-BFB5-665E8B311222}" type="datetime1">
              <a:rPr lang="en-US" smtClean="0"/>
              <a:t>1/3/2023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5305730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F28AA045-5CA4-4FBE-9355-66D1568E2751}" type="datetime1">
              <a:rPr lang="en-US" smtClean="0"/>
              <a:t>1/3/2023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9948180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1CC824F3-A0BB-4870-8991-5445373F853A}" type="datetime1">
              <a:rPr lang="en-US" smtClean="0"/>
              <a:t>1/3/2023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0239977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A5AC562B-2C25-42AD-B919-544C8495CFC2}" type="datetime1">
              <a:rPr lang="en-US" smtClean="0"/>
              <a:t>1/3/2023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681988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2C2FA6-590F-CFEF-9190-A98F3877A8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D35448F3-9903-1123-1F3D-87F9F565F4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B36969E9-0487-510E-9C4F-08C64645A4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DF9EB6-8B2C-43EA-9EDC-4BA17CD59474}" type="datetimeFigureOut">
              <a:rPr lang="en-PH" smtClean="0"/>
              <a:t>01/03/2023</a:t>
            </a:fld>
            <a:endParaRPr lang="en-PH"/>
          </a:p>
        </p:txBody>
      </p:sp>
      <p:sp>
        <p:nvSpPr>
          <p:cNvPr id="5" name="Footer Placeholder 4">
            <a:extLst>
              <a:ext uri="{FF2B5EF4-FFF2-40B4-BE49-F238E27FC236}">
                <a16:creationId xmlns:a16="http://schemas.microsoft.com/office/drawing/2014/main" id="{0A80D14E-DF84-9B85-38F6-D65558F792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C9B3A81C-6DF0-90C1-45F5-302330CA00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0F61B8-46D5-47C9-AB21-8F9899184D4C}" type="slidenum">
              <a:rPr lang="en-PH" smtClean="0"/>
              <a:t>‹#›</a:t>
            </a:fld>
            <a:endParaRPr lang="en-PH"/>
          </a:p>
        </p:txBody>
      </p:sp>
    </p:spTree>
    <p:extLst>
      <p:ext uri="{BB962C8B-B14F-4D97-AF65-F5344CB8AC3E}">
        <p14:creationId xmlns:p14="http://schemas.microsoft.com/office/powerpoint/2010/main" val="8434098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185160-1BEE-4BE9-B9A7-5775EC054AE2}" type="datetime1">
              <a:rPr lang="en-US" smtClean="0"/>
              <a:t>1/3/2023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33759694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7.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7.xml"/><Relationship Id="rId5" Type="http://schemas.openxmlformats.org/officeDocument/2006/relationships/image" Target="../media/image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7.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7.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7.xml"/><Relationship Id="rId5" Type="http://schemas.openxmlformats.org/officeDocument/2006/relationships/image" Target="../media/image17.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017646" y="2105561"/>
            <a:ext cx="10289512" cy="1323439"/>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Receiving Report</a:t>
            </a:r>
            <a:endParaRPr kumimoji="0" lang="en-US" sz="80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Is where receiving of items from supplier are transacted.</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ABBC2BCD-CB69-3D41-CA99-ABA789E2578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43779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Receiving Report</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375033"/>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Main Window</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4"/>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indent="0" algn="l" defTabSz="914400" rtl="0" eaLnBrk="1" fontAlgn="auto" latinLnBrk="0" hangingPunct="1">
              <a:lnSpc>
                <a:spcPct val="107000"/>
              </a:lnSpc>
              <a:spcBef>
                <a:spcPts val="190"/>
              </a:spcBef>
              <a:spcAft>
                <a:spcPts val="80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Receiving Report module under Purchases, Receiving Report transactions list will display based on filtered date and status in the receiving report main window.</a:t>
            </a:r>
            <a:r>
              <a:rPr kumimoji="0" lang="en-PH" sz="10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284343" y="4005530"/>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Receiving Report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13" name="Group 12">
            <a:extLst>
              <a:ext uri="{FF2B5EF4-FFF2-40B4-BE49-F238E27FC236}">
                <a16:creationId xmlns:a16="http://schemas.microsoft.com/office/drawing/2014/main" id="{2BB2F2EF-C10B-C2E7-92D8-0FC691798FC9}"/>
              </a:ext>
            </a:extLst>
          </p:cNvPr>
          <p:cNvGrpSpPr/>
          <p:nvPr/>
        </p:nvGrpSpPr>
        <p:grpSpPr>
          <a:xfrm>
            <a:off x="5374888" y="2026602"/>
            <a:ext cx="6022340" cy="1890395"/>
            <a:chOff x="3084830" y="2483802"/>
            <a:chExt cx="6022340" cy="1890395"/>
          </a:xfrm>
        </p:grpSpPr>
        <p:pic>
          <p:nvPicPr>
            <p:cNvPr id="9" name="Picture 8">
              <a:extLst>
                <a:ext uri="{FF2B5EF4-FFF2-40B4-BE49-F238E27FC236}">
                  <a16:creationId xmlns:a16="http://schemas.microsoft.com/office/drawing/2014/main" id="{A6CB3FF5-F9A5-CB41-E69B-3349115045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2930" y="2483802"/>
              <a:ext cx="5984240" cy="1868805"/>
            </a:xfrm>
            <a:prstGeom prst="rect">
              <a:avLst/>
            </a:prstGeom>
          </p:spPr>
        </p:pic>
        <p:sp>
          <p:nvSpPr>
            <p:cNvPr id="10" name="Rectangle 9">
              <a:extLst>
                <a:ext uri="{FF2B5EF4-FFF2-40B4-BE49-F238E27FC236}">
                  <a16:creationId xmlns:a16="http://schemas.microsoft.com/office/drawing/2014/main" id="{F18004E0-9A1A-AFE4-2288-F4A59C29D523}"/>
                </a:ext>
              </a:extLst>
            </p:cNvPr>
            <p:cNvSpPr/>
            <p:nvPr/>
          </p:nvSpPr>
          <p:spPr>
            <a:xfrm>
              <a:off x="3084830" y="3729672"/>
              <a:ext cx="990600" cy="1714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BC552671-65ED-7E1B-AC75-97C8D36B9BB8}"/>
                </a:ext>
              </a:extLst>
            </p:cNvPr>
            <p:cNvSpPr/>
            <p:nvPr/>
          </p:nvSpPr>
          <p:spPr>
            <a:xfrm>
              <a:off x="4393565" y="3151187"/>
              <a:ext cx="4551045" cy="122301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23FA76C3-E2F6-5DC0-0C3F-7CB8267E6B98}"/>
                </a:ext>
              </a:extLst>
            </p:cNvPr>
            <p:cNvCxnSpPr/>
            <p:nvPr/>
          </p:nvCxnSpPr>
          <p:spPr>
            <a:xfrm>
              <a:off x="4077335" y="3820477"/>
              <a:ext cx="257175" cy="190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3" name="Slide Number Placeholder 2">
            <a:extLst>
              <a:ext uri="{FF2B5EF4-FFF2-40B4-BE49-F238E27FC236}">
                <a16:creationId xmlns:a16="http://schemas.microsoft.com/office/drawing/2014/main" id="{8A77B91F-4A8F-0BA6-D9FB-55FDED93696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86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596630" y="965527"/>
            <a:ext cx="4061299"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Receiving Report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301919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Receiving Report – Main Window, you will notice a create button in the upper left of the window. Click the create button and you will be redirect in receiving report – main form.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list of supplier. Search and select a supplier.</a:t>
            </a: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79" name="Text Box 27">
            <a:extLst>
              <a:ext uri="{FF2B5EF4-FFF2-40B4-BE49-F238E27FC236}">
                <a16:creationId xmlns:a16="http://schemas.microsoft.com/office/drawing/2014/main" id="{C0041F90-1A0F-8769-2E1A-BA60672B2ED3}"/>
              </a:ext>
            </a:extLst>
          </p:cNvPr>
          <p:cNvSpPr txBox="1"/>
          <p:nvPr/>
        </p:nvSpPr>
        <p:spPr>
          <a:xfrm>
            <a:off x="678873" y="3706092"/>
            <a:ext cx="3902776" cy="166562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a supplier, you will be redirected in receiving report– main form where you will encode the other necessary information of the transaction and record the items’ to be receive from the supplier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8105C49A-5770-7EC0-9CE4-07917B9D64B6}"/>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Receiving Report</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42" name="Group 41">
            <a:extLst>
              <a:ext uri="{FF2B5EF4-FFF2-40B4-BE49-F238E27FC236}">
                <a16:creationId xmlns:a16="http://schemas.microsoft.com/office/drawing/2014/main" id="{703B708A-0EFE-DF52-A7B9-004AAE630B7A}"/>
              </a:ext>
            </a:extLst>
          </p:cNvPr>
          <p:cNvGrpSpPr/>
          <p:nvPr/>
        </p:nvGrpSpPr>
        <p:grpSpPr>
          <a:xfrm>
            <a:off x="5168513" y="960423"/>
            <a:ext cx="6189345" cy="831215"/>
            <a:chOff x="5168513" y="960423"/>
            <a:chExt cx="6189345" cy="831215"/>
          </a:xfrm>
        </p:grpSpPr>
        <p:pic>
          <p:nvPicPr>
            <p:cNvPr id="38" name="Picture 37">
              <a:extLst>
                <a:ext uri="{FF2B5EF4-FFF2-40B4-BE49-F238E27FC236}">
                  <a16:creationId xmlns:a16="http://schemas.microsoft.com/office/drawing/2014/main" id="{F3E7A167-FCD4-D2C1-CCCE-1CE42C799D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68513" y="960423"/>
              <a:ext cx="6189345" cy="831215"/>
            </a:xfrm>
            <a:prstGeom prst="rect">
              <a:avLst/>
            </a:prstGeom>
          </p:spPr>
        </p:pic>
        <p:grpSp>
          <p:nvGrpSpPr>
            <p:cNvPr id="37" name="Group 36">
              <a:extLst>
                <a:ext uri="{FF2B5EF4-FFF2-40B4-BE49-F238E27FC236}">
                  <a16:creationId xmlns:a16="http://schemas.microsoft.com/office/drawing/2014/main" id="{F0CBA4B8-FE60-879F-A50D-EFE3456D6BB9}"/>
                </a:ext>
              </a:extLst>
            </p:cNvPr>
            <p:cNvGrpSpPr/>
            <p:nvPr/>
          </p:nvGrpSpPr>
          <p:grpSpPr>
            <a:xfrm>
              <a:off x="5178038" y="1170608"/>
              <a:ext cx="1209675" cy="333375"/>
              <a:chOff x="0" y="0"/>
              <a:chExt cx="1209675" cy="333375"/>
            </a:xfrm>
          </p:grpSpPr>
          <p:sp>
            <p:nvSpPr>
              <p:cNvPr id="39" name="Rectangle 38">
                <a:extLst>
                  <a:ext uri="{FF2B5EF4-FFF2-40B4-BE49-F238E27FC236}">
                    <a16:creationId xmlns:a16="http://schemas.microsoft.com/office/drawing/2014/main" id="{87CCF5BE-7018-0302-D4E7-ABA17640CBA8}"/>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62633670-1FBD-4149-FAB1-66951CB3915E}"/>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355">
                <a:extLst>
                  <a:ext uri="{FF2B5EF4-FFF2-40B4-BE49-F238E27FC236}">
                    <a16:creationId xmlns:a16="http://schemas.microsoft.com/office/drawing/2014/main" id="{6AA2D00E-0A25-569D-331D-16D775C28166}"/>
                  </a:ext>
                </a:extLst>
              </p:cNvPr>
              <p:cNvSpPr txBox="1"/>
              <p:nvPr/>
            </p:nvSpPr>
            <p:spPr>
              <a:xfrm>
                <a:off x="1009650" y="2857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a:t>
                </a:r>
              </a:p>
            </p:txBody>
          </p:sp>
        </p:grpSp>
      </p:grpSp>
      <p:grpSp>
        <p:nvGrpSpPr>
          <p:cNvPr id="43" name="Group 42">
            <a:extLst>
              <a:ext uri="{FF2B5EF4-FFF2-40B4-BE49-F238E27FC236}">
                <a16:creationId xmlns:a16="http://schemas.microsoft.com/office/drawing/2014/main" id="{B6720CE1-F378-6FB1-1CF5-E9E0B10B1B51}"/>
              </a:ext>
            </a:extLst>
          </p:cNvPr>
          <p:cNvGrpSpPr/>
          <p:nvPr/>
        </p:nvGrpSpPr>
        <p:grpSpPr>
          <a:xfrm>
            <a:off x="5374888" y="2556081"/>
            <a:ext cx="5982970" cy="2540000"/>
            <a:chOff x="88710" y="50885"/>
            <a:chExt cx="6189345" cy="2967962"/>
          </a:xfrm>
        </p:grpSpPr>
        <p:pic>
          <p:nvPicPr>
            <p:cNvPr id="44" name="Picture 43">
              <a:extLst>
                <a:ext uri="{FF2B5EF4-FFF2-40B4-BE49-F238E27FC236}">
                  <a16:creationId xmlns:a16="http://schemas.microsoft.com/office/drawing/2014/main" id="{FFFFFD29-F431-1F6C-7D3B-7D70305529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10" y="50885"/>
              <a:ext cx="6189345" cy="2967962"/>
            </a:xfrm>
            <a:prstGeom prst="rect">
              <a:avLst/>
            </a:prstGeom>
          </p:spPr>
        </p:pic>
        <p:grpSp>
          <p:nvGrpSpPr>
            <p:cNvPr id="45" name="Group 44">
              <a:extLst>
                <a:ext uri="{FF2B5EF4-FFF2-40B4-BE49-F238E27FC236}">
                  <a16:creationId xmlns:a16="http://schemas.microsoft.com/office/drawing/2014/main" id="{79610E47-E572-DEE5-2653-0D4375DEEB50}"/>
                </a:ext>
              </a:extLst>
            </p:cNvPr>
            <p:cNvGrpSpPr/>
            <p:nvPr/>
          </p:nvGrpSpPr>
          <p:grpSpPr>
            <a:xfrm>
              <a:off x="621676" y="886644"/>
              <a:ext cx="5555407" cy="386931"/>
              <a:chOff x="-3997949" y="391344"/>
              <a:chExt cx="5555407" cy="386931"/>
            </a:xfrm>
          </p:grpSpPr>
          <p:sp>
            <p:nvSpPr>
              <p:cNvPr id="46" name="Rectangle 45">
                <a:extLst>
                  <a:ext uri="{FF2B5EF4-FFF2-40B4-BE49-F238E27FC236}">
                    <a16:creationId xmlns:a16="http://schemas.microsoft.com/office/drawing/2014/main" id="{DD6BA243-26DE-E663-1800-623D7ED86BA0}"/>
                  </a:ext>
                </a:extLst>
              </p:cNvPr>
              <p:cNvSpPr/>
              <p:nvPr/>
            </p:nvSpPr>
            <p:spPr>
              <a:xfrm>
                <a:off x="-3997949" y="391344"/>
                <a:ext cx="5145632" cy="3869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7" name="Straight Arrow Connector 46">
                <a:extLst>
                  <a:ext uri="{FF2B5EF4-FFF2-40B4-BE49-F238E27FC236}">
                    <a16:creationId xmlns:a16="http://schemas.microsoft.com/office/drawing/2014/main" id="{52FA2923-9926-CC7D-13C6-B8921DC497B2}"/>
                  </a:ext>
                </a:extLst>
              </p:cNvPr>
              <p:cNvCxnSpPr/>
              <p:nvPr/>
            </p:nvCxnSpPr>
            <p:spPr>
              <a:xfrm>
                <a:off x="1134763" y="461708"/>
                <a:ext cx="169311" cy="2453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8" name="Text Box 362">
                <a:extLst>
                  <a:ext uri="{FF2B5EF4-FFF2-40B4-BE49-F238E27FC236}">
                    <a16:creationId xmlns:a16="http://schemas.microsoft.com/office/drawing/2014/main" id="{33395FBB-9585-5AB6-8B9B-3A589FE5EE06}"/>
                  </a:ext>
                </a:extLst>
              </p:cNvPr>
              <p:cNvSpPr txBox="1"/>
              <p:nvPr/>
            </p:nvSpPr>
            <p:spPr>
              <a:xfrm>
                <a:off x="1319088" y="391512"/>
                <a:ext cx="238370" cy="33398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grpSp>
      <p:pic>
        <p:nvPicPr>
          <p:cNvPr id="49" name="Picture 48">
            <a:extLst>
              <a:ext uri="{FF2B5EF4-FFF2-40B4-BE49-F238E27FC236}">
                <a16:creationId xmlns:a16="http://schemas.microsoft.com/office/drawing/2014/main" id="{693359DA-0E35-C2AE-7680-F17A03960CEF}"/>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5" name="Slide Number Placeholder 4">
            <a:extLst>
              <a:ext uri="{FF2B5EF4-FFF2-40B4-BE49-F238E27FC236}">
                <a16:creationId xmlns:a16="http://schemas.microsoft.com/office/drawing/2014/main" id="{B808C4F7-A9F4-2B3C-71DB-3C5305EEF90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6315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498199" y="1379386"/>
            <a:ext cx="4179346" cy="349535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select the supplier, some details such as address, terms are automatically plotted in their respective field. If you wish to change the term, click the lookup button and select its respective term.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header, current date and default warehouse is also plotted automatically but if you wish to change the date – click the date picker and select its respective delivery date. And if you want to change the warehouse, click the lookup button and select the its respective warehouse.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header, add the necessary information if necessary.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4.4.</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done in header, click save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E858103-6840-CA4B-2419-073707E03DC9}"/>
              </a:ext>
            </a:extLst>
          </p:cNvPr>
          <p:cNvSpPr txBox="1"/>
          <p:nvPr/>
        </p:nvSpPr>
        <p:spPr>
          <a:xfrm>
            <a:off x="1147865" y="636020"/>
            <a:ext cx="4227024"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Receiving Report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Box 11">
            <a:extLst>
              <a:ext uri="{FF2B5EF4-FFF2-40B4-BE49-F238E27FC236}">
                <a16:creationId xmlns:a16="http://schemas.microsoft.com/office/drawing/2014/main" id="{CCF62645-F5FB-FDF7-E9C2-22E94170784A}"/>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Receiving Report</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39" name="Group 38">
            <a:extLst>
              <a:ext uri="{FF2B5EF4-FFF2-40B4-BE49-F238E27FC236}">
                <a16:creationId xmlns:a16="http://schemas.microsoft.com/office/drawing/2014/main" id="{B0752B2D-EC99-FB7C-631D-9A368E1A4FC4}"/>
              </a:ext>
            </a:extLst>
          </p:cNvPr>
          <p:cNvGrpSpPr/>
          <p:nvPr/>
        </p:nvGrpSpPr>
        <p:grpSpPr>
          <a:xfrm>
            <a:off x="5003441" y="1947759"/>
            <a:ext cx="6690360" cy="2846705"/>
            <a:chOff x="2750820" y="2005648"/>
            <a:chExt cx="6690360" cy="2846705"/>
          </a:xfrm>
        </p:grpSpPr>
        <p:pic>
          <p:nvPicPr>
            <p:cNvPr id="16" name="Picture 15">
              <a:extLst>
                <a:ext uri="{FF2B5EF4-FFF2-40B4-BE49-F238E27FC236}">
                  <a16:creationId xmlns:a16="http://schemas.microsoft.com/office/drawing/2014/main" id="{04405346-8FC7-24E7-F7B2-FC59004133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0125" y="2005648"/>
              <a:ext cx="5901055" cy="2701925"/>
            </a:xfrm>
            <a:prstGeom prst="rect">
              <a:avLst/>
            </a:prstGeom>
          </p:spPr>
        </p:pic>
        <p:sp>
          <p:nvSpPr>
            <p:cNvPr id="17" name="Rectangle 16">
              <a:extLst>
                <a:ext uri="{FF2B5EF4-FFF2-40B4-BE49-F238E27FC236}">
                  <a16:creationId xmlns:a16="http://schemas.microsoft.com/office/drawing/2014/main" id="{4F3D530F-5733-E3B5-018E-99813238489B}"/>
                </a:ext>
              </a:extLst>
            </p:cNvPr>
            <p:cNvSpPr/>
            <p:nvPr/>
          </p:nvSpPr>
          <p:spPr>
            <a:xfrm>
              <a:off x="3563620" y="2661603"/>
              <a:ext cx="5822950" cy="88328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22C88073-161F-10D2-5914-E5309154E2C7}"/>
                </a:ext>
              </a:extLst>
            </p:cNvPr>
            <p:cNvSpPr/>
            <p:nvPr/>
          </p:nvSpPr>
          <p:spPr>
            <a:xfrm>
              <a:off x="3593465" y="3861753"/>
              <a:ext cx="5822950" cy="99060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ext Box 406">
              <a:extLst>
                <a:ext uri="{FF2B5EF4-FFF2-40B4-BE49-F238E27FC236}">
                  <a16:creationId xmlns:a16="http://schemas.microsoft.com/office/drawing/2014/main" id="{59A46AB5-C325-A9CC-0A23-FB8FD3178934}"/>
                </a:ext>
              </a:extLst>
            </p:cNvPr>
            <p:cNvSpPr txBox="1"/>
            <p:nvPr/>
          </p:nvSpPr>
          <p:spPr>
            <a:xfrm>
              <a:off x="2750820" y="2565083"/>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sp>
          <p:nvSpPr>
            <p:cNvPr id="21" name="Text Box 420">
              <a:extLst>
                <a:ext uri="{FF2B5EF4-FFF2-40B4-BE49-F238E27FC236}">
                  <a16:creationId xmlns:a16="http://schemas.microsoft.com/office/drawing/2014/main" id="{920FAB86-CE62-D288-91FF-01DA7B37422F}"/>
                </a:ext>
              </a:extLst>
            </p:cNvPr>
            <p:cNvSpPr txBox="1"/>
            <p:nvPr/>
          </p:nvSpPr>
          <p:spPr>
            <a:xfrm>
              <a:off x="8171815" y="3139123"/>
              <a:ext cx="96139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4.1 to 4.3</a:t>
              </a:r>
            </a:p>
          </p:txBody>
        </p:sp>
        <p:sp>
          <p:nvSpPr>
            <p:cNvPr id="22" name="Rectangle 21">
              <a:extLst>
                <a:ext uri="{FF2B5EF4-FFF2-40B4-BE49-F238E27FC236}">
                  <a16:creationId xmlns:a16="http://schemas.microsoft.com/office/drawing/2014/main" id="{BCEFA7C4-76A3-587C-5D33-CC3379449426}"/>
                </a:ext>
              </a:extLst>
            </p:cNvPr>
            <p:cNvSpPr/>
            <p:nvPr/>
          </p:nvSpPr>
          <p:spPr>
            <a:xfrm>
              <a:off x="7802880" y="2433638"/>
              <a:ext cx="675005" cy="2171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4" name="Straight Arrow Connector 23">
              <a:extLst>
                <a:ext uri="{FF2B5EF4-FFF2-40B4-BE49-F238E27FC236}">
                  <a16:creationId xmlns:a16="http://schemas.microsoft.com/office/drawing/2014/main" id="{7B7CACF6-51A3-5858-0A90-0B821A790A3E}"/>
                </a:ext>
              </a:extLst>
            </p:cNvPr>
            <p:cNvCxnSpPr/>
            <p:nvPr/>
          </p:nvCxnSpPr>
          <p:spPr>
            <a:xfrm>
              <a:off x="8455025" y="2443163"/>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Text Box 388">
              <a:extLst>
                <a:ext uri="{FF2B5EF4-FFF2-40B4-BE49-F238E27FC236}">
                  <a16:creationId xmlns:a16="http://schemas.microsoft.com/office/drawing/2014/main" id="{EC3E5F77-4504-7F57-EFFE-2401AEF2A977}"/>
                </a:ext>
              </a:extLst>
            </p:cNvPr>
            <p:cNvSpPr txBox="1"/>
            <p:nvPr/>
          </p:nvSpPr>
          <p:spPr>
            <a:xfrm>
              <a:off x="8657590" y="233013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4.4</a:t>
              </a:r>
            </a:p>
          </p:txBody>
        </p:sp>
        <p:sp>
          <p:nvSpPr>
            <p:cNvPr id="26" name="Rectangle 25">
              <a:extLst>
                <a:ext uri="{FF2B5EF4-FFF2-40B4-BE49-F238E27FC236}">
                  <a16:creationId xmlns:a16="http://schemas.microsoft.com/office/drawing/2014/main" id="{E6269B88-279F-C173-36F7-327796321677}"/>
                </a:ext>
              </a:extLst>
            </p:cNvPr>
            <p:cNvSpPr/>
            <p:nvPr/>
          </p:nvSpPr>
          <p:spPr>
            <a:xfrm>
              <a:off x="6342380" y="3555683"/>
              <a:ext cx="675005" cy="2171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7" name="Straight Arrow Connector 26">
              <a:extLst>
                <a:ext uri="{FF2B5EF4-FFF2-40B4-BE49-F238E27FC236}">
                  <a16:creationId xmlns:a16="http://schemas.microsoft.com/office/drawing/2014/main" id="{C6C2B94B-DCAF-DC24-EDD1-9057F86414FB}"/>
                </a:ext>
              </a:extLst>
            </p:cNvPr>
            <p:cNvCxnSpPr/>
            <p:nvPr/>
          </p:nvCxnSpPr>
          <p:spPr>
            <a:xfrm>
              <a:off x="6994525" y="3622358"/>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Text Box 433">
              <a:extLst>
                <a:ext uri="{FF2B5EF4-FFF2-40B4-BE49-F238E27FC236}">
                  <a16:creationId xmlns:a16="http://schemas.microsoft.com/office/drawing/2014/main" id="{B3535E8C-595D-E79D-D51E-0DC7D3AC67EC}"/>
                </a:ext>
              </a:extLst>
            </p:cNvPr>
            <p:cNvSpPr txBox="1"/>
            <p:nvPr/>
          </p:nvSpPr>
          <p:spPr>
            <a:xfrm>
              <a:off x="7197090" y="3448368"/>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5.1</a:t>
              </a:r>
            </a:p>
          </p:txBody>
        </p:sp>
      </p:grpSp>
      <p:pic>
        <p:nvPicPr>
          <p:cNvPr id="40" name="Picture 39">
            <a:extLst>
              <a:ext uri="{FF2B5EF4-FFF2-40B4-BE49-F238E27FC236}">
                <a16:creationId xmlns:a16="http://schemas.microsoft.com/office/drawing/2014/main" id="{C0AFF49D-D8A3-F527-3349-5704904F9D17}"/>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6" name="Slide Number Placeholder 5">
            <a:extLst>
              <a:ext uri="{FF2B5EF4-FFF2-40B4-BE49-F238E27FC236}">
                <a16:creationId xmlns:a16="http://schemas.microsoft.com/office/drawing/2014/main" id="{60A31C5F-1004-D402-4B32-6B0522C6372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10178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656338" y="1292014"/>
            <a:ext cx="4161164" cy="5269391"/>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5.1.  </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After saving the header, you may now select the ordered items from Purchase Order to the supplier and select the items to be received by clicking PO button</a:t>
            </a: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PH" sz="1200" b="1" i="0" u="none" strike="noStrike" kern="1200" cap="all" spc="0" normalizeH="0" baseline="0" noProof="0" dirty="0">
              <a:ln>
                <a:noFill/>
              </a:ln>
              <a:solidFill>
                <a:srgbClr val="4472C4"/>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PH"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PH"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PH"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5.2.1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PO button, a dialog box of all pending orders to the supplier will be displayed. Select the ordered items to be receive by ticking the check box. You may select multiple purchase order transaction in one receiving report transaction.</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PH"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5.2.2 </a:t>
            </a: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When you click the show detail button, PO transactions will be detailed as shown below.</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E858103-6840-CA4B-2419-073707E03DC9}"/>
              </a:ext>
            </a:extLst>
          </p:cNvPr>
          <p:cNvSpPr txBox="1"/>
          <p:nvPr/>
        </p:nvSpPr>
        <p:spPr>
          <a:xfrm>
            <a:off x="758757" y="644898"/>
            <a:ext cx="4616131"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Receiving Report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Box 11">
            <a:extLst>
              <a:ext uri="{FF2B5EF4-FFF2-40B4-BE49-F238E27FC236}">
                <a16:creationId xmlns:a16="http://schemas.microsoft.com/office/drawing/2014/main" id="{CCF62645-F5FB-FDF7-E9C2-22E94170784A}"/>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Receiving Report</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36" name="Group 35">
            <a:extLst>
              <a:ext uri="{FF2B5EF4-FFF2-40B4-BE49-F238E27FC236}">
                <a16:creationId xmlns:a16="http://schemas.microsoft.com/office/drawing/2014/main" id="{AE17F9B4-D2E5-7E86-D0A5-B22C7CFBEF83}"/>
              </a:ext>
            </a:extLst>
          </p:cNvPr>
          <p:cNvGrpSpPr/>
          <p:nvPr/>
        </p:nvGrpSpPr>
        <p:grpSpPr>
          <a:xfrm>
            <a:off x="5463681" y="3770912"/>
            <a:ext cx="6189345" cy="2872105"/>
            <a:chOff x="4973385" y="5040679"/>
            <a:chExt cx="6189345" cy="2872105"/>
          </a:xfrm>
        </p:grpSpPr>
        <p:pic>
          <p:nvPicPr>
            <p:cNvPr id="34" name="Picture 33">
              <a:extLst>
                <a:ext uri="{FF2B5EF4-FFF2-40B4-BE49-F238E27FC236}">
                  <a16:creationId xmlns:a16="http://schemas.microsoft.com/office/drawing/2014/main" id="{F6BD0C9B-6985-C7D0-1E8A-A2C02F5C7F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3385" y="5040679"/>
              <a:ext cx="6189345" cy="2872105"/>
            </a:xfrm>
            <a:prstGeom prst="rect">
              <a:avLst/>
            </a:prstGeom>
          </p:spPr>
        </p:pic>
        <p:grpSp>
          <p:nvGrpSpPr>
            <p:cNvPr id="35" name="Group 34">
              <a:extLst>
                <a:ext uri="{FF2B5EF4-FFF2-40B4-BE49-F238E27FC236}">
                  <a16:creationId xmlns:a16="http://schemas.microsoft.com/office/drawing/2014/main" id="{FDC64F1B-24DE-00C9-C3BB-C5EE1E273CA3}"/>
                </a:ext>
              </a:extLst>
            </p:cNvPr>
            <p:cNvGrpSpPr/>
            <p:nvPr/>
          </p:nvGrpSpPr>
          <p:grpSpPr>
            <a:xfrm>
              <a:off x="5023550" y="6053504"/>
              <a:ext cx="1078865" cy="379730"/>
              <a:chOff x="5023550" y="6053504"/>
              <a:chExt cx="1078865" cy="379730"/>
            </a:xfrm>
          </p:grpSpPr>
          <p:sp>
            <p:nvSpPr>
              <p:cNvPr id="31" name="Rectangle 30">
                <a:extLst>
                  <a:ext uri="{FF2B5EF4-FFF2-40B4-BE49-F238E27FC236}">
                    <a16:creationId xmlns:a16="http://schemas.microsoft.com/office/drawing/2014/main" id="{AE2AD1EB-F8F2-5273-A06A-88FC6C4756B2}"/>
                  </a:ext>
                </a:extLst>
              </p:cNvPr>
              <p:cNvSpPr/>
              <p:nvPr/>
            </p:nvSpPr>
            <p:spPr>
              <a:xfrm>
                <a:off x="5023550" y="6053504"/>
                <a:ext cx="367030" cy="37973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2" name="Straight Arrow Connector 31">
                <a:extLst>
                  <a:ext uri="{FF2B5EF4-FFF2-40B4-BE49-F238E27FC236}">
                    <a16:creationId xmlns:a16="http://schemas.microsoft.com/office/drawing/2014/main" id="{6B162AE3-17A4-EF67-7D4D-1D2EB65D84CA}"/>
                  </a:ext>
                </a:extLst>
              </p:cNvPr>
              <p:cNvCxnSpPr/>
              <p:nvPr/>
            </p:nvCxnSpPr>
            <p:spPr>
              <a:xfrm>
                <a:off x="5376610" y="6247179"/>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Text Box 821">
                <a:extLst>
                  <a:ext uri="{FF2B5EF4-FFF2-40B4-BE49-F238E27FC236}">
                    <a16:creationId xmlns:a16="http://schemas.microsoft.com/office/drawing/2014/main" id="{4C731A67-E791-8639-25B1-FDDC88597D4B}"/>
                  </a:ext>
                </a:extLst>
              </p:cNvPr>
              <p:cNvSpPr txBox="1"/>
              <p:nvPr/>
            </p:nvSpPr>
            <p:spPr>
              <a:xfrm>
                <a:off x="5627435" y="6054774"/>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5.2.1</a:t>
                </a:r>
              </a:p>
            </p:txBody>
          </p:sp>
        </p:grpSp>
      </p:grpSp>
      <p:grpSp>
        <p:nvGrpSpPr>
          <p:cNvPr id="56" name="Group 55">
            <a:extLst>
              <a:ext uri="{FF2B5EF4-FFF2-40B4-BE49-F238E27FC236}">
                <a16:creationId xmlns:a16="http://schemas.microsoft.com/office/drawing/2014/main" id="{B7AFBB8E-E74A-9780-C701-206DAE87A02F}"/>
              </a:ext>
            </a:extLst>
          </p:cNvPr>
          <p:cNvGrpSpPr/>
          <p:nvPr/>
        </p:nvGrpSpPr>
        <p:grpSpPr>
          <a:xfrm>
            <a:off x="5746720" y="385859"/>
            <a:ext cx="6291874" cy="3288215"/>
            <a:chOff x="5588370" y="686882"/>
            <a:chExt cx="6291874" cy="3288215"/>
          </a:xfrm>
        </p:grpSpPr>
        <p:grpSp>
          <p:nvGrpSpPr>
            <p:cNvPr id="55" name="Group 54">
              <a:extLst>
                <a:ext uri="{FF2B5EF4-FFF2-40B4-BE49-F238E27FC236}">
                  <a16:creationId xmlns:a16="http://schemas.microsoft.com/office/drawing/2014/main" id="{859C19EC-12EE-3657-2D94-AA20F8706ABA}"/>
                </a:ext>
              </a:extLst>
            </p:cNvPr>
            <p:cNvGrpSpPr/>
            <p:nvPr/>
          </p:nvGrpSpPr>
          <p:grpSpPr>
            <a:xfrm>
              <a:off x="5588370" y="686882"/>
              <a:ext cx="5912527" cy="3288215"/>
              <a:chOff x="5588370" y="686882"/>
              <a:chExt cx="5912527" cy="3288215"/>
            </a:xfrm>
          </p:grpSpPr>
          <p:pic>
            <p:nvPicPr>
              <p:cNvPr id="38" name="Picture 37">
                <a:extLst>
                  <a:ext uri="{FF2B5EF4-FFF2-40B4-BE49-F238E27FC236}">
                    <a16:creationId xmlns:a16="http://schemas.microsoft.com/office/drawing/2014/main" id="{3C709548-A430-E7EC-1C33-FFA89D437F7C}"/>
                  </a:ext>
                </a:extLst>
              </p:cNvPr>
              <p:cNvPicPr>
                <a:picLocks noChangeAspect="1"/>
              </p:cNvPicPr>
              <p:nvPr/>
            </p:nvPicPr>
            <p:blipFill rotWithShape="1">
              <a:blip r:embed="rId3">
                <a:extLst>
                  <a:ext uri="{28A0092B-C50C-407E-A947-70E740481C1C}">
                    <a14:useLocalDpi xmlns:a14="http://schemas.microsoft.com/office/drawing/2010/main" val="0"/>
                  </a:ext>
                </a:extLst>
              </a:blip>
              <a:srcRect b="51312"/>
              <a:stretch/>
            </p:blipFill>
            <p:spPr>
              <a:xfrm>
                <a:off x="5588370" y="686882"/>
                <a:ext cx="5912485" cy="2019490"/>
              </a:xfrm>
              <a:prstGeom prst="rect">
                <a:avLst/>
              </a:prstGeom>
            </p:spPr>
          </p:pic>
          <p:sp>
            <p:nvSpPr>
              <p:cNvPr id="40" name="Rectangle 39">
                <a:extLst>
                  <a:ext uri="{FF2B5EF4-FFF2-40B4-BE49-F238E27FC236}">
                    <a16:creationId xmlns:a16="http://schemas.microsoft.com/office/drawing/2014/main" id="{6F93E8C5-728C-C17C-65BD-130AFEB70317}"/>
                  </a:ext>
                </a:extLst>
              </p:cNvPr>
              <p:cNvSpPr/>
              <p:nvPr/>
            </p:nvSpPr>
            <p:spPr>
              <a:xfrm>
                <a:off x="5831326" y="1235846"/>
                <a:ext cx="1482090" cy="37909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1" name="Straight Arrow Connector 40">
                <a:extLst>
                  <a:ext uri="{FF2B5EF4-FFF2-40B4-BE49-F238E27FC236}">
                    <a16:creationId xmlns:a16="http://schemas.microsoft.com/office/drawing/2014/main" id="{CAF7556A-88D5-AE46-9533-6A96188A3043}"/>
                  </a:ext>
                </a:extLst>
              </p:cNvPr>
              <p:cNvCxnSpPr/>
              <p:nvPr/>
            </p:nvCxnSpPr>
            <p:spPr>
              <a:xfrm>
                <a:off x="7288016" y="1537471"/>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 Box 440">
                <a:extLst>
                  <a:ext uri="{FF2B5EF4-FFF2-40B4-BE49-F238E27FC236}">
                    <a16:creationId xmlns:a16="http://schemas.microsoft.com/office/drawing/2014/main" id="{E28D4AF6-0C52-1A62-877A-11E3F12F02FC}"/>
                  </a:ext>
                </a:extLst>
              </p:cNvPr>
              <p:cNvSpPr txBox="1"/>
              <p:nvPr/>
            </p:nvSpPr>
            <p:spPr>
              <a:xfrm>
                <a:off x="7486258" y="1329191"/>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5.1.</a:t>
                </a:r>
              </a:p>
            </p:txBody>
          </p:sp>
          <p:sp>
            <p:nvSpPr>
              <p:cNvPr id="43" name="Rectangle 42">
                <a:extLst>
                  <a:ext uri="{FF2B5EF4-FFF2-40B4-BE49-F238E27FC236}">
                    <a16:creationId xmlns:a16="http://schemas.microsoft.com/office/drawing/2014/main" id="{24563F05-BE81-9DA1-4BAF-DD4DC6838C84}"/>
                  </a:ext>
                </a:extLst>
              </p:cNvPr>
              <p:cNvSpPr/>
              <p:nvPr/>
            </p:nvSpPr>
            <p:spPr>
              <a:xfrm>
                <a:off x="5748776" y="2206761"/>
                <a:ext cx="367030" cy="35623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4" name="Straight Arrow Connector 43">
                <a:extLst>
                  <a:ext uri="{FF2B5EF4-FFF2-40B4-BE49-F238E27FC236}">
                    <a16:creationId xmlns:a16="http://schemas.microsoft.com/office/drawing/2014/main" id="{52E1576F-B399-7932-8DF4-C8121C8CBDD4}"/>
                  </a:ext>
                </a:extLst>
              </p:cNvPr>
              <p:cNvCxnSpPr/>
              <p:nvPr/>
            </p:nvCxnSpPr>
            <p:spPr>
              <a:xfrm>
                <a:off x="6116441" y="2423296"/>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Text Box 442">
                <a:extLst>
                  <a:ext uri="{FF2B5EF4-FFF2-40B4-BE49-F238E27FC236}">
                    <a16:creationId xmlns:a16="http://schemas.microsoft.com/office/drawing/2014/main" id="{556463D9-291D-ADAA-509A-5F778F07BA6A}"/>
                  </a:ext>
                </a:extLst>
              </p:cNvPr>
              <p:cNvSpPr txBox="1"/>
              <p:nvPr/>
            </p:nvSpPr>
            <p:spPr>
              <a:xfrm>
                <a:off x="6284716" y="2244226"/>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5.2.1</a:t>
                </a:r>
              </a:p>
            </p:txBody>
          </p:sp>
          <p:pic>
            <p:nvPicPr>
              <p:cNvPr id="52" name="Picture 51">
                <a:extLst>
                  <a:ext uri="{FF2B5EF4-FFF2-40B4-BE49-F238E27FC236}">
                    <a16:creationId xmlns:a16="http://schemas.microsoft.com/office/drawing/2014/main" id="{8CD55BD9-09C8-CCBA-E051-02F782718E1F}"/>
                  </a:ext>
                </a:extLst>
              </p:cNvPr>
              <p:cNvPicPr>
                <a:picLocks noChangeAspect="1"/>
              </p:cNvPicPr>
              <p:nvPr/>
            </p:nvPicPr>
            <p:blipFill rotWithShape="1">
              <a:blip r:embed="rId3">
                <a:extLst>
                  <a:ext uri="{28A0092B-C50C-407E-A947-70E740481C1C}">
                    <a14:useLocalDpi xmlns:a14="http://schemas.microsoft.com/office/drawing/2010/main" val="0"/>
                  </a:ext>
                </a:extLst>
              </a:blip>
              <a:srcRect t="67184"/>
              <a:stretch/>
            </p:blipFill>
            <p:spPr>
              <a:xfrm>
                <a:off x="5588412" y="2613955"/>
                <a:ext cx="5912485" cy="1361142"/>
              </a:xfrm>
              <a:prstGeom prst="rect">
                <a:avLst/>
              </a:prstGeom>
            </p:spPr>
          </p:pic>
        </p:grpSp>
        <p:grpSp>
          <p:nvGrpSpPr>
            <p:cNvPr id="53" name="Group 52">
              <a:extLst>
                <a:ext uri="{FF2B5EF4-FFF2-40B4-BE49-F238E27FC236}">
                  <a16:creationId xmlns:a16="http://schemas.microsoft.com/office/drawing/2014/main" id="{488209F7-C451-EADF-58EA-E46968AA1E78}"/>
                </a:ext>
              </a:extLst>
            </p:cNvPr>
            <p:cNvGrpSpPr/>
            <p:nvPr/>
          </p:nvGrpSpPr>
          <p:grpSpPr>
            <a:xfrm>
              <a:off x="8804304" y="3429000"/>
              <a:ext cx="3075940" cy="474345"/>
              <a:chOff x="8823446" y="4114867"/>
              <a:chExt cx="3075940" cy="474345"/>
            </a:xfrm>
          </p:grpSpPr>
          <p:sp>
            <p:nvSpPr>
              <p:cNvPr id="46" name="Rectangle 45">
                <a:extLst>
                  <a:ext uri="{FF2B5EF4-FFF2-40B4-BE49-F238E27FC236}">
                    <a16:creationId xmlns:a16="http://schemas.microsoft.com/office/drawing/2014/main" id="{156A4A97-9640-1448-9417-5387E2F924AE}"/>
                  </a:ext>
                </a:extLst>
              </p:cNvPr>
              <p:cNvSpPr/>
              <p:nvPr/>
            </p:nvSpPr>
            <p:spPr>
              <a:xfrm>
                <a:off x="9501626" y="4114867"/>
                <a:ext cx="723265" cy="4743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7" name="Straight Arrow Connector 46">
                <a:extLst>
                  <a:ext uri="{FF2B5EF4-FFF2-40B4-BE49-F238E27FC236}">
                    <a16:creationId xmlns:a16="http://schemas.microsoft.com/office/drawing/2014/main" id="{215900E3-6BAA-0615-B05F-15006B15967E}"/>
                  </a:ext>
                </a:extLst>
              </p:cNvPr>
              <p:cNvCxnSpPr/>
              <p:nvPr/>
            </p:nvCxnSpPr>
            <p:spPr>
              <a:xfrm>
                <a:off x="9321286" y="4324417"/>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8" name="Text Box 810">
                <a:extLst>
                  <a:ext uri="{FF2B5EF4-FFF2-40B4-BE49-F238E27FC236}">
                    <a16:creationId xmlns:a16="http://schemas.microsoft.com/office/drawing/2014/main" id="{F6C9D284-429C-843B-6049-09367C08508D}"/>
                  </a:ext>
                </a:extLst>
              </p:cNvPr>
              <p:cNvSpPr txBox="1"/>
              <p:nvPr/>
            </p:nvSpPr>
            <p:spPr>
              <a:xfrm>
                <a:off x="8823446" y="4179002"/>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5.3</a:t>
                </a:r>
              </a:p>
            </p:txBody>
          </p:sp>
          <p:sp>
            <p:nvSpPr>
              <p:cNvPr id="49" name="Rectangle 48">
                <a:extLst>
                  <a:ext uri="{FF2B5EF4-FFF2-40B4-BE49-F238E27FC236}">
                    <a16:creationId xmlns:a16="http://schemas.microsoft.com/office/drawing/2014/main" id="{DDF093D9-A7D9-8DDA-E7C3-3E3DC6D56AF2}"/>
                  </a:ext>
                </a:extLst>
              </p:cNvPr>
              <p:cNvSpPr/>
              <p:nvPr/>
            </p:nvSpPr>
            <p:spPr>
              <a:xfrm>
                <a:off x="10273151" y="4114867"/>
                <a:ext cx="996315" cy="4743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50" name="Straight Arrow Connector 49">
                <a:extLst>
                  <a:ext uri="{FF2B5EF4-FFF2-40B4-BE49-F238E27FC236}">
                    <a16:creationId xmlns:a16="http://schemas.microsoft.com/office/drawing/2014/main" id="{3B09430C-6D6C-3C14-6631-AFFC217CA842}"/>
                  </a:ext>
                </a:extLst>
              </p:cNvPr>
              <p:cNvCxnSpPr/>
              <p:nvPr/>
            </p:nvCxnSpPr>
            <p:spPr>
              <a:xfrm>
                <a:off x="11256131" y="4343467"/>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1" name="Text Box 813">
                <a:extLst>
                  <a:ext uri="{FF2B5EF4-FFF2-40B4-BE49-F238E27FC236}">
                    <a16:creationId xmlns:a16="http://schemas.microsoft.com/office/drawing/2014/main" id="{F80D1F0B-FE3A-8BAA-186A-394BE341CAC9}"/>
                  </a:ext>
                </a:extLst>
              </p:cNvPr>
              <p:cNvSpPr txBox="1"/>
              <p:nvPr/>
            </p:nvSpPr>
            <p:spPr>
              <a:xfrm>
                <a:off x="11424406" y="4194877"/>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5.2.2</a:t>
                </a:r>
              </a:p>
            </p:txBody>
          </p:sp>
        </p:grpSp>
      </p:grpSp>
      <p:sp>
        <p:nvSpPr>
          <p:cNvPr id="6" name="Slide Number Placeholder 5">
            <a:extLst>
              <a:ext uri="{FF2B5EF4-FFF2-40B4-BE49-F238E27FC236}">
                <a16:creationId xmlns:a16="http://schemas.microsoft.com/office/drawing/2014/main" id="{D11E27FB-06F5-E849-BB3F-91C60ECF035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223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483773" y="1503755"/>
            <a:ext cx="4179346" cy="192765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6.1.  </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After 6.1.	After you click the accept button, selected ordered items will be displayed in receiving report stock. You may edit the details of item by directly changing it. </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6.2.  </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If you wish to add another item that is not from purchase order, click add item button. If you know the item code, click quick add button for faster adding of item.</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6.3.  </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After you edit, click save item button. </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E858103-6840-CA4B-2419-073707E03DC9}"/>
              </a:ext>
            </a:extLst>
          </p:cNvPr>
          <p:cNvSpPr txBox="1"/>
          <p:nvPr/>
        </p:nvSpPr>
        <p:spPr>
          <a:xfrm>
            <a:off x="901431" y="636020"/>
            <a:ext cx="4473458"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Receiving Report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Box 11">
            <a:extLst>
              <a:ext uri="{FF2B5EF4-FFF2-40B4-BE49-F238E27FC236}">
                <a16:creationId xmlns:a16="http://schemas.microsoft.com/office/drawing/2014/main" id="{CCF62645-F5FB-FDF7-E9C2-22E94170784A}"/>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Receiving Report</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7" name="Text Box 18">
            <a:extLst>
              <a:ext uri="{FF2B5EF4-FFF2-40B4-BE49-F238E27FC236}">
                <a16:creationId xmlns:a16="http://schemas.microsoft.com/office/drawing/2014/main" id="{41996E67-1470-D006-73F2-3CD491A72244}"/>
              </a:ext>
            </a:extLst>
          </p:cNvPr>
          <p:cNvSpPr txBox="1"/>
          <p:nvPr/>
        </p:nvSpPr>
        <p:spPr>
          <a:xfrm>
            <a:off x="483773" y="4210940"/>
            <a:ext cx="4179346" cy="98229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7.1.</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 Click the maximize arrow to enable the post button.</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7.2 </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To finalize, the transaction, click post button located in the header.</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19" name="Group 18">
            <a:extLst>
              <a:ext uri="{FF2B5EF4-FFF2-40B4-BE49-F238E27FC236}">
                <a16:creationId xmlns:a16="http://schemas.microsoft.com/office/drawing/2014/main" id="{69EB5EBB-5CCD-E675-F3CB-4BE45DF655E2}"/>
              </a:ext>
            </a:extLst>
          </p:cNvPr>
          <p:cNvGrpSpPr/>
          <p:nvPr/>
        </p:nvGrpSpPr>
        <p:grpSpPr>
          <a:xfrm>
            <a:off x="5518882" y="1077973"/>
            <a:ext cx="6189345" cy="1912621"/>
            <a:chOff x="5429430" y="1077973"/>
            <a:chExt cx="6189345" cy="1912621"/>
          </a:xfrm>
        </p:grpSpPr>
        <p:pic>
          <p:nvPicPr>
            <p:cNvPr id="6" name="Picture 5">
              <a:extLst>
                <a:ext uri="{FF2B5EF4-FFF2-40B4-BE49-F238E27FC236}">
                  <a16:creationId xmlns:a16="http://schemas.microsoft.com/office/drawing/2014/main" id="{841A7327-CD24-A091-2F9C-3B8F56FFAA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29430" y="1077973"/>
              <a:ext cx="6189345" cy="1748790"/>
            </a:xfrm>
            <a:prstGeom prst="rect">
              <a:avLst/>
            </a:prstGeom>
          </p:spPr>
        </p:pic>
        <p:grpSp>
          <p:nvGrpSpPr>
            <p:cNvPr id="8" name="Group 7">
              <a:extLst>
                <a:ext uri="{FF2B5EF4-FFF2-40B4-BE49-F238E27FC236}">
                  <a16:creationId xmlns:a16="http://schemas.microsoft.com/office/drawing/2014/main" id="{98C088F2-7F78-1093-7760-7BD4353F8626}"/>
                </a:ext>
              </a:extLst>
            </p:cNvPr>
            <p:cNvGrpSpPr/>
            <p:nvPr/>
          </p:nvGrpSpPr>
          <p:grpSpPr>
            <a:xfrm>
              <a:off x="5938065" y="1077973"/>
              <a:ext cx="5172073" cy="1912621"/>
              <a:chOff x="0" y="0"/>
              <a:chExt cx="5172166" cy="1913164"/>
            </a:xfrm>
          </p:grpSpPr>
          <p:sp>
            <p:nvSpPr>
              <p:cNvPr id="9" name="Rectangle 8">
                <a:extLst>
                  <a:ext uri="{FF2B5EF4-FFF2-40B4-BE49-F238E27FC236}">
                    <a16:creationId xmlns:a16="http://schemas.microsoft.com/office/drawing/2014/main" id="{D50086F6-4811-F2D9-C34B-9A225E73642C}"/>
                  </a:ext>
                </a:extLst>
              </p:cNvPr>
              <p:cNvSpPr/>
              <p:nvPr/>
            </p:nvSpPr>
            <p:spPr>
              <a:xfrm>
                <a:off x="0" y="919843"/>
                <a:ext cx="2030681" cy="8906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 name="Straight Arrow Connector 9">
                <a:extLst>
                  <a:ext uri="{FF2B5EF4-FFF2-40B4-BE49-F238E27FC236}">
                    <a16:creationId xmlns:a16="http://schemas.microsoft.com/office/drawing/2014/main" id="{6D01F3D3-67DD-0CD7-BA0D-7B3D728648FE}"/>
                  </a:ext>
                </a:extLst>
              </p:cNvPr>
              <p:cNvCxnSpPr/>
              <p:nvPr/>
            </p:nvCxnSpPr>
            <p:spPr>
              <a:xfrm>
                <a:off x="2068286" y="1714500"/>
                <a:ext cx="121788" cy="1144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Text Box 827">
                <a:extLst>
                  <a:ext uri="{FF2B5EF4-FFF2-40B4-BE49-F238E27FC236}">
                    <a16:creationId xmlns:a16="http://schemas.microsoft.com/office/drawing/2014/main" id="{B8A915D4-C4A9-4DC9-48E9-F44109BAD1C5}"/>
                  </a:ext>
                </a:extLst>
              </p:cNvPr>
              <p:cNvSpPr txBox="1"/>
              <p:nvPr/>
            </p:nvSpPr>
            <p:spPr>
              <a:xfrm>
                <a:off x="2160814" y="1627414"/>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6.1</a:t>
                </a:r>
              </a:p>
            </p:txBody>
          </p:sp>
          <p:sp>
            <p:nvSpPr>
              <p:cNvPr id="13" name="Text Box 829">
                <a:extLst>
                  <a:ext uri="{FF2B5EF4-FFF2-40B4-BE49-F238E27FC236}">
                    <a16:creationId xmlns:a16="http://schemas.microsoft.com/office/drawing/2014/main" id="{FBF86ACB-8659-4AB2-F2AF-1A3BFD331529}"/>
                  </a:ext>
                </a:extLst>
              </p:cNvPr>
              <p:cNvSpPr txBox="1"/>
              <p:nvPr/>
            </p:nvSpPr>
            <p:spPr>
              <a:xfrm>
                <a:off x="3467100" y="283028"/>
                <a:ext cx="498673"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6.2.</a:t>
                </a:r>
              </a:p>
            </p:txBody>
          </p:sp>
          <p:sp>
            <p:nvSpPr>
              <p:cNvPr id="14" name="Rectangle 13">
                <a:extLst>
                  <a:ext uri="{FF2B5EF4-FFF2-40B4-BE49-F238E27FC236}">
                    <a16:creationId xmlns:a16="http://schemas.microsoft.com/office/drawing/2014/main" id="{CFB94CEA-4A21-0406-67E4-61956E17D977}"/>
                  </a:ext>
                </a:extLst>
              </p:cNvPr>
              <p:cNvSpPr/>
              <p:nvPr/>
            </p:nvSpPr>
            <p:spPr>
              <a:xfrm>
                <a:off x="3385457" y="0"/>
                <a:ext cx="367030" cy="2017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ext Box 832">
                <a:extLst>
                  <a:ext uri="{FF2B5EF4-FFF2-40B4-BE49-F238E27FC236}">
                    <a16:creationId xmlns:a16="http://schemas.microsoft.com/office/drawing/2014/main" id="{1F02363D-E435-FD74-8613-A4E7FB968165}"/>
                  </a:ext>
                </a:extLst>
              </p:cNvPr>
              <p:cNvSpPr txBox="1"/>
              <p:nvPr/>
            </p:nvSpPr>
            <p:spPr>
              <a:xfrm>
                <a:off x="4082143" y="283028"/>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6.2.</a:t>
                </a:r>
              </a:p>
            </p:txBody>
          </p:sp>
          <p:sp>
            <p:nvSpPr>
              <p:cNvPr id="16" name="Rectangle 15">
                <a:extLst>
                  <a:ext uri="{FF2B5EF4-FFF2-40B4-BE49-F238E27FC236}">
                    <a16:creationId xmlns:a16="http://schemas.microsoft.com/office/drawing/2014/main" id="{9F80BFA7-F148-6A57-7EBD-B8B2291060B9}"/>
                  </a:ext>
                </a:extLst>
              </p:cNvPr>
              <p:cNvSpPr/>
              <p:nvPr/>
            </p:nvSpPr>
            <p:spPr>
              <a:xfrm>
                <a:off x="3826328" y="0"/>
                <a:ext cx="568911" cy="2017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Text Box 835">
                <a:extLst>
                  <a:ext uri="{FF2B5EF4-FFF2-40B4-BE49-F238E27FC236}">
                    <a16:creationId xmlns:a16="http://schemas.microsoft.com/office/drawing/2014/main" id="{388D5304-979F-EC73-35A0-3751AEF5AEA5}"/>
                  </a:ext>
                </a:extLst>
              </p:cNvPr>
              <p:cNvSpPr txBox="1"/>
              <p:nvPr/>
            </p:nvSpPr>
            <p:spPr>
              <a:xfrm>
                <a:off x="4697186" y="283028"/>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6.3.</a:t>
                </a:r>
              </a:p>
            </p:txBody>
          </p:sp>
          <p:sp>
            <p:nvSpPr>
              <p:cNvPr id="18" name="Rectangle 17">
                <a:extLst>
                  <a:ext uri="{FF2B5EF4-FFF2-40B4-BE49-F238E27FC236}">
                    <a16:creationId xmlns:a16="http://schemas.microsoft.com/office/drawing/2014/main" id="{AF51509C-532E-4066-149F-B864EFD67853}"/>
                  </a:ext>
                </a:extLst>
              </p:cNvPr>
              <p:cNvSpPr/>
              <p:nvPr/>
            </p:nvSpPr>
            <p:spPr>
              <a:xfrm>
                <a:off x="4441371" y="0"/>
                <a:ext cx="568911" cy="2017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pic>
        <p:nvPicPr>
          <p:cNvPr id="20" name="Picture 19">
            <a:extLst>
              <a:ext uri="{FF2B5EF4-FFF2-40B4-BE49-F238E27FC236}">
                <a16:creationId xmlns:a16="http://schemas.microsoft.com/office/drawing/2014/main" id="{78154436-648F-2C2B-B076-B34E8B9188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8881" y="3338714"/>
            <a:ext cx="6189345" cy="2158365"/>
          </a:xfrm>
          <a:prstGeom prst="rect">
            <a:avLst/>
          </a:prstGeom>
        </p:spPr>
      </p:pic>
      <p:pic>
        <p:nvPicPr>
          <p:cNvPr id="21" name="Picture 20">
            <a:extLst>
              <a:ext uri="{FF2B5EF4-FFF2-40B4-BE49-F238E27FC236}">
                <a16:creationId xmlns:a16="http://schemas.microsoft.com/office/drawing/2014/main" id="{B78D2094-54F4-ED5F-2D0C-9B96D7D67D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45289" y="4276352"/>
            <a:ext cx="6103620" cy="1605915"/>
          </a:xfrm>
          <a:prstGeom prst="rect">
            <a:avLst/>
          </a:prstGeom>
          <a:ln>
            <a:noFill/>
          </a:ln>
          <a:effectLst>
            <a:outerShdw blurRad="292100" dist="139700" dir="2700000" algn="tl" rotWithShape="0">
              <a:srgbClr val="333333">
                <a:alpha val="65000"/>
              </a:srgbClr>
            </a:outerShdw>
          </a:effectLst>
        </p:spPr>
      </p:pic>
      <p:grpSp>
        <p:nvGrpSpPr>
          <p:cNvPr id="29" name="Group 28">
            <a:extLst>
              <a:ext uri="{FF2B5EF4-FFF2-40B4-BE49-F238E27FC236}">
                <a16:creationId xmlns:a16="http://schemas.microsoft.com/office/drawing/2014/main" id="{6C6C4D49-DA0B-296B-E806-3B3749F2EE1F}"/>
              </a:ext>
            </a:extLst>
          </p:cNvPr>
          <p:cNvGrpSpPr/>
          <p:nvPr/>
        </p:nvGrpSpPr>
        <p:grpSpPr>
          <a:xfrm>
            <a:off x="9037386" y="3678228"/>
            <a:ext cx="2619372" cy="1239725"/>
            <a:chOff x="0" y="-54817"/>
            <a:chExt cx="2619466" cy="1239908"/>
          </a:xfrm>
        </p:grpSpPr>
        <p:sp>
          <p:nvSpPr>
            <p:cNvPr id="37" name="Text Box 728">
              <a:extLst>
                <a:ext uri="{FF2B5EF4-FFF2-40B4-BE49-F238E27FC236}">
                  <a16:creationId xmlns:a16="http://schemas.microsoft.com/office/drawing/2014/main" id="{39A604DC-BAEF-A470-EDF6-D138C966A829}"/>
                </a:ext>
              </a:extLst>
            </p:cNvPr>
            <p:cNvSpPr txBox="1"/>
            <p:nvPr/>
          </p:nvSpPr>
          <p:spPr>
            <a:xfrm>
              <a:off x="2199184" y="31369"/>
              <a:ext cx="420282" cy="254382"/>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7.1.</a:t>
              </a:r>
            </a:p>
          </p:txBody>
        </p:sp>
        <p:sp>
          <p:nvSpPr>
            <p:cNvPr id="39" name="Curved Right Arrow 725">
              <a:extLst>
                <a:ext uri="{FF2B5EF4-FFF2-40B4-BE49-F238E27FC236}">
                  <a16:creationId xmlns:a16="http://schemas.microsoft.com/office/drawing/2014/main" id="{5CA3DCBF-3D08-D418-BDEA-68F783CA0F00}"/>
                </a:ext>
              </a:extLst>
            </p:cNvPr>
            <p:cNvSpPr/>
            <p:nvPr/>
          </p:nvSpPr>
          <p:spPr>
            <a:xfrm>
              <a:off x="1366157" y="185057"/>
              <a:ext cx="439387" cy="451262"/>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Rectangle 53">
              <a:extLst>
                <a:ext uri="{FF2B5EF4-FFF2-40B4-BE49-F238E27FC236}">
                  <a16:creationId xmlns:a16="http://schemas.microsoft.com/office/drawing/2014/main" id="{1DF6E714-C28F-F13B-83C6-F2DD3F8E1AA7}"/>
                </a:ext>
              </a:extLst>
            </p:cNvPr>
            <p:cNvSpPr/>
            <p:nvPr/>
          </p:nvSpPr>
          <p:spPr>
            <a:xfrm>
              <a:off x="0" y="936171"/>
              <a:ext cx="446792"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57" name="Straight Arrow Connector 56">
              <a:extLst>
                <a:ext uri="{FF2B5EF4-FFF2-40B4-BE49-F238E27FC236}">
                  <a16:creationId xmlns:a16="http://schemas.microsoft.com/office/drawing/2014/main" id="{1C3B310D-F4DC-E149-874E-276CAED55990}"/>
                </a:ext>
              </a:extLst>
            </p:cNvPr>
            <p:cNvCxnSpPr/>
            <p:nvPr/>
          </p:nvCxnSpPr>
          <p:spPr>
            <a:xfrm flipV="1">
              <a:off x="468086" y="898071"/>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8" name="Text Box 724">
              <a:extLst>
                <a:ext uri="{FF2B5EF4-FFF2-40B4-BE49-F238E27FC236}">
                  <a16:creationId xmlns:a16="http://schemas.microsoft.com/office/drawing/2014/main" id="{4BAAF2DD-8419-744E-4D13-9C9FE0A58A69}"/>
                </a:ext>
              </a:extLst>
            </p:cNvPr>
            <p:cNvSpPr txBox="1"/>
            <p:nvPr/>
          </p:nvSpPr>
          <p:spPr>
            <a:xfrm>
              <a:off x="631372" y="702128"/>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7.2</a:t>
              </a:r>
            </a:p>
          </p:txBody>
        </p:sp>
        <p:sp>
          <p:nvSpPr>
            <p:cNvPr id="59" name="Rectangle 58">
              <a:extLst>
                <a:ext uri="{FF2B5EF4-FFF2-40B4-BE49-F238E27FC236}">
                  <a16:creationId xmlns:a16="http://schemas.microsoft.com/office/drawing/2014/main" id="{28D81E36-FD6B-7028-0224-2970517A82E2}"/>
                </a:ext>
              </a:extLst>
            </p:cNvPr>
            <p:cNvSpPr/>
            <p:nvPr/>
          </p:nvSpPr>
          <p:spPr>
            <a:xfrm>
              <a:off x="2000395" y="-54817"/>
              <a:ext cx="136341" cy="37803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30" name="Straight Arrow Connector 29">
              <a:extLst>
                <a:ext uri="{FF2B5EF4-FFF2-40B4-BE49-F238E27FC236}">
                  <a16:creationId xmlns:a16="http://schemas.microsoft.com/office/drawing/2014/main" id="{AA0455B8-3B50-116E-FBA8-58C1D3026236}"/>
                </a:ext>
              </a:extLst>
            </p:cNvPr>
            <p:cNvCxnSpPr>
              <a:cxnSpLocks/>
            </p:cNvCxnSpPr>
            <p:nvPr/>
          </p:nvCxnSpPr>
          <p:spPr>
            <a:xfrm flipH="1">
              <a:off x="2089948" y="285750"/>
              <a:ext cx="109236" cy="37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pic>
        <p:nvPicPr>
          <p:cNvPr id="62" name="Picture 61">
            <a:extLst>
              <a:ext uri="{FF2B5EF4-FFF2-40B4-BE49-F238E27FC236}">
                <a16:creationId xmlns:a16="http://schemas.microsoft.com/office/drawing/2014/main" id="{72D1975D-1298-16DF-574C-1D3E6A6E0E07}"/>
              </a:ext>
            </a:extLst>
          </p:cNvPr>
          <p:cNvPicPr>
            <a:picLocks noChangeAspect="1"/>
          </p:cNvPicPr>
          <p:nvPr/>
        </p:nvPicPr>
        <p:blipFill>
          <a:blip r:embed="rId5"/>
          <a:stretch>
            <a:fillRect/>
          </a:stretch>
        </p:blipFill>
        <p:spPr>
          <a:xfrm>
            <a:off x="10780479" y="6391410"/>
            <a:ext cx="1047454" cy="267619"/>
          </a:xfrm>
          <a:prstGeom prst="rect">
            <a:avLst/>
          </a:prstGeom>
          <a:effectLst/>
        </p:spPr>
      </p:pic>
      <p:sp>
        <p:nvSpPr>
          <p:cNvPr id="22" name="Slide Number Placeholder 21">
            <a:extLst>
              <a:ext uri="{FF2B5EF4-FFF2-40B4-BE49-F238E27FC236}">
                <a16:creationId xmlns:a16="http://schemas.microsoft.com/office/drawing/2014/main" id="{4953F828-13D1-C646-F75F-2377817E824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3955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1278843-30D8-346B-C64A-19BD879470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2557" y="965527"/>
            <a:ext cx="6078855" cy="1690370"/>
          </a:xfrm>
          <a:prstGeom prst="rect">
            <a:avLst/>
          </a:prstGeom>
        </p:spPr>
      </p:pic>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Receiving Report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427250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receiving report – main window, search the receiving report transaction you wish to edit its information in the search bar. Or,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receiving report – main form, click the lookup button and select the transaction you wish to edit its information by typing its transaction number in the search bar.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RR transaction, if you wish to edit the header of the transaction click edit button.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 are done editing the receiving report header, click save button in the upper side of the header.</a:t>
            </a: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2BC99D8C-9CD2-C1F3-E4A1-59F1D993B3C3}"/>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Receiving Report</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7" name="TextBox 6">
            <a:extLst>
              <a:ext uri="{FF2B5EF4-FFF2-40B4-BE49-F238E27FC236}">
                <a16:creationId xmlns:a16="http://schemas.microsoft.com/office/drawing/2014/main" id="{A3970DB8-934F-E30F-0602-D150FFB10E03}"/>
              </a:ext>
            </a:extLst>
          </p:cNvPr>
          <p:cNvSpPr txBox="1"/>
          <p:nvPr/>
        </p:nvSpPr>
        <p:spPr>
          <a:xfrm>
            <a:off x="7296700" y="2602620"/>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Receiving Report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17" name="Group 16">
            <a:extLst>
              <a:ext uri="{FF2B5EF4-FFF2-40B4-BE49-F238E27FC236}">
                <a16:creationId xmlns:a16="http://schemas.microsoft.com/office/drawing/2014/main" id="{20336060-7936-AF0F-787C-E6433EDAE074}"/>
              </a:ext>
            </a:extLst>
          </p:cNvPr>
          <p:cNvGrpSpPr/>
          <p:nvPr/>
        </p:nvGrpSpPr>
        <p:grpSpPr>
          <a:xfrm>
            <a:off x="5525044" y="1729880"/>
            <a:ext cx="1475739" cy="333375"/>
            <a:chOff x="0" y="0"/>
            <a:chExt cx="1476374" cy="333375"/>
          </a:xfrm>
        </p:grpSpPr>
        <p:sp>
          <p:nvSpPr>
            <p:cNvPr id="18" name="Rectangle 17">
              <a:extLst>
                <a:ext uri="{FF2B5EF4-FFF2-40B4-BE49-F238E27FC236}">
                  <a16:creationId xmlns:a16="http://schemas.microsoft.com/office/drawing/2014/main" id="{17E3F88F-F0CF-FD38-5B2C-F1C5F035C97E}"/>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B4D25E9A-0678-9DD4-6B7A-020DF8A5A057}"/>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 Box 734">
              <a:extLst>
                <a:ext uri="{FF2B5EF4-FFF2-40B4-BE49-F238E27FC236}">
                  <a16:creationId xmlns:a16="http://schemas.microsoft.com/office/drawing/2014/main" id="{3142913A-2290-8BF2-A952-476D2175D9D6}"/>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sp>
        <p:nvSpPr>
          <p:cNvPr id="22" name="TextBox 21">
            <a:extLst>
              <a:ext uri="{FF2B5EF4-FFF2-40B4-BE49-F238E27FC236}">
                <a16:creationId xmlns:a16="http://schemas.microsoft.com/office/drawing/2014/main" id="{B71D43FF-7764-D088-83B4-EE19BA2A9179}"/>
              </a:ext>
            </a:extLst>
          </p:cNvPr>
          <p:cNvSpPr txBox="1"/>
          <p:nvPr/>
        </p:nvSpPr>
        <p:spPr>
          <a:xfrm>
            <a:off x="7296700" y="5756313"/>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Receiving Report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24" name="Picture 23">
            <a:extLst>
              <a:ext uri="{FF2B5EF4-FFF2-40B4-BE49-F238E27FC236}">
                <a16:creationId xmlns:a16="http://schemas.microsoft.com/office/drawing/2014/main" id="{D4C4B0F7-CB40-6144-122F-4265CC1B7C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2067" y="3788119"/>
            <a:ext cx="6189345" cy="1543050"/>
          </a:xfrm>
          <a:prstGeom prst="rect">
            <a:avLst/>
          </a:prstGeom>
        </p:spPr>
      </p:pic>
      <p:grpSp>
        <p:nvGrpSpPr>
          <p:cNvPr id="46" name="Group 45">
            <a:extLst>
              <a:ext uri="{FF2B5EF4-FFF2-40B4-BE49-F238E27FC236}">
                <a16:creationId xmlns:a16="http://schemas.microsoft.com/office/drawing/2014/main" id="{BD77D0F0-EA14-6BB2-EAF1-0B6F6ED36430}"/>
              </a:ext>
            </a:extLst>
          </p:cNvPr>
          <p:cNvGrpSpPr/>
          <p:nvPr/>
        </p:nvGrpSpPr>
        <p:grpSpPr>
          <a:xfrm>
            <a:off x="4945165" y="4166701"/>
            <a:ext cx="6317616" cy="1554480"/>
            <a:chOff x="2937192" y="2651760"/>
            <a:chExt cx="6317616" cy="1554480"/>
          </a:xfrm>
        </p:grpSpPr>
        <p:grpSp>
          <p:nvGrpSpPr>
            <p:cNvPr id="25" name="Group 24">
              <a:extLst>
                <a:ext uri="{FF2B5EF4-FFF2-40B4-BE49-F238E27FC236}">
                  <a16:creationId xmlns:a16="http://schemas.microsoft.com/office/drawing/2014/main" id="{75C33D07-BBCC-8D02-2F53-17367C29E947}"/>
                </a:ext>
              </a:extLst>
            </p:cNvPr>
            <p:cNvGrpSpPr/>
            <p:nvPr/>
          </p:nvGrpSpPr>
          <p:grpSpPr>
            <a:xfrm>
              <a:off x="4727257" y="2917190"/>
              <a:ext cx="952500" cy="304800"/>
              <a:chOff x="523874" y="28575"/>
              <a:chExt cx="952500" cy="304800"/>
            </a:xfrm>
          </p:grpSpPr>
          <p:sp>
            <p:nvSpPr>
              <p:cNvPr id="43" name="Rectangle 42">
                <a:extLst>
                  <a:ext uri="{FF2B5EF4-FFF2-40B4-BE49-F238E27FC236}">
                    <a16:creationId xmlns:a16="http://schemas.microsoft.com/office/drawing/2014/main" id="{983A04F5-A004-B6D9-3EF0-78211965BA23}"/>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4" name="Straight Arrow Connector 43">
                <a:extLst>
                  <a:ext uri="{FF2B5EF4-FFF2-40B4-BE49-F238E27FC236}">
                    <a16:creationId xmlns:a16="http://schemas.microsoft.com/office/drawing/2014/main" id="{AE00018E-715F-7CF3-7545-9D7258461039}"/>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Text Box 746">
                <a:extLst>
                  <a:ext uri="{FF2B5EF4-FFF2-40B4-BE49-F238E27FC236}">
                    <a16:creationId xmlns:a16="http://schemas.microsoft.com/office/drawing/2014/main" id="{ED705FE3-23BB-69C5-B77F-993F27D00181}"/>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26" name="Group 25">
              <a:extLst>
                <a:ext uri="{FF2B5EF4-FFF2-40B4-BE49-F238E27FC236}">
                  <a16:creationId xmlns:a16="http://schemas.microsoft.com/office/drawing/2014/main" id="{D2225BD8-F3F0-4BB5-91AA-BCAF1CA1A078}"/>
                </a:ext>
              </a:extLst>
            </p:cNvPr>
            <p:cNvGrpSpPr/>
            <p:nvPr/>
          </p:nvGrpSpPr>
          <p:grpSpPr>
            <a:xfrm>
              <a:off x="8273732" y="2714625"/>
              <a:ext cx="981076" cy="304800"/>
              <a:chOff x="333374" y="28575"/>
              <a:chExt cx="981076" cy="304800"/>
            </a:xfrm>
          </p:grpSpPr>
          <p:sp>
            <p:nvSpPr>
              <p:cNvPr id="40" name="Rectangle 39">
                <a:extLst>
                  <a:ext uri="{FF2B5EF4-FFF2-40B4-BE49-F238E27FC236}">
                    <a16:creationId xmlns:a16="http://schemas.microsoft.com/office/drawing/2014/main" id="{B56BC8B7-7F59-8F01-5368-4897AB727497}"/>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1" name="Straight Arrow Connector 40">
                <a:extLst>
                  <a:ext uri="{FF2B5EF4-FFF2-40B4-BE49-F238E27FC236}">
                    <a16:creationId xmlns:a16="http://schemas.microsoft.com/office/drawing/2014/main" id="{349FAC0E-98A9-5389-21B8-F99551498BFA}"/>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 Box 739">
                <a:extLst>
                  <a:ext uri="{FF2B5EF4-FFF2-40B4-BE49-F238E27FC236}">
                    <a16:creationId xmlns:a16="http://schemas.microsoft.com/office/drawing/2014/main" id="{37943493-E1D8-16BB-76D9-34289990385E}"/>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27" name="Text Box 241">
              <a:extLst>
                <a:ext uri="{FF2B5EF4-FFF2-40B4-BE49-F238E27FC236}">
                  <a16:creationId xmlns:a16="http://schemas.microsoft.com/office/drawing/2014/main" id="{A16BE8EA-4542-BAE6-D889-1975280FA2FC}"/>
                </a:ext>
              </a:extLst>
            </p:cNvPr>
            <p:cNvSpPr txBox="1">
              <a:spLocks noChangeArrowheads="1"/>
            </p:cNvSpPr>
            <p:nvPr/>
          </p:nvSpPr>
          <p:spPr bwMode="auto">
            <a:xfrm>
              <a:off x="4587557" y="3326765"/>
              <a:ext cx="230187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RR transaction?</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Tx/>
                <a:buNone/>
                <a:tabLst>
                  <a:tab pos="227330" algn="l"/>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Tx/>
                <a:buNone/>
                <a:tabLst>
                  <a:tab pos="203200" algn="l"/>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02565" marR="0" lvl="0" indent="-10160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8" name="Text Box 735">
              <a:extLst>
                <a:ext uri="{FF2B5EF4-FFF2-40B4-BE49-F238E27FC236}">
                  <a16:creationId xmlns:a16="http://schemas.microsoft.com/office/drawing/2014/main" id="{8194CCE8-9127-96C7-C026-CAD2EA7AD4FF}"/>
                </a:ext>
              </a:extLst>
            </p:cNvPr>
            <p:cNvSpPr txBox="1"/>
            <p:nvPr/>
          </p:nvSpPr>
          <p:spPr>
            <a:xfrm>
              <a:off x="2937192" y="2651760"/>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4" name="Slide Number Placeholder 3">
            <a:extLst>
              <a:ext uri="{FF2B5EF4-FFF2-40B4-BE49-F238E27FC236}">
                <a16:creationId xmlns:a16="http://schemas.microsoft.com/office/drawing/2014/main" id="{22787987-032A-5572-DEF9-4A6B94EF61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2600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4205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Receiving Report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2203929"/>
            <a:ext cx="4179346" cy="262288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edit the items in receiving report stock, edit right away the details you want to change and you will notice that after you change the details, the item you edited will be highlighted into blue.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you’re done editing, click save item button to save the changes you made in the items.</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all items in the stock, click delete item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 specific item on the table, click the delete icon next to the item to delete it.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2BC99D8C-9CD2-C1F3-E4A1-59F1D993B3C3}"/>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Receiving Report</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13" name="Slide Number Placeholder 12">
            <a:extLst>
              <a:ext uri="{FF2B5EF4-FFF2-40B4-BE49-F238E27FC236}">
                <a16:creationId xmlns:a16="http://schemas.microsoft.com/office/drawing/2014/main" id="{2D3514A9-2C6C-1ED2-B4F1-26B26DC435D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973D7566-B97C-AAF6-6B27-FEA5D65168BF}"/>
              </a:ext>
            </a:extLst>
          </p:cNvPr>
          <p:cNvGrpSpPr/>
          <p:nvPr/>
        </p:nvGrpSpPr>
        <p:grpSpPr>
          <a:xfrm>
            <a:off x="5191125" y="1951786"/>
            <a:ext cx="6440200" cy="2332990"/>
            <a:chOff x="5171495" y="2046996"/>
            <a:chExt cx="6440200" cy="2332990"/>
          </a:xfrm>
        </p:grpSpPr>
        <p:grpSp>
          <p:nvGrpSpPr>
            <p:cNvPr id="14" name="Group 13">
              <a:extLst>
                <a:ext uri="{FF2B5EF4-FFF2-40B4-BE49-F238E27FC236}">
                  <a16:creationId xmlns:a16="http://schemas.microsoft.com/office/drawing/2014/main" id="{C6529FC9-E8FF-988D-F672-752FA6DAB0AB}"/>
                </a:ext>
              </a:extLst>
            </p:cNvPr>
            <p:cNvGrpSpPr/>
            <p:nvPr/>
          </p:nvGrpSpPr>
          <p:grpSpPr>
            <a:xfrm>
              <a:off x="5171495" y="2046996"/>
              <a:ext cx="6440200" cy="2332990"/>
              <a:chOff x="5171495" y="941067"/>
              <a:chExt cx="6440200" cy="2332990"/>
            </a:xfrm>
          </p:grpSpPr>
          <p:grpSp>
            <p:nvGrpSpPr>
              <p:cNvPr id="21" name="Group 20">
                <a:extLst>
                  <a:ext uri="{FF2B5EF4-FFF2-40B4-BE49-F238E27FC236}">
                    <a16:creationId xmlns:a16="http://schemas.microsoft.com/office/drawing/2014/main" id="{3D9308BF-87C2-0482-FD59-EFCCD16270EF}"/>
                  </a:ext>
                </a:extLst>
              </p:cNvPr>
              <p:cNvGrpSpPr/>
              <p:nvPr/>
            </p:nvGrpSpPr>
            <p:grpSpPr>
              <a:xfrm>
                <a:off x="5365200" y="970444"/>
                <a:ext cx="6246495" cy="1658617"/>
                <a:chOff x="31914" y="203778"/>
                <a:chExt cx="6246768" cy="1659243"/>
              </a:xfrm>
            </p:grpSpPr>
            <p:pic>
              <p:nvPicPr>
                <p:cNvPr id="28" name="Picture 27">
                  <a:extLst>
                    <a:ext uri="{FF2B5EF4-FFF2-40B4-BE49-F238E27FC236}">
                      <a16:creationId xmlns:a16="http://schemas.microsoft.com/office/drawing/2014/main" id="{923BE161-0AED-9629-E98C-5270AF8DC3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14" y="226272"/>
                  <a:ext cx="6246768" cy="1636749"/>
                </a:xfrm>
                <a:prstGeom prst="rect">
                  <a:avLst/>
                </a:prstGeom>
              </p:spPr>
            </p:pic>
            <p:sp>
              <p:nvSpPr>
                <p:cNvPr id="29" name="Rectangle 28">
                  <a:extLst>
                    <a:ext uri="{FF2B5EF4-FFF2-40B4-BE49-F238E27FC236}">
                      <a16:creationId xmlns:a16="http://schemas.microsoft.com/office/drawing/2014/main" id="{FBAE50D3-2DE3-0C38-E336-B48A1BA5E47D}"/>
                    </a:ext>
                  </a:extLst>
                </p:cNvPr>
                <p:cNvSpPr/>
                <p:nvPr/>
              </p:nvSpPr>
              <p:spPr>
                <a:xfrm>
                  <a:off x="510637" y="1116963"/>
                  <a:ext cx="2157714" cy="72470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0" name="Group 29">
                  <a:extLst>
                    <a:ext uri="{FF2B5EF4-FFF2-40B4-BE49-F238E27FC236}">
                      <a16:creationId xmlns:a16="http://schemas.microsoft.com/office/drawing/2014/main" id="{371C4211-64F4-7F0A-C7CC-DE12635EC9D3}"/>
                    </a:ext>
                  </a:extLst>
                </p:cNvPr>
                <p:cNvGrpSpPr/>
                <p:nvPr/>
              </p:nvGrpSpPr>
              <p:grpSpPr>
                <a:xfrm>
                  <a:off x="4926412" y="203778"/>
                  <a:ext cx="647700" cy="796655"/>
                  <a:chOff x="306787" y="-291522"/>
                  <a:chExt cx="647700" cy="796655"/>
                </a:xfrm>
              </p:grpSpPr>
              <p:sp>
                <p:nvSpPr>
                  <p:cNvPr id="31" name="Rectangle 30">
                    <a:extLst>
                      <a:ext uri="{FF2B5EF4-FFF2-40B4-BE49-F238E27FC236}">
                        <a16:creationId xmlns:a16="http://schemas.microsoft.com/office/drawing/2014/main" id="{78B6B24D-5D73-613D-3EDA-B7775AB4B8AE}"/>
                      </a:ext>
                    </a:extLst>
                  </p:cNvPr>
                  <p:cNvSpPr/>
                  <p:nvPr/>
                </p:nvSpPr>
                <p:spPr>
                  <a:xfrm>
                    <a:off x="306787" y="-291522"/>
                    <a:ext cx="647700" cy="2857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8" name="Straight Arrow Connector 37">
                    <a:extLst>
                      <a:ext uri="{FF2B5EF4-FFF2-40B4-BE49-F238E27FC236}">
                        <a16:creationId xmlns:a16="http://schemas.microsoft.com/office/drawing/2014/main" id="{633B8C67-E70B-F29D-353B-15379C11AA9B}"/>
                      </a:ext>
                    </a:extLst>
                  </p:cNvPr>
                  <p:cNvCxnSpPr>
                    <a:cxnSpLocks/>
                  </p:cNvCxnSpPr>
                  <p:nvPr/>
                </p:nvCxnSpPr>
                <p:spPr>
                  <a:xfrm>
                    <a:off x="630637" y="-5772"/>
                    <a:ext cx="0" cy="2476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 name="Text Box 756">
                    <a:extLst>
                      <a:ext uri="{FF2B5EF4-FFF2-40B4-BE49-F238E27FC236}">
                        <a16:creationId xmlns:a16="http://schemas.microsoft.com/office/drawing/2014/main" id="{6E861F2D-5DA4-578D-A582-16AAE16C2FB6}"/>
                      </a:ext>
                    </a:extLst>
                  </p:cNvPr>
                  <p:cNvSpPr txBox="1"/>
                  <p:nvPr/>
                </p:nvSpPr>
                <p:spPr>
                  <a:xfrm>
                    <a:off x="530625" y="257483"/>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grpSp>
          </p:grpSp>
          <p:grpSp>
            <p:nvGrpSpPr>
              <p:cNvPr id="22" name="Group 21">
                <a:extLst>
                  <a:ext uri="{FF2B5EF4-FFF2-40B4-BE49-F238E27FC236}">
                    <a16:creationId xmlns:a16="http://schemas.microsoft.com/office/drawing/2014/main" id="{B8CB635C-9D32-44B7-5309-371CAB468F5F}"/>
                  </a:ext>
                </a:extLst>
              </p:cNvPr>
              <p:cNvGrpSpPr/>
              <p:nvPr/>
            </p:nvGrpSpPr>
            <p:grpSpPr>
              <a:xfrm>
                <a:off x="5171495" y="941067"/>
                <a:ext cx="3176904" cy="2332990"/>
                <a:chOff x="0" y="0"/>
                <a:chExt cx="3177391" cy="2332990"/>
              </a:xfrm>
            </p:grpSpPr>
            <p:sp>
              <p:nvSpPr>
                <p:cNvPr id="24" name="Text Box 749">
                  <a:extLst>
                    <a:ext uri="{FF2B5EF4-FFF2-40B4-BE49-F238E27FC236}">
                      <a16:creationId xmlns:a16="http://schemas.microsoft.com/office/drawing/2014/main" id="{440E66B0-5200-C25E-9082-AFCD96F102BA}"/>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STOCK</a:t>
                  </a:r>
                </a:p>
              </p:txBody>
            </p:sp>
            <p:pic>
              <p:nvPicPr>
                <p:cNvPr id="25" name="Picture 24">
                  <a:extLst>
                    <a:ext uri="{FF2B5EF4-FFF2-40B4-BE49-F238E27FC236}">
                      <a16:creationId xmlns:a16="http://schemas.microsoft.com/office/drawing/2014/main" id="{82829CA0-93FF-10D7-7C82-FF5D11DEA8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6829" y="1714500"/>
                  <a:ext cx="2893060" cy="618490"/>
                </a:xfrm>
                <a:prstGeom prst="rect">
                  <a:avLst/>
                </a:prstGeom>
                <a:ln>
                  <a:noFill/>
                </a:ln>
                <a:effectLst>
                  <a:outerShdw blurRad="292100" dist="139700" dir="2700000" algn="tl" rotWithShape="0">
                    <a:srgbClr val="333333">
                      <a:alpha val="65000"/>
                    </a:srgbClr>
                  </a:outerShdw>
                </a:effectLst>
              </p:spPr>
            </p:pic>
            <p:sp>
              <p:nvSpPr>
                <p:cNvPr id="26" name="Curved Left Arrow 758">
                  <a:extLst>
                    <a:ext uri="{FF2B5EF4-FFF2-40B4-BE49-F238E27FC236}">
                      <a16:creationId xmlns:a16="http://schemas.microsoft.com/office/drawing/2014/main" id="{B3791622-5349-C63D-8A2E-6884447228D7}"/>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Text Box 757">
                  <a:extLst>
                    <a:ext uri="{FF2B5EF4-FFF2-40B4-BE49-F238E27FC236}">
                      <a16:creationId xmlns:a16="http://schemas.microsoft.com/office/drawing/2014/main" id="{DAA8A896-53E3-E75D-5080-96C071489247}"/>
                    </a:ext>
                  </a:extLst>
                </p:cNvPr>
                <p:cNvSpPr txBox="1"/>
                <p:nvPr/>
              </p:nvSpPr>
              <p:spPr>
                <a:xfrm>
                  <a:off x="0" y="1594757"/>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a:t>
                  </a:r>
                </a:p>
              </p:txBody>
            </p:sp>
          </p:grpSp>
        </p:grpSp>
        <p:sp>
          <p:nvSpPr>
            <p:cNvPr id="15" name="Rectangle 14">
              <a:extLst>
                <a:ext uri="{FF2B5EF4-FFF2-40B4-BE49-F238E27FC236}">
                  <a16:creationId xmlns:a16="http://schemas.microsoft.com/office/drawing/2014/main" id="{CFDA45A8-6ADA-1EBA-649C-56EF5C2CBC14}"/>
                </a:ext>
              </a:extLst>
            </p:cNvPr>
            <p:cNvSpPr/>
            <p:nvPr/>
          </p:nvSpPr>
          <p:spPr>
            <a:xfrm>
              <a:off x="10935589" y="2076150"/>
              <a:ext cx="647672" cy="28564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FA39DC68-E64F-9B46-EFDB-6203FAD61641}"/>
                </a:ext>
              </a:extLst>
            </p:cNvPr>
            <p:cNvCxnSpPr>
              <a:cxnSpLocks/>
            </p:cNvCxnSpPr>
            <p:nvPr/>
          </p:nvCxnSpPr>
          <p:spPr>
            <a:xfrm>
              <a:off x="11259425" y="2361792"/>
              <a:ext cx="0" cy="2475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 Box 756">
              <a:extLst>
                <a:ext uri="{FF2B5EF4-FFF2-40B4-BE49-F238E27FC236}">
                  <a16:creationId xmlns:a16="http://schemas.microsoft.com/office/drawing/2014/main" id="{4B91DC07-F6CB-71DD-BAD5-4E4269357453}"/>
                </a:ext>
              </a:extLst>
            </p:cNvPr>
            <p:cNvSpPr txBox="1"/>
            <p:nvPr/>
          </p:nvSpPr>
          <p:spPr>
            <a:xfrm>
              <a:off x="11159417" y="2624948"/>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sp>
          <p:nvSpPr>
            <p:cNvPr id="18" name="Rectangle 17">
              <a:extLst>
                <a:ext uri="{FF2B5EF4-FFF2-40B4-BE49-F238E27FC236}">
                  <a16:creationId xmlns:a16="http://schemas.microsoft.com/office/drawing/2014/main" id="{B2A20140-CC04-95CD-5C49-81BD4089BAB8}"/>
                </a:ext>
              </a:extLst>
            </p:cNvPr>
            <p:cNvSpPr/>
            <p:nvPr/>
          </p:nvSpPr>
          <p:spPr>
            <a:xfrm>
              <a:off x="5559297" y="2937872"/>
              <a:ext cx="200016" cy="2475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237EB5CB-0672-7478-45B9-9E8B4EB21505}"/>
                </a:ext>
              </a:extLst>
            </p:cNvPr>
            <p:cNvCxnSpPr>
              <a:cxnSpLocks/>
            </p:cNvCxnSpPr>
            <p:nvPr/>
          </p:nvCxnSpPr>
          <p:spPr>
            <a:xfrm>
              <a:off x="5652313" y="3181444"/>
              <a:ext cx="0" cy="1654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 Box 756">
              <a:extLst>
                <a:ext uri="{FF2B5EF4-FFF2-40B4-BE49-F238E27FC236}">
                  <a16:creationId xmlns:a16="http://schemas.microsoft.com/office/drawing/2014/main" id="{0910F13D-5015-2186-CE52-F1F85700382D}"/>
                </a:ext>
              </a:extLst>
            </p:cNvPr>
            <p:cNvSpPr txBox="1"/>
            <p:nvPr/>
          </p:nvSpPr>
          <p:spPr>
            <a:xfrm>
              <a:off x="5559297" y="3376441"/>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spTree>
    <p:extLst>
      <p:ext uri="{BB962C8B-B14F-4D97-AF65-F5344CB8AC3E}">
        <p14:creationId xmlns:p14="http://schemas.microsoft.com/office/powerpoint/2010/main" val="1090907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8">
            <a:extLst>
              <a:ext uri="{FF2B5EF4-FFF2-40B4-BE49-F238E27FC236}">
                <a16:creationId xmlns:a16="http://schemas.microsoft.com/office/drawing/2014/main" id="{9A8214E9-BA24-C1CD-FE2E-59471D8D7178}"/>
              </a:ext>
            </a:extLst>
          </p:cNvPr>
          <p:cNvSpPr txBox="1"/>
          <p:nvPr/>
        </p:nvSpPr>
        <p:spPr>
          <a:xfrm>
            <a:off x="540588" y="2650501"/>
            <a:ext cx="4179346" cy="286383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receiving report – main window, search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receiving report - main form, click the lookup button and select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delete button.</a:t>
            </a: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9" name="TextBox 28">
            <a:extLst>
              <a:ext uri="{FF2B5EF4-FFF2-40B4-BE49-F238E27FC236}">
                <a16:creationId xmlns:a16="http://schemas.microsoft.com/office/drawing/2014/main" id="{9C69E52B-7D9A-BFBF-CE8D-56C6AB38E7C9}"/>
              </a:ext>
            </a:extLst>
          </p:cNvPr>
          <p:cNvSpPr txBox="1"/>
          <p:nvPr/>
        </p:nvSpPr>
        <p:spPr>
          <a:xfrm>
            <a:off x="785076"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Receiving Report</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0" name="TextBox 29">
            <a:extLst>
              <a:ext uri="{FF2B5EF4-FFF2-40B4-BE49-F238E27FC236}">
                <a16:creationId xmlns:a16="http://schemas.microsoft.com/office/drawing/2014/main" id="{206411CD-D453-3C70-B863-B05DFE4DD718}"/>
              </a:ext>
            </a:extLst>
          </p:cNvPr>
          <p:cNvSpPr txBox="1"/>
          <p:nvPr/>
        </p:nvSpPr>
        <p:spPr>
          <a:xfrm>
            <a:off x="350196" y="1311838"/>
            <a:ext cx="4287699"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Delete Receiving Report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31" name="Picture 30">
            <a:extLst>
              <a:ext uri="{FF2B5EF4-FFF2-40B4-BE49-F238E27FC236}">
                <a16:creationId xmlns:a16="http://schemas.microsoft.com/office/drawing/2014/main" id="{2E677E28-CE82-30C8-DED5-6445A9DE1A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8069" y="1310636"/>
            <a:ext cx="6078855" cy="1690370"/>
          </a:xfrm>
          <a:prstGeom prst="rect">
            <a:avLst/>
          </a:prstGeom>
        </p:spPr>
      </p:pic>
      <p:grpSp>
        <p:nvGrpSpPr>
          <p:cNvPr id="34" name="Group 33">
            <a:extLst>
              <a:ext uri="{FF2B5EF4-FFF2-40B4-BE49-F238E27FC236}">
                <a16:creationId xmlns:a16="http://schemas.microsoft.com/office/drawing/2014/main" id="{38DA90B3-A411-CD47-96D7-5114B151432A}"/>
              </a:ext>
            </a:extLst>
          </p:cNvPr>
          <p:cNvGrpSpPr/>
          <p:nvPr/>
        </p:nvGrpSpPr>
        <p:grpSpPr>
          <a:xfrm>
            <a:off x="5390074" y="2155821"/>
            <a:ext cx="1475739" cy="276225"/>
            <a:chOff x="0" y="0"/>
            <a:chExt cx="1476374" cy="276225"/>
          </a:xfrm>
        </p:grpSpPr>
        <p:sp>
          <p:nvSpPr>
            <p:cNvPr id="35" name="Rectangle 34">
              <a:extLst>
                <a:ext uri="{FF2B5EF4-FFF2-40B4-BE49-F238E27FC236}">
                  <a16:creationId xmlns:a16="http://schemas.microsoft.com/office/drawing/2014/main" id="{48E42D51-DF97-7D06-3E8D-CEA6E6D2D795}"/>
                </a:ext>
              </a:extLst>
            </p:cNvPr>
            <p:cNvSpPr/>
            <p:nvPr/>
          </p:nvSpPr>
          <p:spPr>
            <a:xfrm>
              <a:off x="0" y="0"/>
              <a:ext cx="800100" cy="2612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6" name="Straight Arrow Connector 35">
              <a:extLst>
                <a:ext uri="{FF2B5EF4-FFF2-40B4-BE49-F238E27FC236}">
                  <a16:creationId xmlns:a16="http://schemas.microsoft.com/office/drawing/2014/main" id="{1B0A6AEC-6672-29ED-6C6A-051B4F0FCCB1}"/>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 Box 125">
              <a:extLst>
                <a:ext uri="{FF2B5EF4-FFF2-40B4-BE49-F238E27FC236}">
                  <a16:creationId xmlns:a16="http://schemas.microsoft.com/office/drawing/2014/main" id="{F1168179-C43D-F889-2359-8573401CB5E3}"/>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sp>
        <p:nvSpPr>
          <p:cNvPr id="39" name="TextBox 38">
            <a:extLst>
              <a:ext uri="{FF2B5EF4-FFF2-40B4-BE49-F238E27FC236}">
                <a16:creationId xmlns:a16="http://schemas.microsoft.com/office/drawing/2014/main" id="{B47009A7-978A-6D25-E310-DE49A7B19067}"/>
              </a:ext>
            </a:extLst>
          </p:cNvPr>
          <p:cNvSpPr txBox="1"/>
          <p:nvPr/>
        </p:nvSpPr>
        <p:spPr>
          <a:xfrm>
            <a:off x="7276683" y="2912835"/>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Receiving Report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41" name="TextBox 40">
            <a:extLst>
              <a:ext uri="{FF2B5EF4-FFF2-40B4-BE49-F238E27FC236}">
                <a16:creationId xmlns:a16="http://schemas.microsoft.com/office/drawing/2014/main" id="{5F215506-CA7E-755F-74BA-DBA6C0290AC7}"/>
              </a:ext>
            </a:extLst>
          </p:cNvPr>
          <p:cNvSpPr txBox="1"/>
          <p:nvPr/>
        </p:nvSpPr>
        <p:spPr>
          <a:xfrm>
            <a:off x="7280890" y="6057923"/>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Receiving Report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42" name="Picture 41">
            <a:extLst>
              <a:ext uri="{FF2B5EF4-FFF2-40B4-BE49-F238E27FC236}">
                <a16:creationId xmlns:a16="http://schemas.microsoft.com/office/drawing/2014/main" id="{1A5854F2-9F5F-3B84-B255-6437B57E61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7579" y="3971288"/>
            <a:ext cx="6189345" cy="1543050"/>
          </a:xfrm>
          <a:prstGeom prst="rect">
            <a:avLst/>
          </a:prstGeom>
        </p:spPr>
      </p:pic>
      <p:grpSp>
        <p:nvGrpSpPr>
          <p:cNvPr id="54" name="Group 53">
            <a:extLst>
              <a:ext uri="{FF2B5EF4-FFF2-40B4-BE49-F238E27FC236}">
                <a16:creationId xmlns:a16="http://schemas.microsoft.com/office/drawing/2014/main" id="{CD222A5C-9165-A8AE-F70F-EC3F6260E37E}"/>
              </a:ext>
            </a:extLst>
          </p:cNvPr>
          <p:cNvGrpSpPr/>
          <p:nvPr/>
        </p:nvGrpSpPr>
        <p:grpSpPr>
          <a:xfrm>
            <a:off x="4719934" y="4317804"/>
            <a:ext cx="3989706" cy="1595120"/>
            <a:chOff x="4101147" y="2631440"/>
            <a:chExt cx="3989706" cy="1595120"/>
          </a:xfrm>
        </p:grpSpPr>
        <p:grpSp>
          <p:nvGrpSpPr>
            <p:cNvPr id="43" name="Group 42">
              <a:extLst>
                <a:ext uri="{FF2B5EF4-FFF2-40B4-BE49-F238E27FC236}">
                  <a16:creationId xmlns:a16="http://schemas.microsoft.com/office/drawing/2014/main" id="{6585B4A7-6836-43D7-AFFA-3DDFB7B5E366}"/>
                </a:ext>
              </a:extLst>
            </p:cNvPr>
            <p:cNvGrpSpPr/>
            <p:nvPr/>
          </p:nvGrpSpPr>
          <p:grpSpPr>
            <a:xfrm>
              <a:off x="5891212" y="2937510"/>
              <a:ext cx="952500" cy="304800"/>
              <a:chOff x="523874" y="28575"/>
              <a:chExt cx="952500" cy="304800"/>
            </a:xfrm>
          </p:grpSpPr>
          <p:sp>
            <p:nvSpPr>
              <p:cNvPr id="50" name="Rectangle 49">
                <a:extLst>
                  <a:ext uri="{FF2B5EF4-FFF2-40B4-BE49-F238E27FC236}">
                    <a16:creationId xmlns:a16="http://schemas.microsoft.com/office/drawing/2014/main" id="{73061E06-52DF-BECF-0EC9-D70BA8B7F31D}"/>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52" name="Straight Arrow Connector 51">
                <a:extLst>
                  <a:ext uri="{FF2B5EF4-FFF2-40B4-BE49-F238E27FC236}">
                    <a16:creationId xmlns:a16="http://schemas.microsoft.com/office/drawing/2014/main" id="{5D2D604A-F19F-52DA-9AC0-1E2B87A8CD17}"/>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3" name="Text Box 263">
                <a:extLst>
                  <a:ext uri="{FF2B5EF4-FFF2-40B4-BE49-F238E27FC236}">
                    <a16:creationId xmlns:a16="http://schemas.microsoft.com/office/drawing/2014/main" id="{7FCCB29B-177A-161B-5F2A-D674AF66ADC8}"/>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44" name="Group 43">
              <a:extLst>
                <a:ext uri="{FF2B5EF4-FFF2-40B4-BE49-F238E27FC236}">
                  <a16:creationId xmlns:a16="http://schemas.microsoft.com/office/drawing/2014/main" id="{1F9B4A68-86B9-DF1B-5257-ACC338B6AD6D}"/>
                </a:ext>
              </a:extLst>
            </p:cNvPr>
            <p:cNvGrpSpPr/>
            <p:nvPr/>
          </p:nvGrpSpPr>
          <p:grpSpPr>
            <a:xfrm>
              <a:off x="7109777" y="2631440"/>
              <a:ext cx="981076" cy="304800"/>
              <a:chOff x="333374" y="28575"/>
              <a:chExt cx="981076" cy="304800"/>
            </a:xfrm>
          </p:grpSpPr>
          <p:sp>
            <p:nvSpPr>
              <p:cNvPr id="47" name="Rectangle 46">
                <a:extLst>
                  <a:ext uri="{FF2B5EF4-FFF2-40B4-BE49-F238E27FC236}">
                    <a16:creationId xmlns:a16="http://schemas.microsoft.com/office/drawing/2014/main" id="{F9DF421F-8943-E5B0-9F0B-843DEA99E9BB}"/>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8" name="Straight Arrow Connector 47">
                <a:extLst>
                  <a:ext uri="{FF2B5EF4-FFF2-40B4-BE49-F238E27FC236}">
                    <a16:creationId xmlns:a16="http://schemas.microsoft.com/office/drawing/2014/main" id="{15F73B68-1F94-F6BE-F032-A7A534C1EA15}"/>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9" name="Text Box 258">
                <a:extLst>
                  <a:ext uri="{FF2B5EF4-FFF2-40B4-BE49-F238E27FC236}">
                    <a16:creationId xmlns:a16="http://schemas.microsoft.com/office/drawing/2014/main" id="{ED44C67C-DFD4-2F43-4471-14C49574263E}"/>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45" name="Text Box 241">
              <a:extLst>
                <a:ext uri="{FF2B5EF4-FFF2-40B4-BE49-F238E27FC236}">
                  <a16:creationId xmlns:a16="http://schemas.microsoft.com/office/drawing/2014/main" id="{FCE320A4-386F-A3E3-B10E-996B7E063362}"/>
                </a:ext>
              </a:extLst>
            </p:cNvPr>
            <p:cNvSpPr txBox="1">
              <a:spLocks noChangeArrowheads="1"/>
            </p:cNvSpPr>
            <p:nvPr/>
          </p:nvSpPr>
          <p:spPr bwMode="auto">
            <a:xfrm>
              <a:off x="5751512" y="3347085"/>
              <a:ext cx="230187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RR transaction?</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Tx/>
                <a:buNone/>
                <a:tabLst>
                  <a:tab pos="227330" algn="l"/>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Tx/>
                <a:buNone/>
                <a:tabLst>
                  <a:tab pos="203200" algn="l"/>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02565" marR="0" lvl="0" indent="-10160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46" name="Text Box 126">
              <a:extLst>
                <a:ext uri="{FF2B5EF4-FFF2-40B4-BE49-F238E27FC236}">
                  <a16:creationId xmlns:a16="http://schemas.microsoft.com/office/drawing/2014/main" id="{0713BF18-B426-0505-D824-10ACB86CD2D8}"/>
                </a:ext>
              </a:extLst>
            </p:cNvPr>
            <p:cNvSpPr txBox="1"/>
            <p:nvPr/>
          </p:nvSpPr>
          <p:spPr>
            <a:xfrm>
              <a:off x="4101147" y="2672080"/>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sp>
        <p:nvSpPr>
          <p:cNvPr id="4" name="Slide Number Placeholder 3">
            <a:extLst>
              <a:ext uri="{FF2B5EF4-FFF2-40B4-BE49-F238E27FC236}">
                <a16:creationId xmlns:a16="http://schemas.microsoft.com/office/drawing/2014/main" id="{F7CF6503-55FB-AACA-5F57-F2299F3432F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2818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Information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5" name="TextBox 64">
            <a:extLst>
              <a:ext uri="{FF2B5EF4-FFF2-40B4-BE49-F238E27FC236}">
                <a16:creationId xmlns:a16="http://schemas.microsoft.com/office/drawing/2014/main" id="{E7777D04-D73F-74AB-C30B-7D3C9397264F}"/>
              </a:ext>
            </a:extLst>
          </p:cNvPr>
          <p:cNvSpPr txBox="1"/>
          <p:nvPr/>
        </p:nvSpPr>
        <p:spPr>
          <a:xfrm>
            <a:off x="805109" y="4516141"/>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Buttons</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8" name="Text Box 102">
            <a:extLst>
              <a:ext uri="{FF2B5EF4-FFF2-40B4-BE49-F238E27FC236}">
                <a16:creationId xmlns:a16="http://schemas.microsoft.com/office/drawing/2014/main" id="{9C27B11D-33B2-DB7D-A894-E01425B3F550}"/>
              </a:ext>
            </a:extLst>
          </p:cNvPr>
          <p:cNvSpPr txBox="1"/>
          <p:nvPr/>
        </p:nvSpPr>
        <p:spPr>
          <a:xfrm>
            <a:off x="805109" y="1589414"/>
            <a:ext cx="3852820" cy="2121974"/>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arrow parallel in the main form on the upper right, the receiving report – main form will be minimize and the other information will be displayed as shown in the photo below.</a:t>
            </a:r>
          </a:p>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arrow parallel to what information you want to open and provide the necessary filter to generate the data you want to display.</a:t>
            </a: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96E78E19-4025-2CF4-0152-5EE4A8E0C0E1}"/>
              </a:ext>
            </a:extLst>
          </p:cNvPr>
          <p:cNvPicPr>
            <a:picLocks noChangeAspect="1"/>
          </p:cNvPicPr>
          <p:nvPr/>
        </p:nvPicPr>
        <p:blipFill>
          <a:blip r:embed="rId3"/>
          <a:stretch>
            <a:fillRect/>
          </a:stretch>
        </p:blipFill>
        <p:spPr>
          <a:xfrm>
            <a:off x="5294021" y="1882199"/>
            <a:ext cx="6108721" cy="280440"/>
          </a:xfrm>
          <a:prstGeom prst="rect">
            <a:avLst/>
          </a:prstGeom>
        </p:spPr>
      </p:pic>
      <p:pic>
        <p:nvPicPr>
          <p:cNvPr id="2" name="Picture 1">
            <a:extLst>
              <a:ext uri="{FF2B5EF4-FFF2-40B4-BE49-F238E27FC236}">
                <a16:creationId xmlns:a16="http://schemas.microsoft.com/office/drawing/2014/main" id="{66A23998-C8CA-2D70-0623-A9BD02B303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90211" y="1088449"/>
            <a:ext cx="6189345" cy="793750"/>
          </a:xfrm>
          <a:prstGeom prst="rect">
            <a:avLst/>
          </a:prstGeom>
        </p:spPr>
      </p:pic>
      <p:sp>
        <p:nvSpPr>
          <p:cNvPr id="3" name="TextBox 2">
            <a:extLst>
              <a:ext uri="{FF2B5EF4-FFF2-40B4-BE49-F238E27FC236}">
                <a16:creationId xmlns:a16="http://schemas.microsoft.com/office/drawing/2014/main" id="{1A3F9E31-7459-0787-C83C-77A9E5AF21CC}"/>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Receiving Report</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9" name="Picture 8">
            <a:extLst>
              <a:ext uri="{FF2B5EF4-FFF2-40B4-BE49-F238E27FC236}">
                <a16:creationId xmlns:a16="http://schemas.microsoft.com/office/drawing/2014/main" id="{7221EBDE-AC12-8A93-CB6E-908B9826BFD2}"/>
              </a:ext>
            </a:extLst>
          </p:cNvPr>
          <p:cNvPicPr>
            <a:picLocks noChangeAspect="1"/>
          </p:cNvPicPr>
          <p:nvPr/>
        </p:nvPicPr>
        <p:blipFill>
          <a:blip r:embed="rId5"/>
          <a:stretch>
            <a:fillRect/>
          </a:stretch>
        </p:blipFill>
        <p:spPr>
          <a:xfrm>
            <a:off x="5294183" y="2751797"/>
            <a:ext cx="6322941" cy="2825835"/>
          </a:xfrm>
          <a:prstGeom prst="rect">
            <a:avLst/>
          </a:prstGeom>
        </p:spPr>
      </p:pic>
      <p:sp>
        <p:nvSpPr>
          <p:cNvPr id="6" name="Slide Number Placeholder 5">
            <a:extLst>
              <a:ext uri="{FF2B5EF4-FFF2-40B4-BE49-F238E27FC236}">
                <a16:creationId xmlns:a16="http://schemas.microsoft.com/office/drawing/2014/main" id="{0765E8B5-3833-3CCA-8AE0-81C3C773C8D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79568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1046</Words>
  <Application>Microsoft Office PowerPoint</Application>
  <PresentationFormat>Widescreen</PresentationFormat>
  <Paragraphs>141</Paragraphs>
  <Slides>10</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10</vt:i4>
      </vt:variant>
    </vt:vector>
  </HeadingPairs>
  <TitlesOfParts>
    <vt:vector size="18" baseType="lpstr">
      <vt:lpstr>Animosa Extra Bold</vt:lpstr>
      <vt:lpstr>Arial</vt:lpstr>
      <vt:lpstr>Bodoni MT Condensed</vt:lpstr>
      <vt:lpstr>Calibri</vt:lpstr>
      <vt:lpstr>Calibri Light</vt:lpstr>
      <vt:lpstr>Chivo Light</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1</cp:revision>
  <dcterms:created xsi:type="dcterms:W3CDTF">2023-01-03T08:41:33Z</dcterms:created>
  <dcterms:modified xsi:type="dcterms:W3CDTF">2023-01-03T08:41:47Z</dcterms:modified>
</cp:coreProperties>
</file>