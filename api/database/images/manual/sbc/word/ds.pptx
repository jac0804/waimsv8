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3" r:id="rId3"/>
    <p:sldId id="270" r:id="rId4"/>
    <p:sldId id="271" r:id="rId5"/>
    <p:sldId id="272" r:id="rId6"/>
    <p:sldId id="273" r:id="rId7"/>
    <p:sldId id="274" r:id="rId8"/>
    <p:sldId id="275" r:id="rId9"/>
    <p:sldId id="276" r:id="rId10"/>
    <p:sldId id="27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29270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559972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35664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11653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15966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66550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05287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979562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41697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15276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65486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2271611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Deposit Slip</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PH"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A module where we record deposit of cash and/or check we received.</a:t>
            </a: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227330" lvl="0" indent="457200" algn="ctr" defTabSz="914400" rtl="0" eaLnBrk="1" fontAlgn="auto" latinLnBrk="0" hangingPunct="1">
              <a:lnSpc>
                <a:spcPct val="107000"/>
              </a:lnSpc>
              <a:spcBef>
                <a:spcPts val="190"/>
              </a:spcBef>
              <a:spcAft>
                <a:spcPts val="800"/>
              </a:spcAft>
              <a:buClrTx/>
              <a:buSzTx/>
              <a:buFontTx/>
              <a:buNone/>
              <a:tabLst/>
              <a:defRPr/>
            </a:pPr>
            <a:r>
              <a:rPr kumimoji="0" lang="en-PH"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rPr>
              <a:t> </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400" b="0" i="0" u="none" strike="noStrike" kern="1200" cap="all"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rPr>
              <a:t> </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400" b="0" i="0" u="none" strike="noStrike" kern="1200" cap="all"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rPr>
              <a:t> </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374136"/>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grpSp>
        <p:nvGrpSpPr>
          <p:cNvPr id="12" name="Group 11">
            <a:extLst>
              <a:ext uri="{FF2B5EF4-FFF2-40B4-BE49-F238E27FC236}">
                <a16:creationId xmlns:a16="http://schemas.microsoft.com/office/drawing/2014/main" id="{1FF8D24E-D52B-19C8-FA76-97D5038F4A94}"/>
              </a:ext>
            </a:extLst>
          </p:cNvPr>
          <p:cNvGrpSpPr/>
          <p:nvPr/>
        </p:nvGrpSpPr>
        <p:grpSpPr>
          <a:xfrm>
            <a:off x="5439410" y="1348502"/>
            <a:ext cx="5994400" cy="1350010"/>
            <a:chOff x="0" y="0"/>
            <a:chExt cx="5994630" cy="1350155"/>
          </a:xfrm>
        </p:grpSpPr>
        <p:grpSp>
          <p:nvGrpSpPr>
            <p:cNvPr id="13" name="Group 12">
              <a:extLst>
                <a:ext uri="{FF2B5EF4-FFF2-40B4-BE49-F238E27FC236}">
                  <a16:creationId xmlns:a16="http://schemas.microsoft.com/office/drawing/2014/main" id="{B3979088-BE1E-4577-2302-7E63637F9B71}"/>
                </a:ext>
              </a:extLst>
            </p:cNvPr>
            <p:cNvGrpSpPr/>
            <p:nvPr/>
          </p:nvGrpSpPr>
          <p:grpSpPr>
            <a:xfrm>
              <a:off x="10390" y="0"/>
              <a:ext cx="5984240" cy="1271905"/>
              <a:chOff x="0" y="0"/>
              <a:chExt cx="5984240" cy="1271905"/>
            </a:xfrm>
          </p:grpSpPr>
          <p:pic>
            <p:nvPicPr>
              <p:cNvPr id="18" name="Picture 17">
                <a:extLst>
                  <a:ext uri="{FF2B5EF4-FFF2-40B4-BE49-F238E27FC236}">
                    <a16:creationId xmlns:a16="http://schemas.microsoft.com/office/drawing/2014/main" id="{EA331FB0-1C15-4F3D-A442-1EFF0F8B2137}"/>
                  </a:ext>
                </a:extLst>
              </p:cNvPr>
              <p:cNvPicPr>
                <a:picLocks noChangeAspect="1"/>
              </p:cNvPicPr>
              <p:nvPr/>
            </p:nvPicPr>
            <p:blipFill rotWithShape="1">
              <a:blip r:embed="rId3">
                <a:extLst>
                  <a:ext uri="{28A0092B-C50C-407E-A947-70E740481C1C}">
                    <a14:useLocalDpi xmlns:a14="http://schemas.microsoft.com/office/drawing/2010/main" val="0"/>
                  </a:ext>
                </a:extLst>
              </a:blip>
              <a:srcRect b="27828"/>
              <a:stretch/>
            </p:blipFill>
            <p:spPr bwMode="auto">
              <a:xfrm>
                <a:off x="0" y="0"/>
                <a:ext cx="5984240" cy="1271905"/>
              </a:xfrm>
              <a:prstGeom prst="rect">
                <a:avLst/>
              </a:prstGeom>
              <a:ln>
                <a:noFill/>
              </a:ln>
              <a:extLst>
                <a:ext uri="{53640926-AAD7-44D8-BBD7-CCE9431645EC}">
                  <a14:shadowObscured xmlns:a14="http://schemas.microsoft.com/office/drawing/2010/main"/>
                </a:ext>
              </a:extLst>
            </p:spPr>
          </p:pic>
          <p:pic>
            <p:nvPicPr>
              <p:cNvPr id="19" name="Picture 18">
                <a:extLst>
                  <a:ext uri="{FF2B5EF4-FFF2-40B4-BE49-F238E27FC236}">
                    <a16:creationId xmlns:a16="http://schemas.microsoft.com/office/drawing/2014/main" id="{47C3D0DB-F68F-B3EF-B051-7E129BAD5E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54" y="1073426"/>
                <a:ext cx="849630" cy="163195"/>
              </a:xfrm>
              <a:prstGeom prst="rect">
                <a:avLst/>
              </a:prstGeom>
            </p:spPr>
          </p:pic>
        </p:grpSp>
        <p:sp>
          <p:nvSpPr>
            <p:cNvPr id="14" name="Rectangle 13">
              <a:extLst>
                <a:ext uri="{FF2B5EF4-FFF2-40B4-BE49-F238E27FC236}">
                  <a16:creationId xmlns:a16="http://schemas.microsoft.com/office/drawing/2014/main" id="{72AFA0C8-849A-B4D3-87A5-0FA06ED21F8B}"/>
                </a:ext>
              </a:extLst>
            </p:cNvPr>
            <p:cNvSpPr/>
            <p:nvPr/>
          </p:nvSpPr>
          <p:spPr>
            <a:xfrm>
              <a:off x="0" y="1059872"/>
              <a:ext cx="895433" cy="163195"/>
            </a:xfrm>
            <a:prstGeom prst="rect">
              <a:avLst/>
            </a:prstGeom>
            <a:no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84D9E503-A142-ADC7-187A-75F46B66CEDA}"/>
                </a:ext>
              </a:extLst>
            </p:cNvPr>
            <p:cNvSpPr/>
            <p:nvPr/>
          </p:nvSpPr>
          <p:spPr>
            <a:xfrm>
              <a:off x="1025236" y="817418"/>
              <a:ext cx="4920946" cy="532737"/>
            </a:xfrm>
            <a:prstGeom prst="rect">
              <a:avLst/>
            </a:prstGeom>
            <a:no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5740A2D8-4C28-CCFF-89DF-22C1A7F38260}"/>
                </a:ext>
              </a:extLst>
            </p:cNvPr>
            <p:cNvCxnSpPr/>
            <p:nvPr/>
          </p:nvCxnSpPr>
          <p:spPr>
            <a:xfrm flipV="1">
              <a:off x="869372" y="1134341"/>
              <a:ext cx="177800" cy="46990"/>
            </a:xfrm>
            <a:prstGeom prst="straightConnector1">
              <a:avLst/>
            </a:prstGeom>
            <a:noFill/>
            <a:ln w="6350" cap="flat" cmpd="sng" algn="ctr">
              <a:solidFill>
                <a:sysClr val="windowText" lastClr="000000"/>
              </a:solidFill>
              <a:prstDash val="solid"/>
              <a:miter lim="800000"/>
              <a:tailEnd type="triangle"/>
            </a:ln>
            <a:effectLst/>
          </p:spPr>
        </p:cxnSp>
      </p:grpSp>
      <p:sp>
        <p:nvSpPr>
          <p:cNvPr id="20" name="Text Box 15">
            <a:extLst>
              <a:ext uri="{FF2B5EF4-FFF2-40B4-BE49-F238E27FC236}">
                <a16:creationId xmlns:a16="http://schemas.microsoft.com/office/drawing/2014/main" id="{E1DF78E5-41B8-4843-8426-68AD1D115D04}"/>
              </a:ext>
            </a:extLst>
          </p:cNvPr>
          <p:cNvSpPr txBox="1"/>
          <p:nvPr/>
        </p:nvSpPr>
        <p:spPr>
          <a:xfrm>
            <a:off x="832872" y="1846837"/>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PH"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Deposit Slip module under Accounting, Deposit Slip transactions list will display based on filtered date and status in the deposit slip - main window.</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2384804B-EE2E-A346-8D83-E2034F24A0DC}"/>
              </a:ext>
            </a:extLst>
          </p:cNvPr>
          <p:cNvSpPr txBox="1"/>
          <p:nvPr/>
        </p:nvSpPr>
        <p:spPr>
          <a:xfrm>
            <a:off x="805110" y="358338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Deposit Slip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540588" y="4109780"/>
            <a:ext cx="4179346" cy="219844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Deposit Slip – Main Window, you will notice a create button in the upper left of the window. Click the create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you will be redirect in deposit slip – main form where you will encode the other necessary information of the transaction and record the deposit slip transaction</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40" name="Group 39">
            <a:extLst>
              <a:ext uri="{FF2B5EF4-FFF2-40B4-BE49-F238E27FC236}">
                <a16:creationId xmlns:a16="http://schemas.microsoft.com/office/drawing/2014/main" id="{741FE4B6-4B37-B585-3736-FB62A5B1131C}"/>
              </a:ext>
            </a:extLst>
          </p:cNvPr>
          <p:cNvGrpSpPr/>
          <p:nvPr/>
        </p:nvGrpSpPr>
        <p:grpSpPr>
          <a:xfrm>
            <a:off x="5473653" y="3574701"/>
            <a:ext cx="5834380" cy="1641475"/>
            <a:chOff x="0" y="0"/>
            <a:chExt cx="5834471" cy="1641475"/>
          </a:xfrm>
        </p:grpSpPr>
        <p:pic>
          <p:nvPicPr>
            <p:cNvPr id="41" name="Picture 40">
              <a:extLst>
                <a:ext uri="{FF2B5EF4-FFF2-40B4-BE49-F238E27FC236}">
                  <a16:creationId xmlns:a16="http://schemas.microsoft.com/office/drawing/2014/main" id="{27DB2C80-C93A-0586-0969-AE0E3807BA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86" y="0"/>
              <a:ext cx="5823585" cy="1641475"/>
            </a:xfrm>
            <a:prstGeom prst="rect">
              <a:avLst/>
            </a:prstGeom>
          </p:spPr>
        </p:pic>
        <p:grpSp>
          <p:nvGrpSpPr>
            <p:cNvPr id="42" name="Group 41">
              <a:extLst>
                <a:ext uri="{FF2B5EF4-FFF2-40B4-BE49-F238E27FC236}">
                  <a16:creationId xmlns:a16="http://schemas.microsoft.com/office/drawing/2014/main" id="{032A9866-D1A0-F3DA-0971-1AA403F01359}"/>
                </a:ext>
              </a:extLst>
            </p:cNvPr>
            <p:cNvGrpSpPr/>
            <p:nvPr/>
          </p:nvGrpSpPr>
          <p:grpSpPr>
            <a:xfrm>
              <a:off x="0" y="190500"/>
              <a:ext cx="1209675" cy="276225"/>
              <a:chOff x="0" y="0"/>
              <a:chExt cx="1209675" cy="276225"/>
            </a:xfrm>
          </p:grpSpPr>
          <p:sp>
            <p:nvSpPr>
              <p:cNvPr id="43" name="Rectangle 42">
                <a:extLst>
                  <a:ext uri="{FF2B5EF4-FFF2-40B4-BE49-F238E27FC236}">
                    <a16:creationId xmlns:a16="http://schemas.microsoft.com/office/drawing/2014/main" id="{01881EDE-A828-1237-A933-F5BAB58F2833}"/>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C70FC4E9-0FF7-1EB9-96AD-383C9C8A933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22">
                <a:extLst>
                  <a:ext uri="{FF2B5EF4-FFF2-40B4-BE49-F238E27FC236}">
                    <a16:creationId xmlns:a16="http://schemas.microsoft.com/office/drawing/2014/main" id="{CC9B6D54-2775-0141-3E4D-461401D78D2E}"/>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sp>
        <p:nvSpPr>
          <p:cNvPr id="55" name="TextBox 54">
            <a:extLst>
              <a:ext uri="{FF2B5EF4-FFF2-40B4-BE49-F238E27FC236}">
                <a16:creationId xmlns:a16="http://schemas.microsoft.com/office/drawing/2014/main" id="{438989E4-F23C-F4AC-684B-2BE81114D33A}"/>
              </a:ext>
            </a:extLst>
          </p:cNvPr>
          <p:cNvSpPr txBox="1"/>
          <p:nvPr/>
        </p:nvSpPr>
        <p:spPr>
          <a:xfrm>
            <a:off x="7119936" y="271567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Deposit Slip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9">
            <a:extLst>
              <a:ext uri="{FF2B5EF4-FFF2-40B4-BE49-F238E27FC236}">
                <a16:creationId xmlns:a16="http://schemas.microsoft.com/office/drawing/2014/main" id="{5F96E4AE-0F17-4B13-DD8D-4AAF86D3706E}"/>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grpSp>
        <p:nvGrpSpPr>
          <p:cNvPr id="2" name="Group 1">
            <a:extLst>
              <a:ext uri="{FF2B5EF4-FFF2-40B4-BE49-F238E27FC236}">
                <a16:creationId xmlns:a16="http://schemas.microsoft.com/office/drawing/2014/main" id="{4B322EA5-3522-2CA9-A19E-48E66F1DC4FE}"/>
              </a:ext>
            </a:extLst>
          </p:cNvPr>
          <p:cNvGrpSpPr/>
          <p:nvPr/>
        </p:nvGrpSpPr>
        <p:grpSpPr>
          <a:xfrm>
            <a:off x="4889287" y="831053"/>
            <a:ext cx="6657613" cy="3041015"/>
            <a:chOff x="1351459" y="1878013"/>
            <a:chExt cx="6657613" cy="3041015"/>
          </a:xfrm>
        </p:grpSpPr>
        <p:grpSp>
          <p:nvGrpSpPr>
            <p:cNvPr id="3" name="Group 2">
              <a:extLst>
                <a:ext uri="{FF2B5EF4-FFF2-40B4-BE49-F238E27FC236}">
                  <a16:creationId xmlns:a16="http://schemas.microsoft.com/office/drawing/2014/main" id="{17DD292B-4468-CE6F-C1A4-1A5263A027AA}"/>
                </a:ext>
              </a:extLst>
            </p:cNvPr>
            <p:cNvGrpSpPr/>
            <p:nvPr/>
          </p:nvGrpSpPr>
          <p:grpSpPr>
            <a:xfrm>
              <a:off x="2108017" y="1878013"/>
              <a:ext cx="5901055" cy="3041015"/>
              <a:chOff x="0" y="0"/>
              <a:chExt cx="5901055" cy="3041485"/>
            </a:xfrm>
          </p:grpSpPr>
          <p:pic>
            <p:nvPicPr>
              <p:cNvPr id="8" name="Picture 7">
                <a:extLst>
                  <a:ext uri="{FF2B5EF4-FFF2-40B4-BE49-F238E27FC236}">
                    <a16:creationId xmlns:a16="http://schemas.microsoft.com/office/drawing/2014/main" id="{BC14C329-4695-1062-62DF-0D38E83027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901055" cy="2751455"/>
              </a:xfrm>
              <a:prstGeom prst="rect">
                <a:avLst/>
              </a:prstGeom>
            </p:spPr>
          </p:pic>
          <p:sp>
            <p:nvSpPr>
              <p:cNvPr id="9" name="Rectangle 8">
                <a:extLst>
                  <a:ext uri="{FF2B5EF4-FFF2-40B4-BE49-F238E27FC236}">
                    <a16:creationId xmlns:a16="http://schemas.microsoft.com/office/drawing/2014/main" id="{5A808424-1EB0-E7C8-0527-64553929B2CD}"/>
                  </a:ext>
                </a:extLst>
              </p:cNvPr>
              <p:cNvSpPr/>
              <p:nvPr/>
            </p:nvSpPr>
            <p:spPr>
              <a:xfrm>
                <a:off x="25400" y="704850"/>
                <a:ext cx="5822950" cy="7600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56FE3422-2104-701D-BB71-4FD6916C98C1}"/>
                  </a:ext>
                </a:extLst>
              </p:cNvPr>
              <p:cNvSpPr/>
              <p:nvPr/>
            </p:nvSpPr>
            <p:spPr>
              <a:xfrm>
                <a:off x="57150" y="2222500"/>
                <a:ext cx="5822950" cy="81898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 Box 9">
                <a:extLst>
                  <a:ext uri="{FF2B5EF4-FFF2-40B4-BE49-F238E27FC236}">
                    <a16:creationId xmlns:a16="http://schemas.microsoft.com/office/drawing/2014/main" id="{CCE65622-8998-9438-0669-1FC2224DD6C1}"/>
                  </a:ext>
                </a:extLst>
              </p:cNvPr>
              <p:cNvSpPr txBox="1"/>
              <p:nvPr/>
            </p:nvSpPr>
            <p:spPr>
              <a:xfrm>
                <a:off x="4635500" y="1035050"/>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17" name="Rectangle 16">
                <a:extLst>
                  <a:ext uri="{FF2B5EF4-FFF2-40B4-BE49-F238E27FC236}">
                    <a16:creationId xmlns:a16="http://schemas.microsoft.com/office/drawing/2014/main" id="{38D19B01-5255-7D15-D5CE-F7497FCEFA67}"/>
                  </a:ext>
                </a:extLst>
              </p:cNvPr>
              <p:cNvSpPr/>
              <p:nvPr/>
            </p:nvSpPr>
            <p:spPr>
              <a:xfrm>
                <a:off x="4470400" y="444500"/>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412F3844-6DF7-7F07-CD91-338F2C48DEBB}"/>
                  </a:ext>
                </a:extLst>
              </p:cNvPr>
              <p:cNvCxnSpPr/>
              <p:nvPr/>
            </p:nvCxnSpPr>
            <p:spPr>
              <a:xfrm>
                <a:off x="4857750" y="45085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16">
                <a:extLst>
                  <a:ext uri="{FF2B5EF4-FFF2-40B4-BE49-F238E27FC236}">
                    <a16:creationId xmlns:a16="http://schemas.microsoft.com/office/drawing/2014/main" id="{69188A86-BBCF-F080-89A2-D1F644B2A75A}"/>
                  </a:ext>
                </a:extLst>
              </p:cNvPr>
              <p:cNvSpPr txBox="1"/>
              <p:nvPr/>
            </p:nvSpPr>
            <p:spPr>
              <a:xfrm>
                <a:off x="5060950" y="3302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25" name="Rectangle 24">
                <a:extLst>
                  <a:ext uri="{FF2B5EF4-FFF2-40B4-BE49-F238E27FC236}">
                    <a16:creationId xmlns:a16="http://schemas.microsoft.com/office/drawing/2014/main" id="{828983A5-140E-7688-FD06-614C9B795746}"/>
                  </a:ext>
                </a:extLst>
              </p:cNvPr>
              <p:cNvSpPr/>
              <p:nvPr/>
            </p:nvSpPr>
            <p:spPr>
              <a:xfrm>
                <a:off x="2978150" y="1695450"/>
                <a:ext cx="711697" cy="1908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26274FA3-95FB-62B3-201B-8C9939FF7F51}"/>
                  </a:ext>
                </a:extLst>
              </p:cNvPr>
              <p:cNvCxnSpPr/>
              <p:nvPr/>
            </p:nvCxnSpPr>
            <p:spPr>
              <a:xfrm>
                <a:off x="3289300" y="1873250"/>
                <a:ext cx="94615" cy="118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454">
                <a:extLst>
                  <a:ext uri="{FF2B5EF4-FFF2-40B4-BE49-F238E27FC236}">
                    <a16:creationId xmlns:a16="http://schemas.microsoft.com/office/drawing/2014/main" id="{3CA0E284-4D7D-5259-277F-667D6DC6CB63}"/>
                  </a:ext>
                </a:extLst>
              </p:cNvPr>
              <p:cNvSpPr txBox="1"/>
              <p:nvPr/>
            </p:nvSpPr>
            <p:spPr>
              <a:xfrm>
                <a:off x="3238500" y="20066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sp>
          <p:nvSpPr>
            <p:cNvPr id="5" name="Text Box 465">
              <a:extLst>
                <a:ext uri="{FF2B5EF4-FFF2-40B4-BE49-F238E27FC236}">
                  <a16:creationId xmlns:a16="http://schemas.microsoft.com/office/drawing/2014/main" id="{7BF2939D-EA14-18C5-EF64-AC299DE91EB0}"/>
                </a:ext>
              </a:extLst>
            </p:cNvPr>
            <p:cNvSpPr txBox="1"/>
            <p:nvPr/>
          </p:nvSpPr>
          <p:spPr>
            <a:xfrm>
              <a:off x="1376859" y="4366153"/>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7" name="Text Box 487">
              <a:extLst>
                <a:ext uri="{FF2B5EF4-FFF2-40B4-BE49-F238E27FC236}">
                  <a16:creationId xmlns:a16="http://schemas.microsoft.com/office/drawing/2014/main" id="{09BA9DA7-87FB-44F1-4790-970CA6A10D0E}"/>
                </a:ext>
              </a:extLst>
            </p:cNvPr>
            <p:cNvSpPr txBox="1"/>
            <p:nvPr/>
          </p:nvSpPr>
          <p:spPr>
            <a:xfrm>
              <a:off x="1351459" y="2595773"/>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9" name="Text Box 489">
            <a:extLst>
              <a:ext uri="{FF2B5EF4-FFF2-40B4-BE49-F238E27FC236}">
                <a16:creationId xmlns:a16="http://schemas.microsoft.com/office/drawing/2014/main" id="{6170D067-3DEF-078D-2C84-5C8C7A5BE871}"/>
              </a:ext>
            </a:extLst>
          </p:cNvPr>
          <p:cNvSpPr txBox="1"/>
          <p:nvPr/>
        </p:nvSpPr>
        <p:spPr>
          <a:xfrm>
            <a:off x="308940" y="1834563"/>
            <a:ext cx="4377329" cy="290221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cash in bank account has automatically filled out. Click the lookup button and select the corresponding Cash in Bank account. </a:t>
            </a:r>
          </a:p>
          <a:p>
            <a:pPr marL="457200" marR="0" lvl="1" indent="0" algn="just" defTabSz="914400" rtl="0" eaLnBrk="1" fontAlgn="auto" latinLnBrk="0" hangingPunct="1">
              <a:lnSpc>
                <a:spcPct val="115000"/>
              </a:lnSpc>
              <a:spcBef>
                <a:spcPts val="0"/>
              </a:spcBef>
              <a:spcAft>
                <a:spcPts val="0"/>
              </a:spcAft>
              <a:buClrTx/>
              <a:buSzTx/>
              <a:buFontTx/>
              <a:buNone/>
              <a:tabLst/>
              <a:defRPr/>
            </a:pPr>
            <a:endPar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Current date is also plotted automatically but if you wish to change the date – click the date picker and select its respective received date. </a:t>
            </a:r>
          </a:p>
          <a:p>
            <a:pPr marL="457200" marR="0" lvl="1"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add the necessary information if necessary. </a:t>
            </a:r>
          </a:p>
          <a:p>
            <a:pPr marL="457200" marR="0" lvl="1"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 Box 25">
            <a:extLst>
              <a:ext uri="{FF2B5EF4-FFF2-40B4-BE49-F238E27FC236}">
                <a16:creationId xmlns:a16="http://schemas.microsoft.com/office/drawing/2014/main" id="{5C4A356F-0E62-E131-B8FF-3B1B66841203}"/>
              </a:ext>
            </a:extLst>
          </p:cNvPr>
          <p:cNvSpPr txBox="1"/>
          <p:nvPr/>
        </p:nvSpPr>
        <p:spPr>
          <a:xfrm>
            <a:off x="312749" y="4594324"/>
            <a:ext cx="4377329" cy="112835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my now select the cash and/or check account that you will record.</a:t>
            </a:r>
          </a:p>
          <a:p>
            <a:pPr marL="457200" marR="0" lvl="1"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accept, if done.</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5715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B7CEFEDC-C4A8-EE6D-85C4-133C23A814AD}"/>
              </a:ext>
            </a:extLst>
          </p:cNvPr>
          <p:cNvSpPr txBox="1"/>
          <p:nvPr/>
        </p:nvSpPr>
        <p:spPr>
          <a:xfrm>
            <a:off x="1254088" y="63780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Deposit Slip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grpSp>
        <p:nvGrpSpPr>
          <p:cNvPr id="37" name="Group 36">
            <a:extLst>
              <a:ext uri="{FF2B5EF4-FFF2-40B4-BE49-F238E27FC236}">
                <a16:creationId xmlns:a16="http://schemas.microsoft.com/office/drawing/2014/main" id="{4471212B-2EB1-4750-4DD9-9E4671E56D79}"/>
              </a:ext>
            </a:extLst>
          </p:cNvPr>
          <p:cNvGrpSpPr/>
          <p:nvPr/>
        </p:nvGrpSpPr>
        <p:grpSpPr>
          <a:xfrm>
            <a:off x="5699185" y="2566317"/>
            <a:ext cx="5826759" cy="5627870"/>
            <a:chOff x="1289109" y="3353925"/>
            <a:chExt cx="6153786" cy="5566485"/>
          </a:xfrm>
        </p:grpSpPr>
        <p:pic>
          <p:nvPicPr>
            <p:cNvPr id="35" name="Picture 34">
              <a:extLst>
                <a:ext uri="{FF2B5EF4-FFF2-40B4-BE49-F238E27FC236}">
                  <a16:creationId xmlns:a16="http://schemas.microsoft.com/office/drawing/2014/main" id="{5CC4078B-C82B-E13B-6A93-7A2E762EA802}"/>
                </a:ext>
              </a:extLst>
            </p:cNvPr>
            <p:cNvPicPr>
              <a:picLocks noChangeAspect="1"/>
            </p:cNvPicPr>
            <p:nvPr/>
          </p:nvPicPr>
          <p:blipFill rotWithShape="1">
            <a:blip r:embed="rId4">
              <a:extLst>
                <a:ext uri="{28A0092B-C50C-407E-A947-70E740481C1C}">
                  <a14:useLocalDpi xmlns:a14="http://schemas.microsoft.com/office/drawing/2010/main" val="0"/>
                </a:ext>
              </a:extLst>
            </a:blip>
            <a:srcRect t="-49281" b="49281"/>
            <a:stretch/>
          </p:blipFill>
          <p:spPr>
            <a:xfrm>
              <a:off x="1289110" y="3353925"/>
              <a:ext cx="6153785" cy="2783205"/>
            </a:xfrm>
            <a:prstGeom prst="rect">
              <a:avLst/>
            </a:prstGeom>
          </p:spPr>
        </p:pic>
        <p:pic>
          <p:nvPicPr>
            <p:cNvPr id="36" name="Picture 35">
              <a:extLst>
                <a:ext uri="{FF2B5EF4-FFF2-40B4-BE49-F238E27FC236}">
                  <a16:creationId xmlns:a16="http://schemas.microsoft.com/office/drawing/2014/main" id="{3CE7D998-B4E9-E387-F213-9FB1EBABB208}"/>
                </a:ext>
              </a:extLst>
            </p:cNvPr>
            <p:cNvPicPr>
              <a:picLocks noChangeAspect="1"/>
            </p:cNvPicPr>
            <p:nvPr/>
          </p:nvPicPr>
          <p:blipFill rotWithShape="1">
            <a:blip r:embed="rId4">
              <a:extLst>
                <a:ext uri="{28A0092B-C50C-407E-A947-70E740481C1C}">
                  <a14:useLocalDpi xmlns:a14="http://schemas.microsoft.com/office/drawing/2010/main" val="0"/>
                </a:ext>
              </a:extLst>
            </a:blip>
            <a:srcRect t="72279" b="-72279"/>
            <a:stretch/>
          </p:blipFill>
          <p:spPr>
            <a:xfrm>
              <a:off x="1289109" y="6137205"/>
              <a:ext cx="6153785" cy="2783205"/>
            </a:xfrm>
            <a:prstGeom prst="rect">
              <a:avLst/>
            </a:prstGeom>
          </p:spPr>
        </p:pic>
      </p:grpSp>
      <p:grpSp>
        <p:nvGrpSpPr>
          <p:cNvPr id="46" name="Group 45">
            <a:extLst>
              <a:ext uri="{FF2B5EF4-FFF2-40B4-BE49-F238E27FC236}">
                <a16:creationId xmlns:a16="http://schemas.microsoft.com/office/drawing/2014/main" id="{0F7E8F60-E138-E48E-453A-24F40FFE3DEB}"/>
              </a:ext>
            </a:extLst>
          </p:cNvPr>
          <p:cNvGrpSpPr/>
          <p:nvPr/>
        </p:nvGrpSpPr>
        <p:grpSpPr>
          <a:xfrm>
            <a:off x="5786180" y="4872775"/>
            <a:ext cx="6246960" cy="1741010"/>
            <a:chOff x="0" y="0"/>
            <a:chExt cx="6246960" cy="1741170"/>
          </a:xfrm>
        </p:grpSpPr>
        <p:sp>
          <p:nvSpPr>
            <p:cNvPr id="47" name="Rectangle 46">
              <a:extLst>
                <a:ext uri="{FF2B5EF4-FFF2-40B4-BE49-F238E27FC236}">
                  <a16:creationId xmlns:a16="http://schemas.microsoft.com/office/drawing/2014/main" id="{481716AB-600C-816D-0761-DC52F3AF9E3D}"/>
                </a:ext>
              </a:extLst>
            </p:cNvPr>
            <p:cNvSpPr/>
            <p:nvPr/>
          </p:nvSpPr>
          <p:spPr>
            <a:xfrm>
              <a:off x="0" y="50800"/>
              <a:ext cx="295910" cy="40551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5DD0F568-E9A2-60FE-20C3-7C50F5EC853A}"/>
                </a:ext>
              </a:extLst>
            </p:cNvPr>
            <p:cNvCxnSpPr/>
            <p:nvPr/>
          </p:nvCxnSpPr>
          <p:spPr>
            <a:xfrm>
              <a:off x="317500" y="15875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307">
              <a:extLst>
                <a:ext uri="{FF2B5EF4-FFF2-40B4-BE49-F238E27FC236}">
                  <a16:creationId xmlns:a16="http://schemas.microsoft.com/office/drawing/2014/main" id="{87D73318-2165-65FA-3D0A-F7275CDD38B0}"/>
                </a:ext>
              </a:extLst>
            </p:cNvPr>
            <p:cNvSpPr txBox="1"/>
            <p:nvPr/>
          </p:nvSpPr>
          <p:spPr>
            <a:xfrm>
              <a:off x="5143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sp>
          <p:nvSpPr>
            <p:cNvPr id="50" name="Rectangle 49">
              <a:extLst>
                <a:ext uri="{FF2B5EF4-FFF2-40B4-BE49-F238E27FC236}">
                  <a16:creationId xmlns:a16="http://schemas.microsoft.com/office/drawing/2014/main" id="{03C083B2-5834-048D-9F62-772EA6989262}"/>
                </a:ext>
              </a:extLst>
            </p:cNvPr>
            <p:cNvSpPr/>
            <p:nvPr/>
          </p:nvSpPr>
          <p:spPr>
            <a:xfrm>
              <a:off x="5060780" y="957398"/>
              <a:ext cx="473775" cy="33227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1" name="Straight Arrow Connector 50">
              <a:extLst>
                <a:ext uri="{FF2B5EF4-FFF2-40B4-BE49-F238E27FC236}">
                  <a16:creationId xmlns:a16="http://schemas.microsoft.com/office/drawing/2014/main" id="{AF108D1F-7E19-18EC-0F1A-F14F0B57A867}"/>
                </a:ext>
              </a:extLst>
            </p:cNvPr>
            <p:cNvCxnSpPr/>
            <p:nvPr/>
          </p:nvCxnSpPr>
          <p:spPr>
            <a:xfrm>
              <a:off x="5892800" y="173355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 Box 310">
              <a:extLst>
                <a:ext uri="{FF2B5EF4-FFF2-40B4-BE49-F238E27FC236}">
                  <a16:creationId xmlns:a16="http://schemas.microsoft.com/office/drawing/2014/main" id="{60F73435-D87F-8116-C6E7-F50DE1CF977C}"/>
                </a:ext>
              </a:extLst>
            </p:cNvPr>
            <p:cNvSpPr txBox="1"/>
            <p:nvPr/>
          </p:nvSpPr>
          <p:spPr>
            <a:xfrm>
              <a:off x="5771980" y="91294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grpSp>
      <p:sp>
        <p:nvSpPr>
          <p:cNvPr id="6" name="TextBox 5">
            <a:extLst>
              <a:ext uri="{FF2B5EF4-FFF2-40B4-BE49-F238E27FC236}">
                <a16:creationId xmlns:a16="http://schemas.microsoft.com/office/drawing/2014/main" id="{AAB8BB20-F2A3-4D6B-EBC0-BFAA67CD62C0}"/>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2BB7D44B-CB68-E4F4-8D3F-A78A738C73D6}"/>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6711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33" name="TextBox 32">
            <a:extLst>
              <a:ext uri="{FF2B5EF4-FFF2-40B4-BE49-F238E27FC236}">
                <a16:creationId xmlns:a16="http://schemas.microsoft.com/office/drawing/2014/main" id="{B7CEFEDC-C4A8-EE6D-85C4-133C23A814AD}"/>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Deposit Slip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15" name="TextBox 14">
            <a:extLst>
              <a:ext uri="{FF2B5EF4-FFF2-40B4-BE49-F238E27FC236}">
                <a16:creationId xmlns:a16="http://schemas.microsoft.com/office/drawing/2014/main" id="{C3D35352-FF16-5A57-B9EC-310FEBFE6531}"/>
              </a:ext>
            </a:extLst>
          </p:cNvPr>
          <p:cNvSpPr txBox="1"/>
          <p:nvPr/>
        </p:nvSpPr>
        <p:spPr>
          <a:xfrm>
            <a:off x="723900" y="1870075"/>
            <a:ext cx="3934029" cy="2593915"/>
          </a:xfrm>
          <a:prstGeom prst="rect">
            <a:avLst/>
          </a:prstGeom>
          <a:noFill/>
        </p:spPr>
        <p:txBody>
          <a:bodyPr wrap="square">
            <a:sp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cash and/or check account, you will be redirect in deposit slip – main window and the selected accounts will be displayed in deposit slip – detail.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22860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add other account, click add account and search the account you wish to add. </a:t>
            </a:r>
          </a:p>
          <a:p>
            <a:pPr marL="0" marR="0" lvl="0" indent="-22860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22860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8.</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an account, a dialog box will prompt. Enter the details of the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22860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22860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43" name="Group 42">
            <a:extLst>
              <a:ext uri="{FF2B5EF4-FFF2-40B4-BE49-F238E27FC236}">
                <a16:creationId xmlns:a16="http://schemas.microsoft.com/office/drawing/2014/main" id="{F1BEC476-9F86-A556-5CB5-EB0B43B55805}"/>
              </a:ext>
            </a:extLst>
          </p:cNvPr>
          <p:cNvGrpSpPr/>
          <p:nvPr/>
        </p:nvGrpSpPr>
        <p:grpSpPr>
          <a:xfrm>
            <a:off x="5638235" y="1870075"/>
            <a:ext cx="5748655" cy="2995930"/>
            <a:chOff x="5638235" y="1548813"/>
            <a:chExt cx="5748655" cy="2995930"/>
          </a:xfrm>
        </p:grpSpPr>
        <p:grpSp>
          <p:nvGrpSpPr>
            <p:cNvPr id="20" name="Group 19">
              <a:extLst>
                <a:ext uri="{FF2B5EF4-FFF2-40B4-BE49-F238E27FC236}">
                  <a16:creationId xmlns:a16="http://schemas.microsoft.com/office/drawing/2014/main" id="{F4747B3F-3365-A8E9-B250-215AD8890FD1}"/>
                </a:ext>
              </a:extLst>
            </p:cNvPr>
            <p:cNvGrpSpPr/>
            <p:nvPr/>
          </p:nvGrpSpPr>
          <p:grpSpPr>
            <a:xfrm>
              <a:off x="5638235" y="1548813"/>
              <a:ext cx="5748655" cy="2995930"/>
              <a:chOff x="3395345" y="1931035"/>
              <a:chExt cx="5748655" cy="2995930"/>
            </a:xfrm>
          </p:grpSpPr>
          <p:pic>
            <p:nvPicPr>
              <p:cNvPr id="16" name="Picture 15">
                <a:extLst>
                  <a:ext uri="{FF2B5EF4-FFF2-40B4-BE49-F238E27FC236}">
                    <a16:creationId xmlns:a16="http://schemas.microsoft.com/office/drawing/2014/main" id="{325D70EF-05D9-56D8-59D0-25887E5C78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345" y="1931035"/>
                <a:ext cx="5748655" cy="2179955"/>
              </a:xfrm>
              <a:prstGeom prst="rect">
                <a:avLst/>
              </a:prstGeom>
            </p:spPr>
          </p:pic>
          <p:pic>
            <p:nvPicPr>
              <p:cNvPr id="18" name="Picture 17">
                <a:extLst>
                  <a:ext uri="{FF2B5EF4-FFF2-40B4-BE49-F238E27FC236}">
                    <a16:creationId xmlns:a16="http://schemas.microsoft.com/office/drawing/2014/main" id="{65B902B6-77E9-B0E8-2E1D-1250B37EBD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4400" y="2949575"/>
                <a:ext cx="3716655" cy="1977390"/>
              </a:xfrm>
              <a:prstGeom prst="rect">
                <a:avLst/>
              </a:prstGeom>
            </p:spPr>
          </p:pic>
          <p:sp>
            <p:nvSpPr>
              <p:cNvPr id="19" name="Text Box 241">
                <a:extLst>
                  <a:ext uri="{FF2B5EF4-FFF2-40B4-BE49-F238E27FC236}">
                    <a16:creationId xmlns:a16="http://schemas.microsoft.com/office/drawing/2014/main" id="{E963E958-BAC6-3908-5EEC-8A220C15E1B4}"/>
                  </a:ext>
                </a:extLst>
              </p:cNvPr>
              <p:cNvSpPr txBox="1">
                <a:spLocks noChangeArrowheads="1"/>
              </p:cNvSpPr>
              <p:nvPr/>
            </p:nvSpPr>
            <p:spPr bwMode="auto">
              <a:xfrm>
                <a:off x="3944979" y="3624084"/>
                <a:ext cx="2734523" cy="82296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558800" marR="0" lvl="1"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an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34" name="Group 33">
              <a:extLst>
                <a:ext uri="{FF2B5EF4-FFF2-40B4-BE49-F238E27FC236}">
                  <a16:creationId xmlns:a16="http://schemas.microsoft.com/office/drawing/2014/main" id="{5FE65766-6A96-C4D9-98E8-6922E69CB240}"/>
                </a:ext>
              </a:extLst>
            </p:cNvPr>
            <p:cNvGrpSpPr/>
            <p:nvPr/>
          </p:nvGrpSpPr>
          <p:grpSpPr>
            <a:xfrm>
              <a:off x="5779770" y="2220007"/>
              <a:ext cx="4716780" cy="902336"/>
              <a:chOff x="0" y="0"/>
              <a:chExt cx="4716780" cy="902360"/>
            </a:xfrm>
          </p:grpSpPr>
          <p:sp>
            <p:nvSpPr>
              <p:cNvPr id="38" name="Rectangle 37">
                <a:extLst>
                  <a:ext uri="{FF2B5EF4-FFF2-40B4-BE49-F238E27FC236}">
                    <a16:creationId xmlns:a16="http://schemas.microsoft.com/office/drawing/2014/main" id="{AF7FE3B9-B2D1-37E7-D23E-B3B726ACED12}"/>
                  </a:ext>
                </a:extLst>
              </p:cNvPr>
              <p:cNvSpPr/>
              <p:nvPr/>
            </p:nvSpPr>
            <p:spPr>
              <a:xfrm>
                <a:off x="3498850" y="12700"/>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D89F8F8D-A28F-F7FB-FB74-71077DAEB8C4}"/>
                  </a:ext>
                </a:extLst>
              </p:cNvPr>
              <p:cNvCxnSpPr/>
              <p:nvPr/>
            </p:nvCxnSpPr>
            <p:spPr>
              <a:xfrm flipV="1">
                <a:off x="4102100" y="8890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Curved Right Arrow 315">
                <a:extLst>
                  <a:ext uri="{FF2B5EF4-FFF2-40B4-BE49-F238E27FC236}">
                    <a16:creationId xmlns:a16="http://schemas.microsoft.com/office/drawing/2014/main" id="{77BECFD1-A251-61E3-57A8-EB40ABB69EDB}"/>
                  </a:ext>
                </a:extLst>
              </p:cNvPr>
              <p:cNvSpPr/>
              <p:nvPr/>
            </p:nvSpPr>
            <p:spPr>
              <a:xfrm>
                <a:off x="2063750" y="107950"/>
                <a:ext cx="546265" cy="54626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C859B27E-94BC-1D6F-664A-A3CE052813AE}"/>
                  </a:ext>
                </a:extLst>
              </p:cNvPr>
              <p:cNvSpPr/>
              <p:nvPr/>
            </p:nvSpPr>
            <p:spPr>
              <a:xfrm>
                <a:off x="0" y="546100"/>
                <a:ext cx="3550723" cy="3562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Text Box 672">
                <a:extLst>
                  <a:ext uri="{FF2B5EF4-FFF2-40B4-BE49-F238E27FC236}">
                    <a16:creationId xmlns:a16="http://schemas.microsoft.com/office/drawing/2014/main" id="{6FE0A307-936E-7643-B0AD-BA440E631D2A}"/>
                  </a:ext>
                </a:extLst>
              </p:cNvPr>
              <p:cNvSpPr txBox="1"/>
              <p:nvPr/>
            </p:nvSpPr>
            <p:spPr>
              <a:xfrm>
                <a:off x="424180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grpSp>
      <p:sp>
        <p:nvSpPr>
          <p:cNvPr id="2" name="TextBox 1">
            <a:extLst>
              <a:ext uri="{FF2B5EF4-FFF2-40B4-BE49-F238E27FC236}">
                <a16:creationId xmlns:a16="http://schemas.microsoft.com/office/drawing/2014/main" id="{1F56D42B-9F4F-B1C5-77E1-3FEA4CEA58A7}"/>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1294A2D1-275C-6B82-FBC9-2E231CFD4BF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6833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B7CEFEDC-C4A8-EE6D-85C4-133C23A814AD}"/>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Deposit Slip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 name="Text Box 313">
            <a:extLst>
              <a:ext uri="{FF2B5EF4-FFF2-40B4-BE49-F238E27FC236}">
                <a16:creationId xmlns:a16="http://schemas.microsoft.com/office/drawing/2014/main" id="{4C2F9767-E717-55A2-3D53-B16ED5B4E4FE}"/>
              </a:ext>
            </a:extLst>
          </p:cNvPr>
          <p:cNvSpPr txBox="1"/>
          <p:nvPr/>
        </p:nvSpPr>
        <p:spPr>
          <a:xfrm>
            <a:off x="805110" y="3767218"/>
            <a:ext cx="3820351" cy="93226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45720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save the account, if you want to add more other account, click add to cart button and select more accounts again.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 Box 323">
            <a:extLst>
              <a:ext uri="{FF2B5EF4-FFF2-40B4-BE49-F238E27FC236}">
                <a16:creationId xmlns:a16="http://schemas.microsoft.com/office/drawing/2014/main" id="{CCE3E181-7796-0504-05CE-B170504ABB7B}"/>
              </a:ext>
            </a:extLst>
          </p:cNvPr>
          <p:cNvSpPr txBox="1"/>
          <p:nvPr/>
        </p:nvSpPr>
        <p:spPr>
          <a:xfrm>
            <a:off x="837578" y="1445592"/>
            <a:ext cx="3820351" cy="221181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the amount in the balance, click the balance to autofill the credit field. </a:t>
            </a:r>
          </a:p>
          <a:p>
            <a:pPr marL="0" marR="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22860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You may also add notes if necessary.</a:t>
            </a:r>
          </a:p>
          <a:p>
            <a:pPr marL="0" marR="0" lvl="0" indent="-22860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22860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the account is in Check, enter the check date and check number.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35" name="Group 34">
            <a:extLst>
              <a:ext uri="{FF2B5EF4-FFF2-40B4-BE49-F238E27FC236}">
                <a16:creationId xmlns:a16="http://schemas.microsoft.com/office/drawing/2014/main" id="{3CC3EAE9-88B9-7AE1-3E68-14CFB80550F5}"/>
              </a:ext>
            </a:extLst>
          </p:cNvPr>
          <p:cNvGrpSpPr/>
          <p:nvPr/>
        </p:nvGrpSpPr>
        <p:grpSpPr>
          <a:xfrm>
            <a:off x="5169522" y="1009443"/>
            <a:ext cx="6184900" cy="3613161"/>
            <a:chOff x="5106907" y="1171257"/>
            <a:chExt cx="6184900" cy="3613161"/>
          </a:xfrm>
        </p:grpSpPr>
        <p:pic>
          <p:nvPicPr>
            <p:cNvPr id="7" name="Picture 6">
              <a:extLst>
                <a:ext uri="{FF2B5EF4-FFF2-40B4-BE49-F238E27FC236}">
                  <a16:creationId xmlns:a16="http://schemas.microsoft.com/office/drawing/2014/main" id="{FA23B91F-D4C4-BBD8-D26E-86C67260B9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6907" y="1171257"/>
              <a:ext cx="6184900" cy="3387725"/>
            </a:xfrm>
            <a:prstGeom prst="rect">
              <a:avLst/>
            </a:prstGeom>
          </p:spPr>
        </p:pic>
        <p:grpSp>
          <p:nvGrpSpPr>
            <p:cNvPr id="8" name="Group 7">
              <a:extLst>
                <a:ext uri="{FF2B5EF4-FFF2-40B4-BE49-F238E27FC236}">
                  <a16:creationId xmlns:a16="http://schemas.microsoft.com/office/drawing/2014/main" id="{36190654-7A2A-7933-A026-E230A49E2375}"/>
                </a:ext>
              </a:extLst>
            </p:cNvPr>
            <p:cNvGrpSpPr/>
            <p:nvPr/>
          </p:nvGrpSpPr>
          <p:grpSpPr>
            <a:xfrm>
              <a:off x="6943090" y="1818968"/>
              <a:ext cx="3167380" cy="2965450"/>
              <a:chOff x="0" y="0"/>
              <a:chExt cx="3167380" cy="2965450"/>
            </a:xfrm>
          </p:grpSpPr>
          <p:sp>
            <p:nvSpPr>
              <p:cNvPr id="9" name="Rectangle 8">
                <a:extLst>
                  <a:ext uri="{FF2B5EF4-FFF2-40B4-BE49-F238E27FC236}">
                    <a16:creationId xmlns:a16="http://schemas.microsoft.com/office/drawing/2014/main" id="{9D1E851D-7840-60B0-7864-9B61AA5D8F9A}"/>
                  </a:ext>
                </a:extLst>
              </p:cNvPr>
              <p:cNvSpPr/>
              <p:nvPr/>
            </p:nvSpPr>
            <p:spPr>
              <a:xfrm>
                <a:off x="0" y="939800"/>
                <a:ext cx="2468245" cy="53273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326">
                <a:extLst>
                  <a:ext uri="{FF2B5EF4-FFF2-40B4-BE49-F238E27FC236}">
                    <a16:creationId xmlns:a16="http://schemas.microsoft.com/office/drawing/2014/main" id="{51703735-AB61-C546-0D79-C8CF9CA2F5D0}"/>
                  </a:ext>
                </a:extLst>
              </p:cNvPr>
              <p:cNvSpPr txBox="1"/>
              <p:nvPr/>
            </p:nvSpPr>
            <p:spPr>
              <a:xfrm>
                <a:off x="2692400" y="10985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11" name="Rectangle 10">
                <a:extLst>
                  <a:ext uri="{FF2B5EF4-FFF2-40B4-BE49-F238E27FC236}">
                    <a16:creationId xmlns:a16="http://schemas.microsoft.com/office/drawing/2014/main" id="{BF25DD6C-5021-416A-1D62-447E6DE0D0BC}"/>
                  </a:ext>
                </a:extLst>
              </p:cNvPr>
              <p:cNvSpPr/>
              <p:nvPr/>
            </p:nvSpPr>
            <p:spPr>
              <a:xfrm>
                <a:off x="0" y="1511300"/>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Box 333">
                <a:extLst>
                  <a:ext uri="{FF2B5EF4-FFF2-40B4-BE49-F238E27FC236}">
                    <a16:creationId xmlns:a16="http://schemas.microsoft.com/office/drawing/2014/main" id="{CE05E940-59E4-CBF5-E5C3-C3500A9C159D}"/>
                  </a:ext>
                </a:extLst>
              </p:cNvPr>
              <p:cNvSpPr txBox="1"/>
              <p:nvPr/>
            </p:nvSpPr>
            <p:spPr>
              <a:xfrm>
                <a:off x="2692400" y="14160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sp>
            <p:nvSpPr>
              <p:cNvPr id="13" name="Rectangle 12">
                <a:extLst>
                  <a:ext uri="{FF2B5EF4-FFF2-40B4-BE49-F238E27FC236}">
                    <a16:creationId xmlns:a16="http://schemas.microsoft.com/office/drawing/2014/main" id="{60275152-EF6D-BC4D-14C0-22B771DD4648}"/>
                  </a:ext>
                </a:extLst>
              </p:cNvPr>
              <p:cNvSpPr/>
              <p:nvPr/>
            </p:nvSpPr>
            <p:spPr>
              <a:xfrm>
                <a:off x="1689100" y="2286000"/>
                <a:ext cx="926275" cy="2493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9F59E387-1D63-F33F-BF49-39CE99A8CB5E}"/>
                  </a:ext>
                </a:extLst>
              </p:cNvPr>
              <p:cNvCxnSpPr/>
              <p:nvPr/>
            </p:nvCxnSpPr>
            <p:spPr>
              <a:xfrm flipH="1">
                <a:off x="2495550" y="248285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336">
                <a:extLst>
                  <a:ext uri="{FF2B5EF4-FFF2-40B4-BE49-F238E27FC236}">
                    <a16:creationId xmlns:a16="http://schemas.microsoft.com/office/drawing/2014/main" id="{E825014C-8605-9A15-B1F4-506E2B597596}"/>
                  </a:ext>
                </a:extLst>
              </p:cNvPr>
              <p:cNvSpPr txBox="1"/>
              <p:nvPr/>
            </p:nvSpPr>
            <p:spPr>
              <a:xfrm>
                <a:off x="1974850" y="2673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22" name="Rectangle 21">
                <a:extLst>
                  <a:ext uri="{FF2B5EF4-FFF2-40B4-BE49-F238E27FC236}">
                    <a16:creationId xmlns:a16="http://schemas.microsoft.com/office/drawing/2014/main" id="{4DC53358-4EE2-12ED-6C85-05DD20BC58D7}"/>
                  </a:ext>
                </a:extLst>
              </p:cNvPr>
              <p:cNvSpPr/>
              <p:nvPr/>
            </p:nvSpPr>
            <p:spPr>
              <a:xfrm>
                <a:off x="1003300" y="2286000"/>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1E172230-34B0-838B-1498-A83BF490C3E5}"/>
                  </a:ext>
                </a:extLst>
              </p:cNvPr>
              <p:cNvCxnSpPr/>
              <p:nvPr/>
            </p:nvCxnSpPr>
            <p:spPr>
              <a:xfrm flipH="1">
                <a:off x="1485900" y="248920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339">
                <a:extLst>
                  <a:ext uri="{FF2B5EF4-FFF2-40B4-BE49-F238E27FC236}">
                    <a16:creationId xmlns:a16="http://schemas.microsoft.com/office/drawing/2014/main" id="{819FACBE-DEDA-0609-CC57-BE795F57D8D3}"/>
                  </a:ext>
                </a:extLst>
              </p:cNvPr>
              <p:cNvSpPr txBox="1"/>
              <p:nvPr/>
            </p:nvSpPr>
            <p:spPr>
              <a:xfrm>
                <a:off x="965200" y="26797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11.2</a:t>
                </a:r>
              </a:p>
            </p:txBody>
          </p:sp>
          <p:sp>
            <p:nvSpPr>
              <p:cNvPr id="25" name="Rectangle 24">
                <a:extLst>
                  <a:ext uri="{FF2B5EF4-FFF2-40B4-BE49-F238E27FC236}">
                    <a16:creationId xmlns:a16="http://schemas.microsoft.com/office/drawing/2014/main" id="{8C1E0E84-E229-C8A2-A9A8-F7F76CE6BABB}"/>
                  </a:ext>
                </a:extLst>
              </p:cNvPr>
              <p:cNvSpPr/>
              <p:nvPr/>
            </p:nvSpPr>
            <p:spPr>
              <a:xfrm>
                <a:off x="260350" y="2279650"/>
                <a:ext cx="687647"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0EDEF188-4CF3-CAEA-871B-24D8398C8B70}"/>
                  </a:ext>
                </a:extLst>
              </p:cNvPr>
              <p:cNvCxnSpPr/>
              <p:nvPr/>
            </p:nvCxnSpPr>
            <p:spPr>
              <a:xfrm flipH="1">
                <a:off x="825500" y="248285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342">
                <a:extLst>
                  <a:ext uri="{FF2B5EF4-FFF2-40B4-BE49-F238E27FC236}">
                    <a16:creationId xmlns:a16="http://schemas.microsoft.com/office/drawing/2014/main" id="{61A51D0C-C625-DABB-C7BB-6F1A6B1BE91E}"/>
                  </a:ext>
                </a:extLst>
              </p:cNvPr>
              <p:cNvSpPr txBox="1"/>
              <p:nvPr/>
            </p:nvSpPr>
            <p:spPr>
              <a:xfrm>
                <a:off x="304800" y="2673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sp>
            <p:nvSpPr>
              <p:cNvPr id="29" name="Rectangle 28">
                <a:extLst>
                  <a:ext uri="{FF2B5EF4-FFF2-40B4-BE49-F238E27FC236}">
                    <a16:creationId xmlns:a16="http://schemas.microsoft.com/office/drawing/2014/main" id="{69FD212B-D686-037D-B904-B001EF5BB73B}"/>
                  </a:ext>
                </a:extLst>
              </p:cNvPr>
              <p:cNvSpPr/>
              <p:nvPr/>
            </p:nvSpPr>
            <p:spPr>
              <a:xfrm>
                <a:off x="0" y="1816100"/>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Text Box 1124">
                <a:extLst>
                  <a:ext uri="{FF2B5EF4-FFF2-40B4-BE49-F238E27FC236}">
                    <a16:creationId xmlns:a16="http://schemas.microsoft.com/office/drawing/2014/main" id="{295E5D96-372A-AEF8-C5C9-AC493E89B465}"/>
                  </a:ext>
                </a:extLst>
              </p:cNvPr>
              <p:cNvSpPr txBox="1"/>
              <p:nvPr/>
            </p:nvSpPr>
            <p:spPr>
              <a:xfrm>
                <a:off x="2692400" y="17145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sp>
            <p:nvSpPr>
              <p:cNvPr id="31" name="Rectangle 30">
                <a:extLst>
                  <a:ext uri="{FF2B5EF4-FFF2-40B4-BE49-F238E27FC236}">
                    <a16:creationId xmlns:a16="http://schemas.microsoft.com/office/drawing/2014/main" id="{12FA402B-C393-1890-B4AF-649037C35A74}"/>
                  </a:ext>
                </a:extLst>
              </p:cNvPr>
              <p:cNvSpPr/>
              <p:nvPr/>
            </p:nvSpPr>
            <p:spPr>
              <a:xfrm>
                <a:off x="0" y="101600"/>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 Box 1127">
                <a:extLst>
                  <a:ext uri="{FF2B5EF4-FFF2-40B4-BE49-F238E27FC236}">
                    <a16:creationId xmlns:a16="http://schemas.microsoft.com/office/drawing/2014/main" id="{CCBAE151-123A-FDB9-E876-4DFA7ED6B773}"/>
                  </a:ext>
                </a:extLst>
              </p:cNvPr>
              <p:cNvSpPr txBox="1"/>
              <p:nvPr/>
            </p:nvSpPr>
            <p:spPr>
              <a:xfrm>
                <a:off x="269240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48" name="Group 47">
            <a:extLst>
              <a:ext uri="{FF2B5EF4-FFF2-40B4-BE49-F238E27FC236}">
                <a16:creationId xmlns:a16="http://schemas.microsoft.com/office/drawing/2014/main" id="{6E80BB34-EF74-C837-F086-25F9BCD9945F}"/>
              </a:ext>
            </a:extLst>
          </p:cNvPr>
          <p:cNvGrpSpPr/>
          <p:nvPr/>
        </p:nvGrpSpPr>
        <p:grpSpPr>
          <a:xfrm>
            <a:off x="5145154" y="4701355"/>
            <a:ext cx="6189345" cy="1629410"/>
            <a:chOff x="5165077" y="4541858"/>
            <a:chExt cx="6189345" cy="1629410"/>
          </a:xfrm>
        </p:grpSpPr>
        <p:pic>
          <p:nvPicPr>
            <p:cNvPr id="44" name="Picture 43">
              <a:extLst>
                <a:ext uri="{FF2B5EF4-FFF2-40B4-BE49-F238E27FC236}">
                  <a16:creationId xmlns:a16="http://schemas.microsoft.com/office/drawing/2014/main" id="{FB0AE673-CE4A-6DEF-2D6C-244E2CF3F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5077" y="4541858"/>
              <a:ext cx="6189345" cy="1508125"/>
            </a:xfrm>
            <a:prstGeom prst="rect">
              <a:avLst/>
            </a:prstGeom>
          </p:spPr>
        </p:pic>
        <p:sp>
          <p:nvSpPr>
            <p:cNvPr id="45" name="Text Box 241">
              <a:extLst>
                <a:ext uri="{FF2B5EF4-FFF2-40B4-BE49-F238E27FC236}">
                  <a16:creationId xmlns:a16="http://schemas.microsoft.com/office/drawing/2014/main" id="{94488214-D4EF-D47D-942E-3FF100DDD74B}"/>
                </a:ext>
              </a:extLst>
            </p:cNvPr>
            <p:cNvSpPr txBox="1">
              <a:spLocks noChangeArrowheads="1"/>
            </p:cNvSpPr>
            <p:nvPr/>
          </p:nvSpPr>
          <p:spPr bwMode="auto">
            <a:xfrm>
              <a:off x="5165077" y="5195908"/>
              <a:ext cx="3300731"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deposit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6" name="Rectangle 45">
              <a:extLst>
                <a:ext uri="{FF2B5EF4-FFF2-40B4-BE49-F238E27FC236}">
                  <a16:creationId xmlns:a16="http://schemas.microsoft.com/office/drawing/2014/main" id="{5C2C8FF9-21E5-B3B5-CE55-25362E50E406}"/>
                </a:ext>
              </a:extLst>
            </p:cNvPr>
            <p:cNvSpPr/>
            <p:nvPr/>
          </p:nvSpPr>
          <p:spPr>
            <a:xfrm>
              <a:off x="10619727" y="4592658"/>
              <a:ext cx="448945"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Text Box 369">
              <a:extLst>
                <a:ext uri="{FF2B5EF4-FFF2-40B4-BE49-F238E27FC236}">
                  <a16:creationId xmlns:a16="http://schemas.microsoft.com/office/drawing/2014/main" id="{96B71425-207F-456F-A4CC-C9A67C48A9C6}"/>
                </a:ext>
              </a:extLst>
            </p:cNvPr>
            <p:cNvSpPr txBox="1"/>
            <p:nvPr/>
          </p:nvSpPr>
          <p:spPr>
            <a:xfrm>
              <a:off x="10422877" y="498000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grpSp>
      <p:sp>
        <p:nvSpPr>
          <p:cNvPr id="51" name="Text Box 343">
            <a:extLst>
              <a:ext uri="{FF2B5EF4-FFF2-40B4-BE49-F238E27FC236}">
                <a16:creationId xmlns:a16="http://schemas.microsoft.com/office/drawing/2014/main" id="{45319FA6-8505-4A59-8C09-09C82D929F47}"/>
              </a:ext>
            </a:extLst>
          </p:cNvPr>
          <p:cNvSpPr txBox="1"/>
          <p:nvPr/>
        </p:nvSpPr>
        <p:spPr>
          <a:xfrm>
            <a:off x="837578" y="4648302"/>
            <a:ext cx="3787883" cy="16534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1"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plot the selected account already in deposit slip– detail, you may click add/ save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AB5F89D-DF71-A85B-8D0C-F48E372BB6AC}"/>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61096ABC-8D22-FA3C-A33B-EFFC346CF383}"/>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44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33" name="TextBox 32">
            <a:extLst>
              <a:ext uri="{FF2B5EF4-FFF2-40B4-BE49-F238E27FC236}">
                <a16:creationId xmlns:a16="http://schemas.microsoft.com/office/drawing/2014/main" id="{B7CEFEDC-C4A8-EE6D-85C4-133C23A814AD}"/>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Deposit Slip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1" name="Text Box 343">
            <a:extLst>
              <a:ext uri="{FF2B5EF4-FFF2-40B4-BE49-F238E27FC236}">
                <a16:creationId xmlns:a16="http://schemas.microsoft.com/office/drawing/2014/main" id="{45319FA6-8505-4A59-8C09-09C82D929F47}"/>
              </a:ext>
            </a:extLst>
          </p:cNvPr>
          <p:cNvSpPr txBox="1"/>
          <p:nvPr/>
        </p:nvSpPr>
        <p:spPr>
          <a:xfrm>
            <a:off x="844179" y="2998470"/>
            <a:ext cx="3787883" cy="16534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1"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p>
          <a:p>
            <a:pPr marL="0" marR="0" lvl="1"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1"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38" name="Group 37">
            <a:extLst>
              <a:ext uri="{FF2B5EF4-FFF2-40B4-BE49-F238E27FC236}">
                <a16:creationId xmlns:a16="http://schemas.microsoft.com/office/drawing/2014/main" id="{5251E148-027A-F3F4-4525-C01D2EAFA71E}"/>
              </a:ext>
            </a:extLst>
          </p:cNvPr>
          <p:cNvGrpSpPr/>
          <p:nvPr/>
        </p:nvGrpSpPr>
        <p:grpSpPr>
          <a:xfrm>
            <a:off x="5269973" y="2003933"/>
            <a:ext cx="6389896" cy="3278950"/>
            <a:chOff x="2747753" y="2240153"/>
            <a:chExt cx="6389896" cy="3278950"/>
          </a:xfrm>
        </p:grpSpPr>
        <p:pic>
          <p:nvPicPr>
            <p:cNvPr id="2" name="Picture 1">
              <a:extLst>
                <a:ext uri="{FF2B5EF4-FFF2-40B4-BE49-F238E27FC236}">
                  <a16:creationId xmlns:a16="http://schemas.microsoft.com/office/drawing/2014/main" id="{92DBA004-813B-EE41-7A96-82FF05BD6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7753" y="2240153"/>
              <a:ext cx="6189345" cy="2346960"/>
            </a:xfrm>
            <a:prstGeom prst="rect">
              <a:avLst/>
            </a:prstGeom>
          </p:spPr>
        </p:pic>
        <p:pic>
          <p:nvPicPr>
            <p:cNvPr id="3" name="Picture 2">
              <a:extLst>
                <a:ext uri="{FF2B5EF4-FFF2-40B4-BE49-F238E27FC236}">
                  <a16:creationId xmlns:a16="http://schemas.microsoft.com/office/drawing/2014/main" id="{B8F9058F-2A84-816B-967F-9A14F813F9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0627" y="2954338"/>
              <a:ext cx="4690745" cy="2564765"/>
            </a:xfrm>
            <a:prstGeom prst="rect">
              <a:avLst/>
            </a:prstGeom>
            <a:ln>
              <a:noFill/>
            </a:ln>
            <a:effectLst>
              <a:outerShdw blurRad="292100" dist="139700" dir="2700000" algn="tl" rotWithShape="0">
                <a:srgbClr val="333333">
                  <a:alpha val="65000"/>
                </a:srgbClr>
              </a:outerShdw>
            </a:effectLst>
          </p:spPr>
        </p:pic>
        <p:grpSp>
          <p:nvGrpSpPr>
            <p:cNvPr id="15" name="Group 14">
              <a:extLst>
                <a:ext uri="{FF2B5EF4-FFF2-40B4-BE49-F238E27FC236}">
                  <a16:creationId xmlns:a16="http://schemas.microsoft.com/office/drawing/2014/main" id="{6FD24EDD-2CD5-44C4-1285-956937B6BFAF}"/>
                </a:ext>
              </a:extLst>
            </p:cNvPr>
            <p:cNvGrpSpPr/>
            <p:nvPr/>
          </p:nvGrpSpPr>
          <p:grpSpPr>
            <a:xfrm>
              <a:off x="6395719" y="2625090"/>
              <a:ext cx="2741930" cy="922020"/>
              <a:chOff x="0" y="0"/>
              <a:chExt cx="2741930" cy="922020"/>
            </a:xfrm>
          </p:grpSpPr>
          <p:sp>
            <p:nvSpPr>
              <p:cNvPr id="16" name="Rectangle 15">
                <a:extLst>
                  <a:ext uri="{FF2B5EF4-FFF2-40B4-BE49-F238E27FC236}">
                    <a16:creationId xmlns:a16="http://schemas.microsoft.com/office/drawing/2014/main" id="{6F08EED2-7F75-2E42-1CC3-4A0C0CEA1FC5}"/>
                  </a:ext>
                </a:extLst>
              </p:cNvPr>
              <p:cNvSpPr/>
              <p:nvPr/>
            </p:nvSpPr>
            <p:spPr>
              <a:xfrm>
                <a:off x="1847850" y="57150"/>
                <a:ext cx="268663"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67E0D1BC-BB54-53F3-BE02-CB64E3A4E2E9}"/>
                  </a:ext>
                </a:extLst>
              </p:cNvPr>
              <p:cNvCxnSpPr/>
              <p:nvPr/>
            </p:nvCxnSpPr>
            <p:spPr>
              <a:xfrm flipV="1">
                <a:off x="2146300" y="1333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89">
                <a:extLst>
                  <a:ext uri="{FF2B5EF4-FFF2-40B4-BE49-F238E27FC236}">
                    <a16:creationId xmlns:a16="http://schemas.microsoft.com/office/drawing/2014/main" id="{DC796708-691A-91CE-D1EE-83F402CB058B}"/>
                  </a:ext>
                </a:extLst>
              </p:cNvPr>
              <p:cNvSpPr txBox="1"/>
              <p:nvPr/>
            </p:nvSpPr>
            <p:spPr>
              <a:xfrm>
                <a:off x="22669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sp>
            <p:nvSpPr>
              <p:cNvPr id="20" name="Curved Right Arrow 691">
                <a:extLst>
                  <a:ext uri="{FF2B5EF4-FFF2-40B4-BE49-F238E27FC236}">
                    <a16:creationId xmlns:a16="http://schemas.microsoft.com/office/drawing/2014/main" id="{AA992918-719E-BAE7-421A-7736FDAF7107}"/>
                  </a:ext>
                </a:extLst>
              </p:cNvPr>
              <p:cNvSpPr/>
              <p:nvPr/>
            </p:nvSpPr>
            <p:spPr>
              <a:xfrm>
                <a:off x="1384300" y="139700"/>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3DEE3A85-6C7C-2AFA-77EE-9E2B34590FB9}"/>
                  </a:ext>
                </a:extLst>
              </p:cNvPr>
              <p:cNvSpPr/>
              <p:nvPr/>
            </p:nvSpPr>
            <p:spPr>
              <a:xfrm>
                <a:off x="0" y="67310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54AD1478-6343-DD42-672E-C5623F9121E9}"/>
                  </a:ext>
                </a:extLst>
              </p:cNvPr>
              <p:cNvCxnSpPr/>
              <p:nvPr/>
            </p:nvCxnSpPr>
            <p:spPr>
              <a:xfrm flipV="1">
                <a:off x="393700" y="7302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 Box 694">
                <a:extLst>
                  <a:ext uri="{FF2B5EF4-FFF2-40B4-BE49-F238E27FC236}">
                    <a16:creationId xmlns:a16="http://schemas.microsoft.com/office/drawing/2014/main" id="{18C57C0C-BBA3-9FA7-4381-E01836E3CA88}"/>
                  </a:ext>
                </a:extLst>
              </p:cNvPr>
              <p:cNvSpPr txBox="1"/>
              <p:nvPr/>
            </p:nvSpPr>
            <p:spPr>
              <a:xfrm>
                <a:off x="520700" y="6096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13</a:t>
                </a:r>
              </a:p>
            </p:txBody>
          </p:sp>
        </p:grpSp>
      </p:grpSp>
      <p:sp>
        <p:nvSpPr>
          <p:cNvPr id="5" name="TextBox 4">
            <a:extLst>
              <a:ext uri="{FF2B5EF4-FFF2-40B4-BE49-F238E27FC236}">
                <a16:creationId xmlns:a16="http://schemas.microsoft.com/office/drawing/2014/main" id="{C817136D-3E23-5FEC-1EDF-8EADACF6A9C1}"/>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3CEFCB7B-A2ED-F066-9E3D-FA00EC7D696A}"/>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8345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Deposit Slip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 name="Text Box 34">
            <a:extLst>
              <a:ext uri="{FF2B5EF4-FFF2-40B4-BE49-F238E27FC236}">
                <a16:creationId xmlns:a16="http://schemas.microsoft.com/office/drawing/2014/main" id="{3C955D35-908F-C41B-A58E-309112EE5A39}"/>
              </a:ext>
            </a:extLst>
          </p:cNvPr>
          <p:cNvSpPr txBox="1"/>
          <p:nvPr/>
        </p:nvSpPr>
        <p:spPr>
          <a:xfrm>
            <a:off x="805109" y="1802434"/>
            <a:ext cx="3852820" cy="2084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571500" marR="0" lvl="0" indent="-45720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deposit slip – main window, search the deposit slip transaction you wish to edit its information in the search bar. Or,</a:t>
            </a:r>
          </a:p>
          <a:p>
            <a:pPr marL="571500" marR="0" lvl="0" indent="-45720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571500" marR="0" lvl="0" indent="-45720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deposit slip – main form, click the lookup button and select the transaction you wish to edit its information by typing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22" name="Group 21">
            <a:extLst>
              <a:ext uri="{FF2B5EF4-FFF2-40B4-BE49-F238E27FC236}">
                <a16:creationId xmlns:a16="http://schemas.microsoft.com/office/drawing/2014/main" id="{4387A881-14B1-B6B1-7125-7B2AB082D38A}"/>
              </a:ext>
            </a:extLst>
          </p:cNvPr>
          <p:cNvGrpSpPr/>
          <p:nvPr/>
        </p:nvGrpSpPr>
        <p:grpSpPr>
          <a:xfrm>
            <a:off x="5225351" y="1053547"/>
            <a:ext cx="6078855" cy="1722755"/>
            <a:chOff x="5194871" y="2404744"/>
            <a:chExt cx="6078855" cy="1722755"/>
          </a:xfrm>
        </p:grpSpPr>
        <p:pic>
          <p:nvPicPr>
            <p:cNvPr id="17" name="Picture 16">
              <a:extLst>
                <a:ext uri="{FF2B5EF4-FFF2-40B4-BE49-F238E27FC236}">
                  <a16:creationId xmlns:a16="http://schemas.microsoft.com/office/drawing/2014/main" id="{32D3755D-B16E-FA53-783F-3883FDD75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4871" y="2404744"/>
              <a:ext cx="6078855" cy="1722755"/>
            </a:xfrm>
            <a:prstGeom prst="rect">
              <a:avLst/>
            </a:prstGeom>
          </p:spPr>
        </p:pic>
        <p:grpSp>
          <p:nvGrpSpPr>
            <p:cNvPr id="11" name="Group 10">
              <a:extLst>
                <a:ext uri="{FF2B5EF4-FFF2-40B4-BE49-F238E27FC236}">
                  <a16:creationId xmlns:a16="http://schemas.microsoft.com/office/drawing/2014/main" id="{47A8F041-E991-07AA-75A5-1A7A218670A3}"/>
                </a:ext>
              </a:extLst>
            </p:cNvPr>
            <p:cNvGrpSpPr/>
            <p:nvPr/>
          </p:nvGrpSpPr>
          <p:grpSpPr>
            <a:xfrm>
              <a:off x="5358130" y="3262312"/>
              <a:ext cx="1475739" cy="333375"/>
              <a:chOff x="0" y="0"/>
              <a:chExt cx="1476374" cy="333375"/>
            </a:xfrm>
          </p:grpSpPr>
          <p:sp>
            <p:nvSpPr>
              <p:cNvPr id="12" name="Rectangle 11">
                <a:extLst>
                  <a:ext uri="{FF2B5EF4-FFF2-40B4-BE49-F238E27FC236}">
                    <a16:creationId xmlns:a16="http://schemas.microsoft.com/office/drawing/2014/main" id="{32030AD2-A6A5-0E9B-1677-F6F6F2732498}"/>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D726C15B-BE7C-D1B3-3812-95965E42802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 Box 39">
                <a:extLst>
                  <a:ext uri="{FF2B5EF4-FFF2-40B4-BE49-F238E27FC236}">
                    <a16:creationId xmlns:a16="http://schemas.microsoft.com/office/drawing/2014/main" id="{D423FE9E-9652-E79A-8C86-CE816A5ABE6D}"/>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43" name="Group 42">
            <a:extLst>
              <a:ext uri="{FF2B5EF4-FFF2-40B4-BE49-F238E27FC236}">
                <a16:creationId xmlns:a16="http://schemas.microsoft.com/office/drawing/2014/main" id="{4B3038F7-AFAF-3F76-7AE3-F362C7FD6FCC}"/>
              </a:ext>
            </a:extLst>
          </p:cNvPr>
          <p:cNvGrpSpPr/>
          <p:nvPr/>
        </p:nvGrpSpPr>
        <p:grpSpPr>
          <a:xfrm>
            <a:off x="4657929" y="3662445"/>
            <a:ext cx="6718617" cy="1813560"/>
            <a:chOff x="2472055" y="2522220"/>
            <a:chExt cx="6718617" cy="1813560"/>
          </a:xfrm>
        </p:grpSpPr>
        <p:pic>
          <p:nvPicPr>
            <p:cNvPr id="23" name="Picture 22">
              <a:extLst>
                <a:ext uri="{FF2B5EF4-FFF2-40B4-BE49-F238E27FC236}">
                  <a16:creationId xmlns:a16="http://schemas.microsoft.com/office/drawing/2014/main" id="{A6D2628F-0857-1072-8EE8-D41883A6D9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1327" y="2522220"/>
              <a:ext cx="6189345" cy="1813560"/>
            </a:xfrm>
            <a:prstGeom prst="rect">
              <a:avLst/>
            </a:prstGeom>
          </p:spPr>
        </p:pic>
        <p:grpSp>
          <p:nvGrpSpPr>
            <p:cNvPr id="42" name="Group 41">
              <a:extLst>
                <a:ext uri="{FF2B5EF4-FFF2-40B4-BE49-F238E27FC236}">
                  <a16:creationId xmlns:a16="http://schemas.microsoft.com/office/drawing/2014/main" id="{66F89FF6-5738-516A-DFD6-1019C71154F0}"/>
                </a:ext>
              </a:extLst>
            </p:cNvPr>
            <p:cNvGrpSpPr/>
            <p:nvPr/>
          </p:nvGrpSpPr>
          <p:grpSpPr>
            <a:xfrm>
              <a:off x="2472055" y="2768918"/>
              <a:ext cx="6318251" cy="1503045"/>
              <a:chOff x="2472055" y="2768918"/>
              <a:chExt cx="6318251" cy="1503045"/>
            </a:xfrm>
          </p:grpSpPr>
          <p:grpSp>
            <p:nvGrpSpPr>
              <p:cNvPr id="24" name="Group 23">
                <a:extLst>
                  <a:ext uri="{FF2B5EF4-FFF2-40B4-BE49-F238E27FC236}">
                    <a16:creationId xmlns:a16="http://schemas.microsoft.com/office/drawing/2014/main" id="{7FAE0BED-B880-5950-DA50-B96889453D47}"/>
                  </a:ext>
                </a:extLst>
              </p:cNvPr>
              <p:cNvGrpSpPr/>
              <p:nvPr/>
            </p:nvGrpSpPr>
            <p:grpSpPr>
              <a:xfrm>
                <a:off x="4202430" y="3238818"/>
                <a:ext cx="952500" cy="304800"/>
                <a:chOff x="523874" y="28575"/>
                <a:chExt cx="952500" cy="304800"/>
              </a:xfrm>
            </p:grpSpPr>
            <p:sp>
              <p:nvSpPr>
                <p:cNvPr id="39" name="Rectangle 38">
                  <a:extLst>
                    <a:ext uri="{FF2B5EF4-FFF2-40B4-BE49-F238E27FC236}">
                      <a16:creationId xmlns:a16="http://schemas.microsoft.com/office/drawing/2014/main" id="{A65196CD-EE1A-CBB7-B878-3B71B0C3509C}"/>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3359110F-E2AA-3EC0-A7AC-A348CD801F2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44">
                  <a:extLst>
                    <a:ext uri="{FF2B5EF4-FFF2-40B4-BE49-F238E27FC236}">
                      <a16:creationId xmlns:a16="http://schemas.microsoft.com/office/drawing/2014/main" id="{19183B4E-058F-53FA-932A-34DC791A7DF5}"/>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5" name="Group 24">
                <a:extLst>
                  <a:ext uri="{FF2B5EF4-FFF2-40B4-BE49-F238E27FC236}">
                    <a16:creationId xmlns:a16="http://schemas.microsoft.com/office/drawing/2014/main" id="{B6184775-C77A-036D-124D-12AB80FE3958}"/>
                  </a:ext>
                </a:extLst>
              </p:cNvPr>
              <p:cNvGrpSpPr/>
              <p:nvPr/>
            </p:nvGrpSpPr>
            <p:grpSpPr>
              <a:xfrm>
                <a:off x="7809230" y="2951163"/>
                <a:ext cx="981076" cy="304800"/>
                <a:chOff x="333374" y="28575"/>
                <a:chExt cx="981076" cy="304800"/>
              </a:xfrm>
            </p:grpSpPr>
            <p:sp>
              <p:nvSpPr>
                <p:cNvPr id="31" name="Rectangle 30">
                  <a:extLst>
                    <a:ext uri="{FF2B5EF4-FFF2-40B4-BE49-F238E27FC236}">
                      <a16:creationId xmlns:a16="http://schemas.microsoft.com/office/drawing/2014/main" id="{3F278F03-4240-1025-E23F-C2517568200E}"/>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2" name="Straight Arrow Connector 31">
                  <a:extLst>
                    <a:ext uri="{FF2B5EF4-FFF2-40B4-BE49-F238E27FC236}">
                      <a16:creationId xmlns:a16="http://schemas.microsoft.com/office/drawing/2014/main" id="{3305F234-A3C5-6D18-86DE-8EB6768C08A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49">
                  <a:extLst>
                    <a:ext uri="{FF2B5EF4-FFF2-40B4-BE49-F238E27FC236}">
                      <a16:creationId xmlns:a16="http://schemas.microsoft.com/office/drawing/2014/main" id="{72ACFC92-9AD5-59FF-6354-7443B3F4DEA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26" name="Group 25">
                <a:extLst>
                  <a:ext uri="{FF2B5EF4-FFF2-40B4-BE49-F238E27FC236}">
                    <a16:creationId xmlns:a16="http://schemas.microsoft.com/office/drawing/2014/main" id="{4528D9E4-DF14-D116-9339-0B74A185C0D9}"/>
                  </a:ext>
                </a:extLst>
              </p:cNvPr>
              <p:cNvGrpSpPr>
                <a:grpSpLocks/>
              </p:cNvGrpSpPr>
              <p:nvPr/>
            </p:nvGrpSpPr>
            <p:grpSpPr bwMode="auto">
              <a:xfrm>
                <a:off x="5321300" y="3392488"/>
                <a:ext cx="2544445" cy="879475"/>
                <a:chOff x="6116" y="177"/>
                <a:chExt cx="4007" cy="1385"/>
              </a:xfrm>
            </p:grpSpPr>
            <p:pic>
              <p:nvPicPr>
                <p:cNvPr id="29" name="Picture 28">
                  <a:extLst>
                    <a:ext uri="{FF2B5EF4-FFF2-40B4-BE49-F238E27FC236}">
                      <a16:creationId xmlns:a16="http://schemas.microsoft.com/office/drawing/2014/main" id="{77A897DF-2D26-E8E0-9AC2-05749DD6E9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241">
                  <a:extLst>
                    <a:ext uri="{FF2B5EF4-FFF2-40B4-BE49-F238E27FC236}">
                      <a16:creationId xmlns:a16="http://schemas.microsoft.com/office/drawing/2014/main" id="{F041989F-4B2C-AC2C-40A2-331008D6624F}"/>
                    </a:ext>
                  </a:extLst>
                </p:cNvPr>
                <p:cNvSpPr txBox="1">
                  <a:spLocks noChangeArrowheads="1"/>
                </p:cNvSpPr>
                <p:nvPr/>
              </p:nvSpPr>
              <p:spPr bwMode="auto">
                <a:xfrm>
                  <a:off x="6116" y="177"/>
                  <a:ext cx="4007"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DS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27" name="Text Box 8">
                <a:extLst>
                  <a:ext uri="{FF2B5EF4-FFF2-40B4-BE49-F238E27FC236}">
                    <a16:creationId xmlns:a16="http://schemas.microsoft.com/office/drawing/2014/main" id="{91984C28-2F9E-BB46-1762-5907B610356E}"/>
                  </a:ext>
                </a:extLst>
              </p:cNvPr>
              <p:cNvSpPr txBox="1"/>
              <p:nvPr/>
            </p:nvSpPr>
            <p:spPr>
              <a:xfrm>
                <a:off x="2472055" y="276891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45" name="TextBox 44">
            <a:extLst>
              <a:ext uri="{FF2B5EF4-FFF2-40B4-BE49-F238E27FC236}">
                <a16:creationId xmlns:a16="http://schemas.microsoft.com/office/drawing/2014/main" id="{4B14687C-52A3-56C7-BB62-1861435F0424}"/>
              </a:ext>
            </a:extLst>
          </p:cNvPr>
          <p:cNvSpPr txBox="1"/>
          <p:nvPr/>
        </p:nvSpPr>
        <p:spPr>
          <a:xfrm>
            <a:off x="7256349" y="555785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Deposit Slip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0258C296-63A5-1455-F8AB-54834279C957}"/>
              </a:ext>
            </a:extLst>
          </p:cNvPr>
          <p:cNvSpPr txBox="1"/>
          <p:nvPr/>
        </p:nvSpPr>
        <p:spPr>
          <a:xfrm>
            <a:off x="7256349" y="2857416"/>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Deposit Slip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7" name="Text Box 45">
            <a:extLst>
              <a:ext uri="{FF2B5EF4-FFF2-40B4-BE49-F238E27FC236}">
                <a16:creationId xmlns:a16="http://schemas.microsoft.com/office/drawing/2014/main" id="{45EBA796-8D0D-7A62-3DFD-D0EFF016851E}"/>
              </a:ext>
            </a:extLst>
          </p:cNvPr>
          <p:cNvSpPr txBox="1"/>
          <p:nvPr/>
        </p:nvSpPr>
        <p:spPr>
          <a:xfrm>
            <a:off x="967987" y="4190262"/>
            <a:ext cx="3852820" cy="150374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22860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DS transaction, if you wish to edit the header of the transaction click edit button.</a:t>
            </a:r>
          </a:p>
          <a:p>
            <a:pPr marL="0" marR="0" lvl="0" indent="-22860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p>
          <a:p>
            <a:pPr marL="0" marR="0" lvl="0" indent="-22860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DP header, click save button in the upper side of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E23E85F-4486-C63C-EE07-68D6E9D801FE}"/>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B1DAD45B-0999-A453-6668-D3B0D925A1B9}"/>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701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Deposit Slip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48" name="Text Box 63">
            <a:extLst>
              <a:ext uri="{FF2B5EF4-FFF2-40B4-BE49-F238E27FC236}">
                <a16:creationId xmlns:a16="http://schemas.microsoft.com/office/drawing/2014/main" id="{24BE8BAF-EF71-D0C8-E901-9FD967023808}"/>
              </a:ext>
            </a:extLst>
          </p:cNvPr>
          <p:cNvSpPr txBox="1"/>
          <p:nvPr/>
        </p:nvSpPr>
        <p:spPr>
          <a:xfrm>
            <a:off x="818242" y="2064265"/>
            <a:ext cx="3361400" cy="33665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marL="228600" marR="0" lvl="0" indent="-228600" algn="l" defTabSz="914400" rtl="0" eaLnBrk="1" fontAlgn="auto" latinLnBrk="0" hangingPunct="1">
              <a:lnSpc>
                <a:spcPct val="115000"/>
              </a:lnSpc>
              <a:spcBef>
                <a:spcPts val="0"/>
              </a:spcBef>
              <a:spcAft>
                <a:spcPts val="0"/>
              </a:spcAft>
              <a:buClrTx/>
              <a:buSzTx/>
              <a:buFontTx/>
              <a:buAutoNum type="arabicPeriod" startAt="4"/>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37B2218-03DF-28CA-8A00-90F37ED1B234}"/>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5453873A-EFE9-4B36-9D48-FF6BC3C86B7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E96D741A-5002-F568-306B-69FA54D31A8A}"/>
              </a:ext>
            </a:extLst>
          </p:cNvPr>
          <p:cNvGrpSpPr/>
          <p:nvPr/>
        </p:nvGrpSpPr>
        <p:grpSpPr>
          <a:xfrm>
            <a:off x="5126663" y="2158545"/>
            <a:ext cx="6260227" cy="2277457"/>
            <a:chOff x="5126663" y="2158545"/>
            <a:chExt cx="6260227" cy="2277457"/>
          </a:xfrm>
        </p:grpSpPr>
        <p:grpSp>
          <p:nvGrpSpPr>
            <p:cNvPr id="6" name="Group 5">
              <a:extLst>
                <a:ext uri="{FF2B5EF4-FFF2-40B4-BE49-F238E27FC236}">
                  <a16:creationId xmlns:a16="http://schemas.microsoft.com/office/drawing/2014/main" id="{F70987E4-62AD-74FF-C252-9BEB3ECE2B1C}"/>
                </a:ext>
              </a:extLst>
            </p:cNvPr>
            <p:cNvGrpSpPr/>
            <p:nvPr/>
          </p:nvGrpSpPr>
          <p:grpSpPr>
            <a:xfrm>
              <a:off x="5126663" y="2158545"/>
              <a:ext cx="6260227" cy="2277457"/>
              <a:chOff x="5126663" y="887465"/>
              <a:chExt cx="6260227" cy="2277457"/>
            </a:xfrm>
          </p:grpSpPr>
          <p:grpSp>
            <p:nvGrpSpPr>
              <p:cNvPr id="13" name="Group 12">
                <a:extLst>
                  <a:ext uri="{FF2B5EF4-FFF2-40B4-BE49-F238E27FC236}">
                    <a16:creationId xmlns:a16="http://schemas.microsoft.com/office/drawing/2014/main" id="{E287FF08-9B7F-0D1E-88E0-D957DADECC96}"/>
                  </a:ext>
                </a:extLst>
              </p:cNvPr>
              <p:cNvGrpSpPr/>
              <p:nvPr/>
            </p:nvGrpSpPr>
            <p:grpSpPr>
              <a:xfrm>
                <a:off x="5197545" y="1053550"/>
                <a:ext cx="6189345" cy="2111372"/>
                <a:chOff x="0" y="3"/>
                <a:chExt cx="6189345" cy="2111372"/>
              </a:xfrm>
            </p:grpSpPr>
            <p:grpSp>
              <p:nvGrpSpPr>
                <p:cNvPr id="18" name="Group 17">
                  <a:extLst>
                    <a:ext uri="{FF2B5EF4-FFF2-40B4-BE49-F238E27FC236}">
                      <a16:creationId xmlns:a16="http://schemas.microsoft.com/office/drawing/2014/main" id="{86B154FA-D319-34B3-2507-97FE9E143161}"/>
                    </a:ext>
                  </a:extLst>
                </p:cNvPr>
                <p:cNvGrpSpPr/>
                <p:nvPr/>
              </p:nvGrpSpPr>
              <p:grpSpPr>
                <a:xfrm>
                  <a:off x="444500" y="3"/>
                  <a:ext cx="5457854" cy="1534468"/>
                  <a:chOff x="365745" y="340675"/>
                  <a:chExt cx="5457854" cy="1534615"/>
                </a:xfrm>
              </p:grpSpPr>
              <p:pic>
                <p:nvPicPr>
                  <p:cNvPr id="20" name="Picture 19">
                    <a:extLst>
                      <a:ext uri="{FF2B5EF4-FFF2-40B4-BE49-F238E27FC236}">
                        <a16:creationId xmlns:a16="http://schemas.microsoft.com/office/drawing/2014/main" id="{A89C745F-8399-75D5-C7D7-0672BF8FD7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22" name="Rectangle 21">
                    <a:extLst>
                      <a:ext uri="{FF2B5EF4-FFF2-40B4-BE49-F238E27FC236}">
                        <a16:creationId xmlns:a16="http://schemas.microsoft.com/office/drawing/2014/main" id="{D926C631-3FD7-359C-09C0-A62DA3323BD3}"/>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3" name="Group 22">
                    <a:extLst>
                      <a:ext uri="{FF2B5EF4-FFF2-40B4-BE49-F238E27FC236}">
                        <a16:creationId xmlns:a16="http://schemas.microsoft.com/office/drawing/2014/main" id="{0671FC9F-D4DC-EE9F-9DBA-3DD67D5D0496}"/>
                      </a:ext>
                    </a:extLst>
                  </p:cNvPr>
                  <p:cNvGrpSpPr/>
                  <p:nvPr/>
                </p:nvGrpSpPr>
                <p:grpSpPr>
                  <a:xfrm>
                    <a:off x="3765617" y="340675"/>
                    <a:ext cx="647700" cy="709532"/>
                    <a:chOff x="-854008" y="-154625"/>
                    <a:chExt cx="647700" cy="709532"/>
                  </a:xfrm>
                </p:grpSpPr>
                <p:sp>
                  <p:nvSpPr>
                    <p:cNvPr id="24" name="Rectangle 23">
                      <a:extLst>
                        <a:ext uri="{FF2B5EF4-FFF2-40B4-BE49-F238E27FC236}">
                          <a16:creationId xmlns:a16="http://schemas.microsoft.com/office/drawing/2014/main" id="{6D8AFD10-4169-8287-DCD5-49DFE2355CBF}"/>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CD741EAE-6888-8E4C-2069-B60128B867F4}"/>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62">
                      <a:extLst>
                        <a:ext uri="{FF2B5EF4-FFF2-40B4-BE49-F238E27FC236}">
                          <a16:creationId xmlns:a16="http://schemas.microsoft.com/office/drawing/2014/main" id="{228E9FB7-A83F-C421-951C-F0E3D8E8ACE8}"/>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19" name="Picture 18">
                  <a:extLst>
                    <a:ext uri="{FF2B5EF4-FFF2-40B4-BE49-F238E27FC236}">
                      <a16:creationId xmlns:a16="http://schemas.microsoft.com/office/drawing/2014/main" id="{0309B0B9-C96D-6037-89A0-8DC1BD8959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14" name="Group 13">
                <a:extLst>
                  <a:ext uri="{FF2B5EF4-FFF2-40B4-BE49-F238E27FC236}">
                    <a16:creationId xmlns:a16="http://schemas.microsoft.com/office/drawing/2014/main" id="{B9EC6623-8000-0804-084B-C612B6CCFF59}"/>
                  </a:ext>
                </a:extLst>
              </p:cNvPr>
              <p:cNvGrpSpPr/>
              <p:nvPr/>
            </p:nvGrpSpPr>
            <p:grpSpPr>
              <a:xfrm>
                <a:off x="5126663" y="887465"/>
                <a:ext cx="3176904" cy="2008507"/>
                <a:chOff x="0" y="0"/>
                <a:chExt cx="3177391" cy="2008909"/>
              </a:xfrm>
            </p:grpSpPr>
            <p:sp>
              <p:nvSpPr>
                <p:cNvPr id="15" name="Text Box 81">
                  <a:extLst>
                    <a:ext uri="{FF2B5EF4-FFF2-40B4-BE49-F238E27FC236}">
                      <a16:creationId xmlns:a16="http://schemas.microsoft.com/office/drawing/2014/main" id="{ACF78E5F-9B81-AA2F-5152-4F26256E0F30}"/>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16" name="Curved Left Arrow 95">
                  <a:extLst>
                    <a:ext uri="{FF2B5EF4-FFF2-40B4-BE49-F238E27FC236}">
                      <a16:creationId xmlns:a16="http://schemas.microsoft.com/office/drawing/2014/main" id="{5964AB56-A127-F60A-37E7-CC69D2476474}"/>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 Box 98">
                  <a:extLst>
                    <a:ext uri="{FF2B5EF4-FFF2-40B4-BE49-F238E27FC236}">
                      <a16:creationId xmlns:a16="http://schemas.microsoft.com/office/drawing/2014/main" id="{B3FFB500-2F4B-A272-C11E-4870BD5076A5}"/>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7" name="Rectangle 6">
              <a:extLst>
                <a:ext uri="{FF2B5EF4-FFF2-40B4-BE49-F238E27FC236}">
                  <a16:creationId xmlns:a16="http://schemas.microsoft.com/office/drawing/2014/main" id="{A4D1C435-6C5C-9D16-C506-60DE260DBDC1}"/>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463CC064-2167-434C-A2F5-71703436ED3E}"/>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2">
              <a:extLst>
                <a:ext uri="{FF2B5EF4-FFF2-40B4-BE49-F238E27FC236}">
                  <a16:creationId xmlns:a16="http://schemas.microsoft.com/office/drawing/2014/main" id="{02C85889-EF61-7CF0-B1F4-D1BBD2F3E7FE}"/>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0" name="Rectangle 9">
              <a:extLst>
                <a:ext uri="{FF2B5EF4-FFF2-40B4-BE49-F238E27FC236}">
                  <a16:creationId xmlns:a16="http://schemas.microsoft.com/office/drawing/2014/main" id="{81EEC13B-CD26-7C70-21E2-2884C339926E}"/>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15594C0B-70E0-1356-61EB-C24BFD2F0AD0}"/>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 Box 62">
              <a:extLst>
                <a:ext uri="{FF2B5EF4-FFF2-40B4-BE49-F238E27FC236}">
                  <a16:creationId xmlns:a16="http://schemas.microsoft.com/office/drawing/2014/main" id="{87D31C7B-C88E-D7A4-8B28-8A45E6D3D83E}"/>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3653984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45" name="TextBox 44">
            <a:extLst>
              <a:ext uri="{FF2B5EF4-FFF2-40B4-BE49-F238E27FC236}">
                <a16:creationId xmlns:a16="http://schemas.microsoft.com/office/drawing/2014/main" id="{4B14687C-52A3-56C7-BB62-1861435F0424}"/>
              </a:ext>
            </a:extLst>
          </p:cNvPr>
          <p:cNvSpPr txBox="1"/>
          <p:nvPr/>
        </p:nvSpPr>
        <p:spPr>
          <a:xfrm>
            <a:off x="7256349" y="5815358"/>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Deposit Slip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7" name="Text Box 65">
            <a:extLst>
              <a:ext uri="{FF2B5EF4-FFF2-40B4-BE49-F238E27FC236}">
                <a16:creationId xmlns:a16="http://schemas.microsoft.com/office/drawing/2014/main" id="{6007CCFF-A98E-35FB-B433-C64BAA120008}"/>
              </a:ext>
            </a:extLst>
          </p:cNvPr>
          <p:cNvSpPr txBox="1"/>
          <p:nvPr/>
        </p:nvSpPr>
        <p:spPr>
          <a:xfrm>
            <a:off x="665701" y="3699185"/>
            <a:ext cx="3746666" cy="205105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deposit slip – main form, click the lookup button and select the transaction you wish to edit its information by typing its transaction number in the search bar.</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68" name="Text Box 854">
            <a:extLst>
              <a:ext uri="{FF2B5EF4-FFF2-40B4-BE49-F238E27FC236}">
                <a16:creationId xmlns:a16="http://schemas.microsoft.com/office/drawing/2014/main" id="{9845929A-47AB-7953-E946-C7A4D2E1538F}"/>
              </a:ext>
            </a:extLst>
          </p:cNvPr>
          <p:cNvSpPr txBox="1"/>
          <p:nvPr/>
        </p:nvSpPr>
        <p:spPr>
          <a:xfrm>
            <a:off x="509162" y="4949012"/>
            <a:ext cx="2671360" cy="40763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80340" marR="0" lvl="0" indent="89535"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CE1602E0-C0D4-11D1-9F39-B6D9080D4F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6954" y="3936681"/>
            <a:ext cx="6189345" cy="1813560"/>
          </a:xfrm>
          <a:prstGeom prst="rect">
            <a:avLst/>
          </a:prstGeom>
        </p:spPr>
      </p:pic>
      <p:grpSp>
        <p:nvGrpSpPr>
          <p:cNvPr id="3" name="Group 2">
            <a:extLst>
              <a:ext uri="{FF2B5EF4-FFF2-40B4-BE49-F238E27FC236}">
                <a16:creationId xmlns:a16="http://schemas.microsoft.com/office/drawing/2014/main" id="{A9BE9E6D-033E-B8AA-5820-994A321E8363}"/>
              </a:ext>
            </a:extLst>
          </p:cNvPr>
          <p:cNvGrpSpPr/>
          <p:nvPr/>
        </p:nvGrpSpPr>
        <p:grpSpPr>
          <a:xfrm>
            <a:off x="6554511" y="4644212"/>
            <a:ext cx="952500" cy="304800"/>
            <a:chOff x="523874" y="28575"/>
            <a:chExt cx="952500" cy="304800"/>
          </a:xfrm>
        </p:grpSpPr>
        <p:sp>
          <p:nvSpPr>
            <p:cNvPr id="14" name="Rectangle 13">
              <a:extLst>
                <a:ext uri="{FF2B5EF4-FFF2-40B4-BE49-F238E27FC236}">
                  <a16:creationId xmlns:a16="http://schemas.microsoft.com/office/drawing/2014/main" id="{0AFE24CE-89C3-144F-E22E-090906C8C726}"/>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3AD199C1-A687-7D8F-CFD0-802391E5F77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1177">
              <a:extLst>
                <a:ext uri="{FF2B5EF4-FFF2-40B4-BE49-F238E27FC236}">
                  <a16:creationId xmlns:a16="http://schemas.microsoft.com/office/drawing/2014/main" id="{ADF71E4C-3297-470A-6FCA-0564D6A5A32A}"/>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6" name="Group 5">
            <a:extLst>
              <a:ext uri="{FF2B5EF4-FFF2-40B4-BE49-F238E27FC236}">
                <a16:creationId xmlns:a16="http://schemas.microsoft.com/office/drawing/2014/main" id="{2942F82A-2CD6-F42D-3404-47B2A6B51ED2}"/>
              </a:ext>
            </a:extLst>
          </p:cNvPr>
          <p:cNvGrpSpPr/>
          <p:nvPr/>
        </p:nvGrpSpPr>
        <p:grpSpPr>
          <a:xfrm>
            <a:off x="7834036" y="4369892"/>
            <a:ext cx="981076" cy="304800"/>
            <a:chOff x="333374" y="28575"/>
            <a:chExt cx="981076" cy="304800"/>
          </a:xfrm>
        </p:grpSpPr>
        <p:sp>
          <p:nvSpPr>
            <p:cNvPr id="11" name="Rectangle 10">
              <a:extLst>
                <a:ext uri="{FF2B5EF4-FFF2-40B4-BE49-F238E27FC236}">
                  <a16:creationId xmlns:a16="http://schemas.microsoft.com/office/drawing/2014/main" id="{ECC7868A-1177-95EB-3C22-49EA38F4ACF2}"/>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0F7CE17D-0F58-597E-E317-D0246E7844E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184">
              <a:extLst>
                <a:ext uri="{FF2B5EF4-FFF2-40B4-BE49-F238E27FC236}">
                  <a16:creationId xmlns:a16="http://schemas.microsoft.com/office/drawing/2014/main" id="{40B0AF30-90A5-4845-4CEC-F2D266F72ED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7" name="Group 6">
            <a:extLst>
              <a:ext uri="{FF2B5EF4-FFF2-40B4-BE49-F238E27FC236}">
                <a16:creationId xmlns:a16="http://schemas.microsoft.com/office/drawing/2014/main" id="{12B5717A-02B4-639A-AB6D-3E92FC695BE9}"/>
              </a:ext>
            </a:extLst>
          </p:cNvPr>
          <p:cNvGrpSpPr>
            <a:grpSpLocks/>
          </p:cNvGrpSpPr>
          <p:nvPr/>
        </p:nvGrpSpPr>
        <p:grpSpPr bwMode="auto">
          <a:xfrm>
            <a:off x="7673381" y="4797882"/>
            <a:ext cx="2579370" cy="879475"/>
            <a:chOff x="6116" y="177"/>
            <a:chExt cx="4062" cy="1385"/>
          </a:xfrm>
        </p:grpSpPr>
        <p:pic>
          <p:nvPicPr>
            <p:cNvPr id="9" name="Picture 8">
              <a:extLst>
                <a:ext uri="{FF2B5EF4-FFF2-40B4-BE49-F238E27FC236}">
                  <a16:creationId xmlns:a16="http://schemas.microsoft.com/office/drawing/2014/main" id="{4F318E04-306E-C076-6D20-B86DC9AB81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41">
              <a:extLst>
                <a:ext uri="{FF2B5EF4-FFF2-40B4-BE49-F238E27FC236}">
                  <a16:creationId xmlns:a16="http://schemas.microsoft.com/office/drawing/2014/main" id="{9BC96313-1CA7-5144-A472-EEBE1875A185}"/>
                </a:ext>
              </a:extLst>
            </p:cNvPr>
            <p:cNvSpPr txBox="1">
              <a:spLocks noChangeArrowheads="1"/>
            </p:cNvSpPr>
            <p:nvPr/>
          </p:nvSpPr>
          <p:spPr bwMode="auto">
            <a:xfrm>
              <a:off x="6116" y="177"/>
              <a:ext cx="4062"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DP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8" name="Text Box 1185">
            <a:extLst>
              <a:ext uri="{FF2B5EF4-FFF2-40B4-BE49-F238E27FC236}">
                <a16:creationId xmlns:a16="http://schemas.microsoft.com/office/drawing/2014/main" id="{A8BEF94F-6C76-ADF5-8A95-0E51AA3BCF63}"/>
              </a:ext>
            </a:extLst>
          </p:cNvPr>
          <p:cNvSpPr txBox="1"/>
          <p:nvPr/>
        </p:nvSpPr>
        <p:spPr>
          <a:xfrm>
            <a:off x="4824136" y="4174312"/>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2" name="TextBox 21">
            <a:extLst>
              <a:ext uri="{FF2B5EF4-FFF2-40B4-BE49-F238E27FC236}">
                <a16:creationId xmlns:a16="http://schemas.microsoft.com/office/drawing/2014/main" id="{C8893AC7-359D-C22C-2311-9CD3A72D6B8F}"/>
              </a:ext>
            </a:extLst>
          </p:cNvPr>
          <p:cNvSpPr txBox="1"/>
          <p:nvPr/>
        </p:nvSpPr>
        <p:spPr>
          <a:xfrm>
            <a:off x="7256349" y="292131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Deposit Slip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C278DA03-424D-142E-BB8A-D8491412C4DA}"/>
              </a:ext>
            </a:extLst>
          </p:cNvPr>
          <p:cNvSpPr txBox="1"/>
          <p:nvPr/>
        </p:nvSpPr>
        <p:spPr>
          <a:xfrm>
            <a:off x="805110" y="112232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Deposit Slip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4" name="Text Box 65">
            <a:extLst>
              <a:ext uri="{FF2B5EF4-FFF2-40B4-BE49-F238E27FC236}">
                <a16:creationId xmlns:a16="http://schemas.microsoft.com/office/drawing/2014/main" id="{1E9EB7A6-9663-FDE2-5365-91A0C0AA96C8}"/>
              </a:ext>
            </a:extLst>
          </p:cNvPr>
          <p:cNvSpPr txBox="1"/>
          <p:nvPr/>
        </p:nvSpPr>
        <p:spPr>
          <a:xfrm>
            <a:off x="665701" y="1754832"/>
            <a:ext cx="3746666" cy="205105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deposit slip – main window, search the deposit slip transaction you wish to edit its information in the search bar. Or,</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25" name="Picture 24">
            <a:extLst>
              <a:ext uri="{FF2B5EF4-FFF2-40B4-BE49-F238E27FC236}">
                <a16:creationId xmlns:a16="http://schemas.microsoft.com/office/drawing/2014/main" id="{6ADE210A-4EA1-87BF-AAE1-FD7C55EDEF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6624" y="1122322"/>
            <a:ext cx="6078855" cy="1722755"/>
          </a:xfrm>
          <a:prstGeom prst="rect">
            <a:avLst/>
          </a:prstGeom>
        </p:spPr>
      </p:pic>
      <p:sp>
        <p:nvSpPr>
          <p:cNvPr id="5" name="TextBox 4">
            <a:extLst>
              <a:ext uri="{FF2B5EF4-FFF2-40B4-BE49-F238E27FC236}">
                <a16:creationId xmlns:a16="http://schemas.microsoft.com/office/drawing/2014/main" id="{B4DE8168-F5CC-8B3A-8E82-73395CC6E831}"/>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379FBA1F-66D6-FCE7-4495-4789AB8E910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2216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7" name="Picture 6">
            <a:extLst>
              <a:ext uri="{FF2B5EF4-FFF2-40B4-BE49-F238E27FC236}">
                <a16:creationId xmlns:a16="http://schemas.microsoft.com/office/drawing/2014/main" id="{07E3D181-7E42-B028-A062-46EB2D26D8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9598" y="1049626"/>
            <a:ext cx="6186805" cy="682625"/>
          </a:xfrm>
          <a:prstGeom prst="rect">
            <a:avLst/>
          </a:prstGeom>
        </p:spPr>
      </p:pic>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1722755"/>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deposit slip – main form will be minimize and the other information will be displayed as shown in the photo below.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E69235C6-0AB9-D1FC-7715-F327A7E91D23}"/>
              </a:ext>
            </a:extLst>
          </p:cNvPr>
          <p:cNvPicPr>
            <a:picLocks noChangeAspect="1"/>
          </p:cNvPicPr>
          <p:nvPr/>
        </p:nvPicPr>
        <p:blipFill>
          <a:blip r:embed="rId4"/>
          <a:stretch>
            <a:fillRect/>
          </a:stretch>
        </p:blipFill>
        <p:spPr>
          <a:xfrm>
            <a:off x="5198634" y="3312169"/>
            <a:ext cx="6188257" cy="2745336"/>
          </a:xfrm>
          <a:prstGeom prst="rect">
            <a:avLst/>
          </a:prstGeom>
        </p:spPr>
      </p:pic>
      <p:sp>
        <p:nvSpPr>
          <p:cNvPr id="2" name="Text Box 1294">
            <a:extLst>
              <a:ext uri="{FF2B5EF4-FFF2-40B4-BE49-F238E27FC236}">
                <a16:creationId xmlns:a16="http://schemas.microsoft.com/office/drawing/2014/main" id="{5A800897-3427-CE52-790F-8635A777D8C6}"/>
              </a:ext>
            </a:extLst>
          </p:cNvPr>
          <p:cNvSpPr txBox="1"/>
          <p:nvPr/>
        </p:nvSpPr>
        <p:spPr>
          <a:xfrm>
            <a:off x="5279598" y="1779901"/>
            <a:ext cx="6186805" cy="737235"/>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7000"/>
              </a:lnSpc>
              <a:spcBef>
                <a:spcPts val="0"/>
              </a:spcBef>
              <a:spcAft>
                <a:spcPts val="800"/>
              </a:spcAft>
              <a:buClrTx/>
              <a:buSzTx/>
              <a:buFontTx/>
              <a:buNone/>
              <a:tabLst>
                <a:tab pos="1752600" algn="l"/>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If you want to upload file attachment in image form, click the attachment and upload the file.</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5ADC6D2-4B46-A0B8-0D8A-66ADCF67FE94}"/>
              </a:ext>
            </a:extLst>
          </p:cNvPr>
          <p:cNvSpPr txBox="1"/>
          <p:nvPr/>
        </p:nvSpPr>
        <p:spPr>
          <a:xfrm>
            <a:off x="805110" y="123167"/>
            <a:ext cx="405985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Deposit Slip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A19D6521-CB94-E65D-D459-2B543E713495}"/>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279075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1156</Words>
  <Application>Microsoft Office PowerPoint</Application>
  <PresentationFormat>Widescreen</PresentationFormat>
  <Paragraphs>164</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Animosa Extra Bold</vt:lpstr>
      <vt:lpstr>Arial</vt:lpstr>
      <vt:lpstr>Bahnschrift Condensed</vt:lpstr>
      <vt:lpstr>Bodoni MT Condensed</vt:lpstr>
      <vt:lpstr>Calibri</vt:lpstr>
      <vt:lpstr>Calibri Light</vt:lpstr>
      <vt:lpstr>Century Gothic</vt:lpstr>
      <vt:lpstr>Chivo Light</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2023-01-03T08:54:32Z</dcterms:created>
  <dcterms:modified xsi:type="dcterms:W3CDTF">2023-01-03T08:54:46Z</dcterms:modified>
</cp:coreProperties>
</file>